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1"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103" d="100"/>
          <a:sy n="103" d="100"/>
        </p:scale>
        <p:origin x="816" y="10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ableStyles" Target="tableStyles.xml"/><Relationship Id="rId50" Type="http://schemas.openxmlformats.org/officeDocument/2006/relationships/customXml" Target="../customXml/item2.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customXml" Target="../customXml/item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microsoft.com/office/2016/11/relationships/changesInfo" Target="changesInfos/changesInfo1.xml"/><Relationship Id="rId8" Type="http://schemas.openxmlformats.org/officeDocument/2006/relationships/slide" Target="slides/slide7.xml"/><Relationship Id="rId51" Type="http://schemas.openxmlformats.org/officeDocument/2006/relationships/customXml" Target="../customXml/item3.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Qais Al Janabi" userId="fbd4b1b3-9e32-4697-becd-2016776106cb" providerId="ADAL" clId="{045B6BAA-C7A7-4356-B3F5-D4D0565E43E1}"/>
    <pc:docChg chg="undo custSel modSld">
      <pc:chgData name="Qais Al Janabi" userId="fbd4b1b3-9e32-4697-becd-2016776106cb" providerId="ADAL" clId="{045B6BAA-C7A7-4356-B3F5-D4D0565E43E1}" dt="2025-12-04T09:04:57.921" v="140" actId="207"/>
      <pc:docMkLst>
        <pc:docMk/>
      </pc:docMkLst>
      <pc:sldChg chg="modSp mod">
        <pc:chgData name="Qais Al Janabi" userId="fbd4b1b3-9e32-4697-becd-2016776106cb" providerId="ADAL" clId="{045B6BAA-C7A7-4356-B3F5-D4D0565E43E1}" dt="2025-12-04T08:44:28.631" v="1" actId="6549"/>
        <pc:sldMkLst>
          <pc:docMk/>
          <pc:sldMk cId="1555146941" sldId="258"/>
        </pc:sldMkLst>
        <pc:spChg chg="mod">
          <ac:chgData name="Qais Al Janabi" userId="fbd4b1b3-9e32-4697-becd-2016776106cb" providerId="ADAL" clId="{045B6BAA-C7A7-4356-B3F5-D4D0565E43E1}" dt="2025-12-04T08:44:28.631" v="1" actId="6549"/>
          <ac:spMkLst>
            <pc:docMk/>
            <pc:sldMk cId="1555146941" sldId="258"/>
            <ac:spMk id="2" creationId="{20CD7DF9-7FE4-40BD-A6C9-B144B03A172E}"/>
          </ac:spMkLst>
        </pc:spChg>
      </pc:sldChg>
      <pc:sldChg chg="modSp mod">
        <pc:chgData name="Qais Al Janabi" userId="fbd4b1b3-9e32-4697-becd-2016776106cb" providerId="ADAL" clId="{045B6BAA-C7A7-4356-B3F5-D4D0565E43E1}" dt="2025-12-04T08:45:48.576" v="8" actId="27636"/>
        <pc:sldMkLst>
          <pc:docMk/>
          <pc:sldMk cId="2128984400" sldId="259"/>
        </pc:sldMkLst>
        <pc:spChg chg="mod">
          <ac:chgData name="Qais Al Janabi" userId="fbd4b1b3-9e32-4697-becd-2016776106cb" providerId="ADAL" clId="{045B6BAA-C7A7-4356-B3F5-D4D0565E43E1}" dt="2025-12-04T08:44:31.832" v="2" actId="6549"/>
          <ac:spMkLst>
            <pc:docMk/>
            <pc:sldMk cId="2128984400" sldId="259"/>
            <ac:spMk id="2" creationId="{2A5E037A-F6B0-496E-9DC0-D3411712B910}"/>
          </ac:spMkLst>
        </pc:spChg>
        <pc:spChg chg="mod">
          <ac:chgData name="Qais Al Janabi" userId="fbd4b1b3-9e32-4697-becd-2016776106cb" providerId="ADAL" clId="{045B6BAA-C7A7-4356-B3F5-D4D0565E43E1}" dt="2025-12-04T08:45:48.576" v="8" actId="27636"/>
          <ac:spMkLst>
            <pc:docMk/>
            <pc:sldMk cId="2128984400" sldId="259"/>
            <ac:spMk id="3" creationId="{04321B28-051A-4D57-A2C8-96B7A4C0A183}"/>
          </ac:spMkLst>
        </pc:spChg>
      </pc:sldChg>
      <pc:sldChg chg="modSp mod">
        <pc:chgData name="Qais Al Janabi" userId="fbd4b1b3-9e32-4697-becd-2016776106cb" providerId="ADAL" clId="{045B6BAA-C7A7-4356-B3F5-D4D0565E43E1}" dt="2025-12-04T08:44:35.846" v="3" actId="6549"/>
        <pc:sldMkLst>
          <pc:docMk/>
          <pc:sldMk cId="3781943286" sldId="260"/>
        </pc:sldMkLst>
        <pc:spChg chg="mod">
          <ac:chgData name="Qais Al Janabi" userId="fbd4b1b3-9e32-4697-becd-2016776106cb" providerId="ADAL" clId="{045B6BAA-C7A7-4356-B3F5-D4D0565E43E1}" dt="2025-12-04T08:44:35.846" v="3" actId="6549"/>
          <ac:spMkLst>
            <pc:docMk/>
            <pc:sldMk cId="3781943286" sldId="260"/>
            <ac:spMk id="2" creationId="{ABBE5EF4-A329-4EBD-862E-86A2D54E7E30}"/>
          </ac:spMkLst>
        </pc:spChg>
      </pc:sldChg>
      <pc:sldChg chg="modSp mod">
        <pc:chgData name="Qais Al Janabi" userId="fbd4b1b3-9e32-4697-becd-2016776106cb" providerId="ADAL" clId="{045B6BAA-C7A7-4356-B3F5-D4D0565E43E1}" dt="2025-12-04T08:46:28.247" v="10" actId="6549"/>
        <pc:sldMkLst>
          <pc:docMk/>
          <pc:sldMk cId="980381931" sldId="261"/>
        </pc:sldMkLst>
        <pc:spChg chg="mod">
          <ac:chgData name="Qais Al Janabi" userId="fbd4b1b3-9e32-4697-becd-2016776106cb" providerId="ADAL" clId="{045B6BAA-C7A7-4356-B3F5-D4D0565E43E1}" dt="2025-12-04T08:46:28.247" v="10" actId="6549"/>
          <ac:spMkLst>
            <pc:docMk/>
            <pc:sldMk cId="980381931" sldId="261"/>
            <ac:spMk id="2" creationId="{FD69E2B6-0AF7-4D27-8F78-D5EA5C30AFE1}"/>
          </ac:spMkLst>
        </pc:spChg>
      </pc:sldChg>
      <pc:sldChg chg="addSp modSp mod">
        <pc:chgData name="Qais Al Janabi" userId="fbd4b1b3-9e32-4697-becd-2016776106cb" providerId="ADAL" clId="{045B6BAA-C7A7-4356-B3F5-D4D0565E43E1}" dt="2025-12-04T09:04:57.921" v="140" actId="207"/>
        <pc:sldMkLst>
          <pc:docMk/>
          <pc:sldMk cId="109593466" sldId="262"/>
        </pc:sldMkLst>
        <pc:spChg chg="mod">
          <ac:chgData name="Qais Al Janabi" userId="fbd4b1b3-9e32-4697-becd-2016776106cb" providerId="ADAL" clId="{045B6BAA-C7A7-4356-B3F5-D4D0565E43E1}" dt="2025-12-04T08:46:41.799" v="11" actId="6549"/>
          <ac:spMkLst>
            <pc:docMk/>
            <pc:sldMk cId="109593466" sldId="262"/>
            <ac:spMk id="2" creationId="{AD27C2A0-B697-4809-B3D0-6209183B2248}"/>
          </ac:spMkLst>
        </pc:spChg>
        <pc:spChg chg="mod">
          <ac:chgData name="Qais Al Janabi" userId="fbd4b1b3-9e32-4697-becd-2016776106cb" providerId="ADAL" clId="{045B6BAA-C7A7-4356-B3F5-D4D0565E43E1}" dt="2025-12-04T09:04:55.330" v="139" actId="207"/>
          <ac:spMkLst>
            <pc:docMk/>
            <pc:sldMk cId="109593466" sldId="262"/>
            <ac:spMk id="3" creationId="{61584B73-0DA4-4053-9326-F92802279FE0}"/>
          </ac:spMkLst>
        </pc:spChg>
        <pc:spChg chg="add mod">
          <ac:chgData name="Qais Al Janabi" userId="fbd4b1b3-9e32-4697-becd-2016776106cb" providerId="ADAL" clId="{045B6BAA-C7A7-4356-B3F5-D4D0565E43E1}" dt="2025-12-04T09:04:57.921" v="140" actId="207"/>
          <ac:spMkLst>
            <pc:docMk/>
            <pc:sldMk cId="109593466" sldId="262"/>
            <ac:spMk id="5" creationId="{33C3395F-E765-437A-BC81-13F2A0B722B7}"/>
          </ac:spMkLst>
        </pc:spChg>
      </pc:sldChg>
      <pc:sldChg chg="modSp mod">
        <pc:chgData name="Qais Al Janabi" userId="fbd4b1b3-9e32-4697-becd-2016776106cb" providerId="ADAL" clId="{045B6BAA-C7A7-4356-B3F5-D4D0565E43E1}" dt="2025-12-04T08:49:28.693" v="28" actId="20577"/>
        <pc:sldMkLst>
          <pc:docMk/>
          <pc:sldMk cId="3983540297" sldId="263"/>
        </pc:sldMkLst>
        <pc:spChg chg="mod">
          <ac:chgData name="Qais Al Janabi" userId="fbd4b1b3-9e32-4697-becd-2016776106cb" providerId="ADAL" clId="{045B6BAA-C7A7-4356-B3F5-D4D0565E43E1}" dt="2025-12-04T08:49:28.693" v="28" actId="20577"/>
          <ac:spMkLst>
            <pc:docMk/>
            <pc:sldMk cId="3983540297" sldId="263"/>
            <ac:spMk id="2" creationId="{65B9B217-919B-4A05-A4D7-1A9C053DDE90}"/>
          </ac:spMkLst>
        </pc:spChg>
      </pc:sldChg>
      <pc:sldChg chg="modSp mod">
        <pc:chgData name="Qais Al Janabi" userId="fbd4b1b3-9e32-4697-becd-2016776106cb" providerId="ADAL" clId="{045B6BAA-C7A7-4356-B3F5-D4D0565E43E1}" dt="2025-12-04T08:49:31.092" v="29" actId="20577"/>
        <pc:sldMkLst>
          <pc:docMk/>
          <pc:sldMk cId="2261484955" sldId="264"/>
        </pc:sldMkLst>
        <pc:spChg chg="mod">
          <ac:chgData name="Qais Al Janabi" userId="fbd4b1b3-9e32-4697-becd-2016776106cb" providerId="ADAL" clId="{045B6BAA-C7A7-4356-B3F5-D4D0565E43E1}" dt="2025-12-04T08:49:31.092" v="29" actId="20577"/>
          <ac:spMkLst>
            <pc:docMk/>
            <pc:sldMk cId="2261484955" sldId="264"/>
            <ac:spMk id="2" creationId="{6F66D99D-87BD-4A77-A972-F59A4E69ADF6}"/>
          </ac:spMkLst>
        </pc:spChg>
      </pc:sldChg>
      <pc:sldChg chg="modSp mod">
        <pc:chgData name="Qais Al Janabi" userId="fbd4b1b3-9e32-4697-becd-2016776106cb" providerId="ADAL" clId="{045B6BAA-C7A7-4356-B3F5-D4D0565E43E1}" dt="2025-12-04T08:49:38.774" v="30" actId="20577"/>
        <pc:sldMkLst>
          <pc:docMk/>
          <pc:sldMk cId="2567698351" sldId="265"/>
        </pc:sldMkLst>
        <pc:spChg chg="mod">
          <ac:chgData name="Qais Al Janabi" userId="fbd4b1b3-9e32-4697-becd-2016776106cb" providerId="ADAL" clId="{045B6BAA-C7A7-4356-B3F5-D4D0565E43E1}" dt="2025-12-04T08:49:38.774" v="30" actId="20577"/>
          <ac:spMkLst>
            <pc:docMk/>
            <pc:sldMk cId="2567698351" sldId="265"/>
            <ac:spMk id="2" creationId="{09B880C6-B182-49A9-8905-D746944034EC}"/>
          </ac:spMkLst>
        </pc:spChg>
      </pc:sldChg>
      <pc:sldChg chg="modSp mod">
        <pc:chgData name="Qais Al Janabi" userId="fbd4b1b3-9e32-4697-becd-2016776106cb" providerId="ADAL" clId="{045B6BAA-C7A7-4356-B3F5-D4D0565E43E1}" dt="2025-12-04T08:49:48.598" v="31" actId="6549"/>
        <pc:sldMkLst>
          <pc:docMk/>
          <pc:sldMk cId="1551314034" sldId="266"/>
        </pc:sldMkLst>
        <pc:spChg chg="mod">
          <ac:chgData name="Qais Al Janabi" userId="fbd4b1b3-9e32-4697-becd-2016776106cb" providerId="ADAL" clId="{045B6BAA-C7A7-4356-B3F5-D4D0565E43E1}" dt="2025-12-04T08:49:48.598" v="31" actId="6549"/>
          <ac:spMkLst>
            <pc:docMk/>
            <pc:sldMk cId="1551314034" sldId="266"/>
            <ac:spMk id="2" creationId="{35E5E93D-60EF-4B18-BE7D-1FD4FF2A6072}"/>
          </ac:spMkLst>
        </pc:spChg>
      </pc:sldChg>
      <pc:sldChg chg="modSp mod">
        <pc:chgData name="Qais Al Janabi" userId="fbd4b1b3-9e32-4697-becd-2016776106cb" providerId="ADAL" clId="{045B6BAA-C7A7-4356-B3F5-D4D0565E43E1}" dt="2025-12-04T08:49:53.718" v="32" actId="6549"/>
        <pc:sldMkLst>
          <pc:docMk/>
          <pc:sldMk cId="3989746791" sldId="268"/>
        </pc:sldMkLst>
        <pc:spChg chg="mod">
          <ac:chgData name="Qais Al Janabi" userId="fbd4b1b3-9e32-4697-becd-2016776106cb" providerId="ADAL" clId="{045B6BAA-C7A7-4356-B3F5-D4D0565E43E1}" dt="2025-12-04T08:49:53.718" v="32" actId="6549"/>
          <ac:spMkLst>
            <pc:docMk/>
            <pc:sldMk cId="3989746791" sldId="268"/>
            <ac:spMk id="2" creationId="{E8885299-5B32-4A67-BCE2-A602D421F7A0}"/>
          </ac:spMkLst>
        </pc:spChg>
        <pc:spChg chg="mod">
          <ac:chgData name="Qais Al Janabi" userId="fbd4b1b3-9e32-4697-becd-2016776106cb" providerId="ADAL" clId="{045B6BAA-C7A7-4356-B3F5-D4D0565E43E1}" dt="2025-12-04T08:44:17.996" v="0" actId="20577"/>
          <ac:spMkLst>
            <pc:docMk/>
            <pc:sldMk cId="3989746791" sldId="268"/>
            <ac:spMk id="3" creationId="{1C403C32-31F7-4710-8034-D8A6AF61297B}"/>
          </ac:spMkLst>
        </pc:spChg>
      </pc:sldChg>
      <pc:sldChg chg="modSp mod">
        <pc:chgData name="Qais Al Janabi" userId="fbd4b1b3-9e32-4697-becd-2016776106cb" providerId="ADAL" clId="{045B6BAA-C7A7-4356-B3F5-D4D0565E43E1}" dt="2025-12-04T08:50:01.060" v="33" actId="6549"/>
        <pc:sldMkLst>
          <pc:docMk/>
          <pc:sldMk cId="1849828785" sldId="269"/>
        </pc:sldMkLst>
        <pc:spChg chg="mod">
          <ac:chgData name="Qais Al Janabi" userId="fbd4b1b3-9e32-4697-becd-2016776106cb" providerId="ADAL" clId="{045B6BAA-C7A7-4356-B3F5-D4D0565E43E1}" dt="2025-12-04T08:50:01.060" v="33" actId="6549"/>
          <ac:spMkLst>
            <pc:docMk/>
            <pc:sldMk cId="1849828785" sldId="269"/>
            <ac:spMk id="2" creationId="{46F2819F-BEEA-4B3C-82BF-EC8E54F81829}"/>
          </ac:spMkLst>
        </pc:spChg>
      </pc:sldChg>
      <pc:sldChg chg="modSp mod">
        <pc:chgData name="Qais Al Janabi" userId="fbd4b1b3-9e32-4697-becd-2016776106cb" providerId="ADAL" clId="{045B6BAA-C7A7-4356-B3F5-D4D0565E43E1}" dt="2025-12-04T08:50:04.953" v="34" actId="6549"/>
        <pc:sldMkLst>
          <pc:docMk/>
          <pc:sldMk cId="3115596082" sldId="270"/>
        </pc:sldMkLst>
        <pc:spChg chg="mod">
          <ac:chgData name="Qais Al Janabi" userId="fbd4b1b3-9e32-4697-becd-2016776106cb" providerId="ADAL" clId="{045B6BAA-C7A7-4356-B3F5-D4D0565E43E1}" dt="2025-12-04T08:50:04.953" v="34" actId="6549"/>
          <ac:spMkLst>
            <pc:docMk/>
            <pc:sldMk cId="3115596082" sldId="270"/>
            <ac:spMk id="2" creationId="{07FC02ED-6EC3-4592-9A1B-47B7AC80C2AE}"/>
          </ac:spMkLst>
        </pc:spChg>
      </pc:sldChg>
      <pc:sldChg chg="addSp modSp mod">
        <pc:chgData name="Qais Al Janabi" userId="fbd4b1b3-9e32-4697-becd-2016776106cb" providerId="ADAL" clId="{045B6BAA-C7A7-4356-B3F5-D4D0565E43E1}" dt="2025-12-04T09:03:52.431" v="134" actId="1076"/>
        <pc:sldMkLst>
          <pc:docMk/>
          <pc:sldMk cId="73222661" sldId="271"/>
        </pc:sldMkLst>
        <pc:spChg chg="mod">
          <ac:chgData name="Qais Al Janabi" userId="fbd4b1b3-9e32-4697-becd-2016776106cb" providerId="ADAL" clId="{045B6BAA-C7A7-4356-B3F5-D4D0565E43E1}" dt="2025-12-04T08:50:09.524" v="35" actId="6549"/>
          <ac:spMkLst>
            <pc:docMk/>
            <pc:sldMk cId="73222661" sldId="271"/>
            <ac:spMk id="2" creationId="{82452277-729F-4B8A-B3FD-E138546145F0}"/>
          </ac:spMkLst>
        </pc:spChg>
        <pc:spChg chg="add mod">
          <ac:chgData name="Qais Al Janabi" userId="fbd4b1b3-9e32-4697-becd-2016776106cb" providerId="ADAL" clId="{045B6BAA-C7A7-4356-B3F5-D4D0565E43E1}" dt="2025-12-04T09:03:07.488" v="131" actId="20577"/>
          <ac:spMkLst>
            <pc:docMk/>
            <pc:sldMk cId="73222661" sldId="271"/>
            <ac:spMk id="5" creationId="{9D3DCE15-C8B6-47E6-A1D7-1EEB933109D0}"/>
          </ac:spMkLst>
        </pc:spChg>
        <pc:spChg chg="add mod">
          <ac:chgData name="Qais Al Janabi" userId="fbd4b1b3-9e32-4697-becd-2016776106cb" providerId="ADAL" clId="{045B6BAA-C7A7-4356-B3F5-D4D0565E43E1}" dt="2025-12-04T09:03:52.431" v="134" actId="1076"/>
          <ac:spMkLst>
            <pc:docMk/>
            <pc:sldMk cId="73222661" sldId="271"/>
            <ac:spMk id="7" creationId="{D530BDD0-CEC7-4109-892C-39833A68F35A}"/>
          </ac:spMkLst>
        </pc:spChg>
      </pc:sldChg>
      <pc:sldChg chg="modSp mod">
        <pc:chgData name="Qais Al Janabi" userId="fbd4b1b3-9e32-4697-becd-2016776106cb" providerId="ADAL" clId="{045B6BAA-C7A7-4356-B3F5-D4D0565E43E1}" dt="2025-12-04T08:50:13.395" v="36" actId="6549"/>
        <pc:sldMkLst>
          <pc:docMk/>
          <pc:sldMk cId="2352988283" sldId="272"/>
        </pc:sldMkLst>
        <pc:spChg chg="mod">
          <ac:chgData name="Qais Al Janabi" userId="fbd4b1b3-9e32-4697-becd-2016776106cb" providerId="ADAL" clId="{045B6BAA-C7A7-4356-B3F5-D4D0565E43E1}" dt="2025-12-04T08:50:13.395" v="36" actId="6549"/>
          <ac:spMkLst>
            <pc:docMk/>
            <pc:sldMk cId="2352988283" sldId="272"/>
            <ac:spMk id="2" creationId="{26A98717-101E-42EB-99F6-95F733BB0167}"/>
          </ac:spMkLst>
        </pc:spChg>
      </pc:sldChg>
      <pc:sldChg chg="modSp mod">
        <pc:chgData name="Qais Al Janabi" userId="fbd4b1b3-9e32-4697-becd-2016776106cb" providerId="ADAL" clId="{045B6BAA-C7A7-4356-B3F5-D4D0565E43E1}" dt="2025-12-04T08:50:15.797" v="37" actId="6549"/>
        <pc:sldMkLst>
          <pc:docMk/>
          <pc:sldMk cId="7768060" sldId="273"/>
        </pc:sldMkLst>
        <pc:spChg chg="mod">
          <ac:chgData name="Qais Al Janabi" userId="fbd4b1b3-9e32-4697-becd-2016776106cb" providerId="ADAL" clId="{045B6BAA-C7A7-4356-B3F5-D4D0565E43E1}" dt="2025-12-04T08:50:15.797" v="37" actId="6549"/>
          <ac:spMkLst>
            <pc:docMk/>
            <pc:sldMk cId="7768060" sldId="273"/>
            <ac:spMk id="2" creationId="{76AD614E-CA95-4126-90E0-60F4AE5ACAE5}"/>
          </ac:spMkLst>
        </pc:spChg>
      </pc:sldChg>
      <pc:sldChg chg="modSp mod">
        <pc:chgData name="Qais Al Janabi" userId="fbd4b1b3-9e32-4697-becd-2016776106cb" providerId="ADAL" clId="{045B6BAA-C7A7-4356-B3F5-D4D0565E43E1}" dt="2025-12-04T08:50:18.198" v="38" actId="6549"/>
        <pc:sldMkLst>
          <pc:docMk/>
          <pc:sldMk cId="3431059152" sldId="274"/>
        </pc:sldMkLst>
        <pc:spChg chg="mod">
          <ac:chgData name="Qais Al Janabi" userId="fbd4b1b3-9e32-4697-becd-2016776106cb" providerId="ADAL" clId="{045B6BAA-C7A7-4356-B3F5-D4D0565E43E1}" dt="2025-12-04T08:50:18.198" v="38" actId="6549"/>
          <ac:spMkLst>
            <pc:docMk/>
            <pc:sldMk cId="3431059152" sldId="274"/>
            <ac:spMk id="2" creationId="{62DC2537-1BE5-4F94-B6B1-F1A231F14888}"/>
          </ac:spMkLst>
        </pc:spChg>
      </pc:sldChg>
      <pc:sldChg chg="addSp delSp modSp mod">
        <pc:chgData name="Qais Al Janabi" userId="fbd4b1b3-9e32-4697-becd-2016776106cb" providerId="ADAL" clId="{045B6BAA-C7A7-4356-B3F5-D4D0565E43E1}" dt="2025-12-04T08:53:58.003" v="59" actId="1076"/>
        <pc:sldMkLst>
          <pc:docMk/>
          <pc:sldMk cId="979304584" sldId="275"/>
        </pc:sldMkLst>
        <pc:spChg chg="mod">
          <ac:chgData name="Qais Al Janabi" userId="fbd4b1b3-9e32-4697-becd-2016776106cb" providerId="ADAL" clId="{045B6BAA-C7A7-4356-B3F5-D4D0565E43E1}" dt="2025-12-04T08:50:20.772" v="39" actId="6549"/>
          <ac:spMkLst>
            <pc:docMk/>
            <pc:sldMk cId="979304584" sldId="275"/>
            <ac:spMk id="2" creationId="{C16BADA2-B553-400F-AE78-27D5D28CEFD2}"/>
          </ac:spMkLst>
        </pc:spChg>
        <pc:spChg chg="add mod">
          <ac:chgData name="Qais Al Janabi" userId="fbd4b1b3-9e32-4697-becd-2016776106cb" providerId="ADAL" clId="{045B6BAA-C7A7-4356-B3F5-D4D0565E43E1}" dt="2025-12-04T08:51:49.373" v="42" actId="1076"/>
          <ac:spMkLst>
            <pc:docMk/>
            <pc:sldMk cId="979304584" sldId="275"/>
            <ac:spMk id="5" creationId="{6CF1F9F3-10A2-4154-8012-9684E21E3962}"/>
          </ac:spMkLst>
        </pc:spChg>
        <pc:spChg chg="add mod">
          <ac:chgData name="Qais Al Janabi" userId="fbd4b1b3-9e32-4697-becd-2016776106cb" providerId="ADAL" clId="{045B6BAA-C7A7-4356-B3F5-D4D0565E43E1}" dt="2025-12-04T08:53:58.003" v="59" actId="1076"/>
          <ac:spMkLst>
            <pc:docMk/>
            <pc:sldMk cId="979304584" sldId="275"/>
            <ac:spMk id="7" creationId="{C9A0AF09-1ED5-4DF6-8E48-8D5E329DB572}"/>
          </ac:spMkLst>
        </pc:spChg>
        <pc:spChg chg="add del">
          <ac:chgData name="Qais Al Janabi" userId="fbd4b1b3-9e32-4697-becd-2016776106cb" providerId="ADAL" clId="{045B6BAA-C7A7-4356-B3F5-D4D0565E43E1}" dt="2025-12-04T08:53:04.915" v="54" actId="478"/>
          <ac:spMkLst>
            <pc:docMk/>
            <pc:sldMk cId="979304584" sldId="275"/>
            <ac:spMk id="9" creationId="{39AE3080-48DF-49E8-A1CE-7C313392229B}"/>
          </ac:spMkLst>
        </pc:spChg>
        <pc:spChg chg="add del mod">
          <ac:chgData name="Qais Al Janabi" userId="fbd4b1b3-9e32-4697-becd-2016776106cb" providerId="ADAL" clId="{045B6BAA-C7A7-4356-B3F5-D4D0565E43E1}" dt="2025-12-04T08:53:03.041" v="53" actId="478"/>
          <ac:spMkLst>
            <pc:docMk/>
            <pc:sldMk cId="979304584" sldId="275"/>
            <ac:spMk id="11" creationId="{511D6AFB-0E98-4F03-94B5-563AAE3B16D0}"/>
          </ac:spMkLst>
        </pc:spChg>
        <pc:spChg chg="add del mod">
          <ac:chgData name="Qais Al Janabi" userId="fbd4b1b3-9e32-4697-becd-2016776106cb" providerId="ADAL" clId="{045B6BAA-C7A7-4356-B3F5-D4D0565E43E1}" dt="2025-12-04T08:53:26.882" v="57" actId="478"/>
          <ac:spMkLst>
            <pc:docMk/>
            <pc:sldMk cId="979304584" sldId="275"/>
            <ac:spMk id="13" creationId="{6AC8FD2D-764A-4B0C-88E6-C1FDA331CD80}"/>
          </ac:spMkLst>
        </pc:spChg>
      </pc:sldChg>
      <pc:sldChg chg="modSp mod">
        <pc:chgData name="Qais Al Janabi" userId="fbd4b1b3-9e32-4697-becd-2016776106cb" providerId="ADAL" clId="{045B6BAA-C7A7-4356-B3F5-D4D0565E43E1}" dt="2025-12-04T08:50:25.766" v="40" actId="6549"/>
        <pc:sldMkLst>
          <pc:docMk/>
          <pc:sldMk cId="2409297356" sldId="276"/>
        </pc:sldMkLst>
        <pc:spChg chg="mod">
          <ac:chgData name="Qais Al Janabi" userId="fbd4b1b3-9e32-4697-becd-2016776106cb" providerId="ADAL" clId="{045B6BAA-C7A7-4356-B3F5-D4D0565E43E1}" dt="2025-12-04T08:50:25.766" v="40" actId="6549"/>
          <ac:spMkLst>
            <pc:docMk/>
            <pc:sldMk cId="2409297356" sldId="276"/>
            <ac:spMk id="2" creationId="{02DF21ED-9E2D-492B-B4A0-87F9F9B1195B}"/>
          </ac:spMkLst>
        </pc:spChg>
      </pc:sldChg>
      <pc:sldChg chg="modSp mod">
        <pc:chgData name="Qais Al Janabi" userId="fbd4b1b3-9e32-4697-becd-2016776106cb" providerId="ADAL" clId="{045B6BAA-C7A7-4356-B3F5-D4D0565E43E1}" dt="2025-12-04T08:54:05.794" v="61" actId="20577"/>
        <pc:sldMkLst>
          <pc:docMk/>
          <pc:sldMk cId="588685706" sldId="278"/>
        </pc:sldMkLst>
        <pc:spChg chg="mod">
          <ac:chgData name="Qais Al Janabi" userId="fbd4b1b3-9e32-4697-becd-2016776106cb" providerId="ADAL" clId="{045B6BAA-C7A7-4356-B3F5-D4D0565E43E1}" dt="2025-12-04T08:54:03.874" v="60" actId="6549"/>
          <ac:spMkLst>
            <pc:docMk/>
            <pc:sldMk cId="588685706" sldId="278"/>
            <ac:spMk id="2" creationId="{806CA5EB-B8A9-453E-9062-28DE27FD77BC}"/>
          </ac:spMkLst>
        </pc:spChg>
        <pc:spChg chg="mod">
          <ac:chgData name="Qais Al Janabi" userId="fbd4b1b3-9e32-4697-becd-2016776106cb" providerId="ADAL" clId="{045B6BAA-C7A7-4356-B3F5-D4D0565E43E1}" dt="2025-12-04T08:54:05.794" v="61" actId="20577"/>
          <ac:spMkLst>
            <pc:docMk/>
            <pc:sldMk cId="588685706" sldId="278"/>
            <ac:spMk id="3" creationId="{A4B92835-77C6-4CEE-B31C-02E4C5B7BAB1}"/>
          </ac:spMkLst>
        </pc:spChg>
      </pc:sldChg>
      <pc:sldChg chg="modSp mod">
        <pc:chgData name="Qais Al Janabi" userId="fbd4b1b3-9e32-4697-becd-2016776106cb" providerId="ADAL" clId="{045B6BAA-C7A7-4356-B3F5-D4D0565E43E1}" dt="2025-12-04T08:54:17.616" v="66" actId="27636"/>
        <pc:sldMkLst>
          <pc:docMk/>
          <pc:sldMk cId="497756780" sldId="279"/>
        </pc:sldMkLst>
        <pc:spChg chg="mod">
          <ac:chgData name="Qais Al Janabi" userId="fbd4b1b3-9e32-4697-becd-2016776106cb" providerId="ADAL" clId="{045B6BAA-C7A7-4356-B3F5-D4D0565E43E1}" dt="2025-12-04T08:54:10.147" v="62" actId="6549"/>
          <ac:spMkLst>
            <pc:docMk/>
            <pc:sldMk cId="497756780" sldId="279"/>
            <ac:spMk id="2" creationId="{494EDAA7-2C04-4AE0-8B79-2D6A2C750CCD}"/>
          </ac:spMkLst>
        </pc:spChg>
        <pc:spChg chg="mod">
          <ac:chgData name="Qais Al Janabi" userId="fbd4b1b3-9e32-4697-becd-2016776106cb" providerId="ADAL" clId="{045B6BAA-C7A7-4356-B3F5-D4D0565E43E1}" dt="2025-12-04T08:54:17.616" v="66" actId="27636"/>
          <ac:spMkLst>
            <pc:docMk/>
            <pc:sldMk cId="497756780" sldId="279"/>
            <ac:spMk id="3" creationId="{D9492944-29DC-4A81-8756-5022FAAA1469}"/>
          </ac:spMkLst>
        </pc:spChg>
      </pc:sldChg>
      <pc:sldChg chg="modSp mod">
        <pc:chgData name="Qais Al Janabi" userId="fbd4b1b3-9e32-4697-becd-2016776106cb" providerId="ADAL" clId="{045B6BAA-C7A7-4356-B3F5-D4D0565E43E1}" dt="2025-12-04T08:54:21.268" v="67" actId="6549"/>
        <pc:sldMkLst>
          <pc:docMk/>
          <pc:sldMk cId="122204609" sldId="280"/>
        </pc:sldMkLst>
        <pc:spChg chg="mod">
          <ac:chgData name="Qais Al Janabi" userId="fbd4b1b3-9e32-4697-becd-2016776106cb" providerId="ADAL" clId="{045B6BAA-C7A7-4356-B3F5-D4D0565E43E1}" dt="2025-12-04T08:54:21.268" v="67" actId="6549"/>
          <ac:spMkLst>
            <pc:docMk/>
            <pc:sldMk cId="122204609" sldId="280"/>
            <ac:spMk id="2" creationId="{CE32A870-6B24-4E4C-88AC-B818C0D9785C}"/>
          </ac:spMkLst>
        </pc:spChg>
      </pc:sldChg>
      <pc:sldChg chg="modSp mod">
        <pc:chgData name="Qais Al Janabi" userId="fbd4b1b3-9e32-4697-becd-2016776106cb" providerId="ADAL" clId="{045B6BAA-C7A7-4356-B3F5-D4D0565E43E1}" dt="2025-12-04T08:54:28.308" v="68" actId="6549"/>
        <pc:sldMkLst>
          <pc:docMk/>
          <pc:sldMk cId="3744216822" sldId="281"/>
        </pc:sldMkLst>
        <pc:spChg chg="mod">
          <ac:chgData name="Qais Al Janabi" userId="fbd4b1b3-9e32-4697-becd-2016776106cb" providerId="ADAL" clId="{045B6BAA-C7A7-4356-B3F5-D4D0565E43E1}" dt="2025-12-04T08:54:28.308" v="68" actId="6549"/>
          <ac:spMkLst>
            <pc:docMk/>
            <pc:sldMk cId="3744216822" sldId="281"/>
            <ac:spMk id="2" creationId="{FA8AEED1-08B1-4BF4-8FB5-771EFD614694}"/>
          </ac:spMkLst>
        </pc:spChg>
      </pc:sldChg>
      <pc:sldChg chg="modSp mod">
        <pc:chgData name="Qais Al Janabi" userId="fbd4b1b3-9e32-4697-becd-2016776106cb" providerId="ADAL" clId="{045B6BAA-C7A7-4356-B3F5-D4D0565E43E1}" dt="2025-12-04T08:54:31.268" v="69" actId="6549"/>
        <pc:sldMkLst>
          <pc:docMk/>
          <pc:sldMk cId="839647280" sldId="282"/>
        </pc:sldMkLst>
        <pc:spChg chg="mod">
          <ac:chgData name="Qais Al Janabi" userId="fbd4b1b3-9e32-4697-becd-2016776106cb" providerId="ADAL" clId="{045B6BAA-C7A7-4356-B3F5-D4D0565E43E1}" dt="2025-12-04T08:54:31.268" v="69" actId="6549"/>
          <ac:spMkLst>
            <pc:docMk/>
            <pc:sldMk cId="839647280" sldId="282"/>
            <ac:spMk id="2" creationId="{B9926BA9-F4BF-4907-8FD2-F04A7D220335}"/>
          </ac:spMkLst>
        </pc:spChg>
      </pc:sldChg>
      <pc:sldChg chg="modSp mod">
        <pc:chgData name="Qais Al Janabi" userId="fbd4b1b3-9e32-4697-becd-2016776106cb" providerId="ADAL" clId="{045B6BAA-C7A7-4356-B3F5-D4D0565E43E1}" dt="2025-12-04T08:54:34.644" v="70" actId="6549"/>
        <pc:sldMkLst>
          <pc:docMk/>
          <pc:sldMk cId="2146680420" sldId="283"/>
        </pc:sldMkLst>
        <pc:spChg chg="mod">
          <ac:chgData name="Qais Al Janabi" userId="fbd4b1b3-9e32-4697-becd-2016776106cb" providerId="ADAL" clId="{045B6BAA-C7A7-4356-B3F5-D4D0565E43E1}" dt="2025-12-04T08:54:34.644" v="70" actId="6549"/>
          <ac:spMkLst>
            <pc:docMk/>
            <pc:sldMk cId="2146680420" sldId="283"/>
            <ac:spMk id="2" creationId="{84F41D81-FBC0-4887-A07F-AB139727CB1A}"/>
          </ac:spMkLst>
        </pc:spChg>
      </pc:sldChg>
      <pc:sldChg chg="modSp mod">
        <pc:chgData name="Qais Al Janabi" userId="fbd4b1b3-9e32-4697-becd-2016776106cb" providerId="ADAL" clId="{045B6BAA-C7A7-4356-B3F5-D4D0565E43E1}" dt="2025-12-04T08:54:38.275" v="72" actId="20577"/>
        <pc:sldMkLst>
          <pc:docMk/>
          <pc:sldMk cId="1772501814" sldId="284"/>
        </pc:sldMkLst>
        <pc:spChg chg="mod">
          <ac:chgData name="Qais Al Janabi" userId="fbd4b1b3-9e32-4697-becd-2016776106cb" providerId="ADAL" clId="{045B6BAA-C7A7-4356-B3F5-D4D0565E43E1}" dt="2025-12-04T08:54:38.275" v="72" actId="20577"/>
          <ac:spMkLst>
            <pc:docMk/>
            <pc:sldMk cId="1772501814" sldId="284"/>
            <ac:spMk id="2" creationId="{73C4307E-2E57-486F-929F-508F6D4B673E}"/>
          </ac:spMkLst>
        </pc:spChg>
      </pc:sldChg>
      <pc:sldChg chg="modSp mod">
        <pc:chgData name="Qais Al Janabi" userId="fbd4b1b3-9e32-4697-becd-2016776106cb" providerId="ADAL" clId="{045B6BAA-C7A7-4356-B3F5-D4D0565E43E1}" dt="2025-12-04T08:54:41.028" v="73" actId="6549"/>
        <pc:sldMkLst>
          <pc:docMk/>
          <pc:sldMk cId="884047775" sldId="285"/>
        </pc:sldMkLst>
        <pc:spChg chg="mod">
          <ac:chgData name="Qais Al Janabi" userId="fbd4b1b3-9e32-4697-becd-2016776106cb" providerId="ADAL" clId="{045B6BAA-C7A7-4356-B3F5-D4D0565E43E1}" dt="2025-12-04T08:54:41.028" v="73" actId="6549"/>
          <ac:spMkLst>
            <pc:docMk/>
            <pc:sldMk cId="884047775" sldId="285"/>
            <ac:spMk id="2" creationId="{4752953D-0E40-4170-B787-9D37EAE2DDF2}"/>
          </ac:spMkLst>
        </pc:spChg>
      </pc:sldChg>
      <pc:sldChg chg="addSp modSp mod">
        <pc:chgData name="Qais Al Janabi" userId="fbd4b1b3-9e32-4697-becd-2016776106cb" providerId="ADAL" clId="{045B6BAA-C7A7-4356-B3F5-D4D0565E43E1}" dt="2025-12-04T09:02:09.215" v="127" actId="1037"/>
        <pc:sldMkLst>
          <pc:docMk/>
          <pc:sldMk cId="1367502910" sldId="286"/>
        </pc:sldMkLst>
        <pc:spChg chg="mod">
          <ac:chgData name="Qais Al Janabi" userId="fbd4b1b3-9e32-4697-becd-2016776106cb" providerId="ADAL" clId="{045B6BAA-C7A7-4356-B3F5-D4D0565E43E1}" dt="2025-12-04T08:54:43.988" v="74" actId="6549"/>
          <ac:spMkLst>
            <pc:docMk/>
            <pc:sldMk cId="1367502910" sldId="286"/>
            <ac:spMk id="2" creationId="{D276EA65-31C8-49E4-81C9-640755579CE7}"/>
          </ac:spMkLst>
        </pc:spChg>
        <pc:spChg chg="mod">
          <ac:chgData name="Qais Al Janabi" userId="fbd4b1b3-9e32-4697-becd-2016776106cb" providerId="ADAL" clId="{045B6BAA-C7A7-4356-B3F5-D4D0565E43E1}" dt="2025-12-04T09:01:42.247" v="122" actId="404"/>
          <ac:spMkLst>
            <pc:docMk/>
            <pc:sldMk cId="1367502910" sldId="286"/>
            <ac:spMk id="3" creationId="{7195483B-E8AF-49E1-8742-8DF41213CADB}"/>
          </ac:spMkLst>
        </pc:spChg>
        <pc:spChg chg="add ord">
          <ac:chgData name="Qais Al Janabi" userId="fbd4b1b3-9e32-4697-becd-2016776106cb" providerId="ADAL" clId="{045B6BAA-C7A7-4356-B3F5-D4D0565E43E1}" dt="2025-12-04T09:02:02.926" v="124" actId="167"/>
          <ac:spMkLst>
            <pc:docMk/>
            <pc:sldMk cId="1367502910" sldId="286"/>
            <ac:spMk id="5" creationId="{48F536B8-C5BF-41BA-846B-24DA062D6188}"/>
          </ac:spMkLst>
        </pc:spChg>
        <pc:picChg chg="add mod modCrop">
          <ac:chgData name="Qais Al Janabi" userId="fbd4b1b3-9e32-4697-becd-2016776106cb" providerId="ADAL" clId="{045B6BAA-C7A7-4356-B3F5-D4D0565E43E1}" dt="2025-12-04T09:02:09.215" v="127" actId="1037"/>
          <ac:picMkLst>
            <pc:docMk/>
            <pc:sldMk cId="1367502910" sldId="286"/>
            <ac:picMk id="4" creationId="{CB5DB3B5-193C-4B3B-8A28-3836587F56F9}"/>
          </ac:picMkLst>
        </pc:picChg>
      </pc:sldChg>
      <pc:sldChg chg="modSp mod">
        <pc:chgData name="Qais Al Janabi" userId="fbd4b1b3-9e32-4697-becd-2016776106cb" providerId="ADAL" clId="{045B6BAA-C7A7-4356-B3F5-D4D0565E43E1}" dt="2025-12-04T08:54:47.892" v="75" actId="6549"/>
        <pc:sldMkLst>
          <pc:docMk/>
          <pc:sldMk cId="1122836986" sldId="288"/>
        </pc:sldMkLst>
        <pc:spChg chg="mod">
          <ac:chgData name="Qais Al Janabi" userId="fbd4b1b3-9e32-4697-becd-2016776106cb" providerId="ADAL" clId="{045B6BAA-C7A7-4356-B3F5-D4D0565E43E1}" dt="2025-12-04T08:54:47.892" v="75" actId="6549"/>
          <ac:spMkLst>
            <pc:docMk/>
            <pc:sldMk cId="1122836986" sldId="288"/>
            <ac:spMk id="2" creationId="{90E1AB3D-D143-4420-B71A-9451C7FA0F78}"/>
          </ac:spMkLst>
        </pc:spChg>
      </pc:sldChg>
      <pc:sldChg chg="modSp mod">
        <pc:chgData name="Qais Al Janabi" userId="fbd4b1b3-9e32-4697-becd-2016776106cb" providerId="ADAL" clId="{045B6BAA-C7A7-4356-B3F5-D4D0565E43E1}" dt="2025-12-04T08:54:59.482" v="79" actId="404"/>
        <pc:sldMkLst>
          <pc:docMk/>
          <pc:sldMk cId="416314567" sldId="289"/>
        </pc:sldMkLst>
        <pc:spChg chg="mod">
          <ac:chgData name="Qais Al Janabi" userId="fbd4b1b3-9e32-4697-becd-2016776106cb" providerId="ADAL" clId="{045B6BAA-C7A7-4356-B3F5-D4D0565E43E1}" dt="2025-12-04T08:54:51.269" v="76" actId="6549"/>
          <ac:spMkLst>
            <pc:docMk/>
            <pc:sldMk cId="416314567" sldId="289"/>
            <ac:spMk id="2" creationId="{F4CF025F-75E9-4EC2-8FAC-E14BAB216C76}"/>
          </ac:spMkLst>
        </pc:spChg>
        <pc:spChg chg="mod">
          <ac:chgData name="Qais Al Janabi" userId="fbd4b1b3-9e32-4697-becd-2016776106cb" providerId="ADAL" clId="{045B6BAA-C7A7-4356-B3F5-D4D0565E43E1}" dt="2025-12-04T08:54:59.482" v="79" actId="404"/>
          <ac:spMkLst>
            <pc:docMk/>
            <pc:sldMk cId="416314567" sldId="289"/>
            <ac:spMk id="3" creationId="{2AEF8A91-B0C4-4CF7-AD54-2D5A6F6DD6A5}"/>
          </ac:spMkLst>
        </pc:spChg>
      </pc:sldChg>
      <pc:sldChg chg="modSp mod">
        <pc:chgData name="Qais Al Janabi" userId="fbd4b1b3-9e32-4697-becd-2016776106cb" providerId="ADAL" clId="{045B6BAA-C7A7-4356-B3F5-D4D0565E43E1}" dt="2025-12-04T08:55:03.252" v="80" actId="6549"/>
        <pc:sldMkLst>
          <pc:docMk/>
          <pc:sldMk cId="669212373" sldId="290"/>
        </pc:sldMkLst>
        <pc:spChg chg="mod">
          <ac:chgData name="Qais Al Janabi" userId="fbd4b1b3-9e32-4697-becd-2016776106cb" providerId="ADAL" clId="{045B6BAA-C7A7-4356-B3F5-D4D0565E43E1}" dt="2025-12-04T08:55:03.252" v="80" actId="6549"/>
          <ac:spMkLst>
            <pc:docMk/>
            <pc:sldMk cId="669212373" sldId="290"/>
            <ac:spMk id="2" creationId="{7E8A3634-539C-4092-A61D-02489E825959}"/>
          </ac:spMkLst>
        </pc:spChg>
      </pc:sldChg>
      <pc:sldChg chg="modSp mod">
        <pc:chgData name="Qais Al Janabi" userId="fbd4b1b3-9e32-4697-becd-2016776106cb" providerId="ADAL" clId="{045B6BAA-C7A7-4356-B3F5-D4D0565E43E1}" dt="2025-12-04T08:55:06.323" v="81" actId="6549"/>
        <pc:sldMkLst>
          <pc:docMk/>
          <pc:sldMk cId="1329847831" sldId="291"/>
        </pc:sldMkLst>
        <pc:spChg chg="mod">
          <ac:chgData name="Qais Al Janabi" userId="fbd4b1b3-9e32-4697-becd-2016776106cb" providerId="ADAL" clId="{045B6BAA-C7A7-4356-B3F5-D4D0565E43E1}" dt="2025-12-04T08:55:06.323" v="81" actId="6549"/>
          <ac:spMkLst>
            <pc:docMk/>
            <pc:sldMk cId="1329847831" sldId="291"/>
            <ac:spMk id="2" creationId="{374C76C2-EE9F-44CC-9339-874AF24DD4FA}"/>
          </ac:spMkLst>
        </pc:spChg>
      </pc:sldChg>
      <pc:sldChg chg="addSp modSp mod">
        <pc:chgData name="Qais Al Janabi" userId="fbd4b1b3-9e32-4697-becd-2016776106cb" providerId="ADAL" clId="{045B6BAA-C7A7-4356-B3F5-D4D0565E43E1}" dt="2025-12-04T09:00:13.905" v="114" actId="20577"/>
        <pc:sldMkLst>
          <pc:docMk/>
          <pc:sldMk cId="3995421498" sldId="292"/>
        </pc:sldMkLst>
        <pc:spChg chg="mod">
          <ac:chgData name="Qais Al Janabi" userId="fbd4b1b3-9e32-4697-becd-2016776106cb" providerId="ADAL" clId="{045B6BAA-C7A7-4356-B3F5-D4D0565E43E1}" dt="2025-12-04T08:55:12.275" v="83" actId="20577"/>
          <ac:spMkLst>
            <pc:docMk/>
            <pc:sldMk cId="3995421498" sldId="292"/>
            <ac:spMk id="2" creationId="{8C48F13D-AE32-4CEC-8895-677356B97AAD}"/>
          </ac:spMkLst>
        </pc:spChg>
        <pc:spChg chg="add mod">
          <ac:chgData name="Qais Al Janabi" userId="fbd4b1b3-9e32-4697-becd-2016776106cb" providerId="ADAL" clId="{045B6BAA-C7A7-4356-B3F5-D4D0565E43E1}" dt="2025-12-04T08:59:12.441" v="110" actId="1076"/>
          <ac:spMkLst>
            <pc:docMk/>
            <pc:sldMk cId="3995421498" sldId="292"/>
            <ac:spMk id="5" creationId="{836DBC82-AF51-4388-91A2-7C26E2EA8A56}"/>
          </ac:spMkLst>
        </pc:spChg>
        <pc:spChg chg="add mod">
          <ac:chgData name="Qais Al Janabi" userId="fbd4b1b3-9e32-4697-becd-2016776106cb" providerId="ADAL" clId="{045B6BAA-C7A7-4356-B3F5-D4D0565E43E1}" dt="2025-12-04T09:00:13.905" v="114" actId="20577"/>
          <ac:spMkLst>
            <pc:docMk/>
            <pc:sldMk cId="3995421498" sldId="292"/>
            <ac:spMk id="7" creationId="{0A497258-8CAA-4D24-A710-C3506E5101B0}"/>
          </ac:spMkLst>
        </pc:spChg>
      </pc:sldChg>
      <pc:sldChg chg="modSp mod">
        <pc:chgData name="Qais Al Janabi" userId="fbd4b1b3-9e32-4697-becd-2016776106cb" providerId="ADAL" clId="{045B6BAA-C7A7-4356-B3F5-D4D0565E43E1}" dt="2025-12-04T08:55:16.227" v="84" actId="6549"/>
        <pc:sldMkLst>
          <pc:docMk/>
          <pc:sldMk cId="3876508815" sldId="293"/>
        </pc:sldMkLst>
        <pc:spChg chg="mod">
          <ac:chgData name="Qais Al Janabi" userId="fbd4b1b3-9e32-4697-becd-2016776106cb" providerId="ADAL" clId="{045B6BAA-C7A7-4356-B3F5-D4D0565E43E1}" dt="2025-12-04T08:55:16.227" v="84" actId="6549"/>
          <ac:spMkLst>
            <pc:docMk/>
            <pc:sldMk cId="3876508815" sldId="293"/>
            <ac:spMk id="2" creationId="{8F7EB427-6361-469B-BE04-78BE4E293C5A}"/>
          </ac:spMkLst>
        </pc:spChg>
      </pc:sldChg>
      <pc:sldChg chg="modSp mod">
        <pc:chgData name="Qais Al Janabi" userId="fbd4b1b3-9e32-4697-becd-2016776106cb" providerId="ADAL" clId="{045B6BAA-C7A7-4356-B3F5-D4D0565E43E1}" dt="2025-12-04T08:55:22.305" v="87" actId="27636"/>
        <pc:sldMkLst>
          <pc:docMk/>
          <pc:sldMk cId="2369043823" sldId="294"/>
        </pc:sldMkLst>
        <pc:spChg chg="mod">
          <ac:chgData name="Qais Al Janabi" userId="fbd4b1b3-9e32-4697-becd-2016776106cb" providerId="ADAL" clId="{045B6BAA-C7A7-4356-B3F5-D4D0565E43E1}" dt="2025-12-04T08:55:19.139" v="85" actId="6549"/>
          <ac:spMkLst>
            <pc:docMk/>
            <pc:sldMk cId="2369043823" sldId="294"/>
            <ac:spMk id="2" creationId="{E7846C8A-B6BC-46F5-92A1-C5B00892FDBE}"/>
          </ac:spMkLst>
        </pc:spChg>
        <pc:spChg chg="mod">
          <ac:chgData name="Qais Al Janabi" userId="fbd4b1b3-9e32-4697-becd-2016776106cb" providerId="ADAL" clId="{045B6BAA-C7A7-4356-B3F5-D4D0565E43E1}" dt="2025-12-04T08:55:22.305" v="87" actId="27636"/>
          <ac:spMkLst>
            <pc:docMk/>
            <pc:sldMk cId="2369043823" sldId="294"/>
            <ac:spMk id="3" creationId="{48764D05-944F-4C61-971D-A1B8183E8A22}"/>
          </ac:spMkLst>
        </pc:spChg>
      </pc:sldChg>
      <pc:sldChg chg="addSp modSp mod">
        <pc:chgData name="Qais Al Janabi" userId="fbd4b1b3-9e32-4697-becd-2016776106cb" providerId="ADAL" clId="{045B6BAA-C7A7-4356-B3F5-D4D0565E43E1}" dt="2025-12-04T08:57:58.105" v="104" actId="14100"/>
        <pc:sldMkLst>
          <pc:docMk/>
          <pc:sldMk cId="2144359651" sldId="295"/>
        </pc:sldMkLst>
        <pc:spChg chg="mod">
          <ac:chgData name="Qais Al Janabi" userId="fbd4b1b3-9e32-4697-becd-2016776106cb" providerId="ADAL" clId="{045B6BAA-C7A7-4356-B3F5-D4D0565E43E1}" dt="2025-12-04T08:57:58.105" v="104" actId="14100"/>
          <ac:spMkLst>
            <pc:docMk/>
            <pc:sldMk cId="2144359651" sldId="295"/>
            <ac:spMk id="2" creationId="{65667BF9-4150-4E60-9A64-31FB60533BBD}"/>
          </ac:spMkLst>
        </pc:spChg>
        <pc:spChg chg="mod">
          <ac:chgData name="Qais Al Janabi" userId="fbd4b1b3-9e32-4697-becd-2016776106cb" providerId="ADAL" clId="{045B6BAA-C7A7-4356-B3F5-D4D0565E43E1}" dt="2025-12-04T08:57:54.175" v="103" actId="27636"/>
          <ac:spMkLst>
            <pc:docMk/>
            <pc:sldMk cId="2144359651" sldId="295"/>
            <ac:spMk id="3" creationId="{56C1A28B-52D1-4CA6-8D9B-BB57023FEB0E}"/>
          </ac:spMkLst>
        </pc:spChg>
        <pc:picChg chg="add mod modCrop">
          <ac:chgData name="Qais Al Janabi" userId="fbd4b1b3-9e32-4697-becd-2016776106cb" providerId="ADAL" clId="{045B6BAA-C7A7-4356-B3F5-D4D0565E43E1}" dt="2025-12-04T08:57:51.001" v="101" actId="1076"/>
          <ac:picMkLst>
            <pc:docMk/>
            <pc:sldMk cId="2144359651" sldId="295"/>
            <ac:picMk id="4" creationId="{BC44D2A2-3A25-4BFB-AB92-895E25F9EA44}"/>
          </ac:picMkLst>
        </pc:picChg>
      </pc:sldChg>
      <pc:sldChg chg="modSp mod">
        <pc:chgData name="Qais Al Janabi" userId="fbd4b1b3-9e32-4697-becd-2016776106cb" providerId="ADAL" clId="{045B6BAA-C7A7-4356-B3F5-D4D0565E43E1}" dt="2025-12-04T08:55:31.988" v="90" actId="6549"/>
        <pc:sldMkLst>
          <pc:docMk/>
          <pc:sldMk cId="2822984171" sldId="296"/>
        </pc:sldMkLst>
        <pc:spChg chg="mod">
          <ac:chgData name="Qais Al Janabi" userId="fbd4b1b3-9e32-4697-becd-2016776106cb" providerId="ADAL" clId="{045B6BAA-C7A7-4356-B3F5-D4D0565E43E1}" dt="2025-12-04T08:55:31.988" v="90" actId="6549"/>
          <ac:spMkLst>
            <pc:docMk/>
            <pc:sldMk cId="2822984171" sldId="296"/>
            <ac:spMk id="2" creationId="{86B1FCE1-03E7-4CFE-B194-D797ABC661BE}"/>
          </ac:spMkLst>
        </pc:spChg>
      </pc:sldChg>
    </pc:docChg>
  </pc:docChgLst>
</pc:chgInfo>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6B7766-3367-E7D6-00EF-A53508A3A12A}"/>
              </a:ext>
            </a:extLst>
          </p:cNvPr>
          <p:cNvSpPr>
            <a:spLocks noGrp="1"/>
          </p:cNvSpPr>
          <p:nvPr>
            <p:ph type="ctrTitle"/>
          </p:nvPr>
        </p:nvSpPr>
        <p:spPr>
          <a:xfrm>
            <a:off x="3943350" y="2609849"/>
            <a:ext cx="7639050" cy="1790701"/>
          </a:xfrm>
          <a:ln>
            <a:noFill/>
          </a:ln>
        </p:spPr>
        <p:txBody>
          <a:bodyPr anchor="b">
            <a:normAutofit/>
          </a:bodyPr>
          <a:lstStyle>
            <a:lvl1pPr algn="ctr">
              <a:defRPr sz="4000">
                <a:solidFill>
                  <a:schemeClr val="bg1"/>
                </a:solidFill>
                <a:latin typeface="DIN Next LT Arabic" panose="020B0503020203050203" pitchFamily="34" charset="-78"/>
                <a:cs typeface="DIN Next LT Arabic" panose="020B0503020203050203" pitchFamily="34" charset="-78"/>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id="{367FF1BC-220C-D827-CD59-950320E5C2E8}"/>
              </a:ext>
            </a:extLst>
          </p:cNvPr>
          <p:cNvSpPr>
            <a:spLocks noGrp="1"/>
          </p:cNvSpPr>
          <p:nvPr>
            <p:ph type="subTitle" idx="1"/>
          </p:nvPr>
        </p:nvSpPr>
        <p:spPr>
          <a:xfrm>
            <a:off x="3943350" y="4514849"/>
            <a:ext cx="7639050" cy="865187"/>
          </a:xfrm>
        </p:spPr>
        <p:txBody>
          <a:bodyPr/>
          <a:lstStyle>
            <a:lvl1pPr marL="0" indent="0" algn="ctr">
              <a:buNone/>
              <a:defRPr sz="2400">
                <a:solidFill>
                  <a:schemeClr val="bg1"/>
                </a:solidFill>
                <a:latin typeface="DIN Next LT Arabic" panose="020B0503020203050203" pitchFamily="34" charset="-78"/>
                <a:cs typeface="DIN Next LT Arabic" panose="020B0503020203050203" pitchFamily="34" charset="-78"/>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Tree>
    <p:extLst>
      <p:ext uri="{BB962C8B-B14F-4D97-AF65-F5344CB8AC3E}">
        <p14:creationId xmlns:p14="http://schemas.microsoft.com/office/powerpoint/2010/main" val="318351446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1_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18857F2E-339D-E6C5-BCBC-2B077CAE8311}"/>
              </a:ext>
            </a:extLst>
          </p:cNvPr>
          <p:cNvSpPr>
            <a:spLocks noGrp="1"/>
          </p:cNvSpPr>
          <p:nvPr>
            <p:ph type="ctrTitle"/>
          </p:nvPr>
        </p:nvSpPr>
        <p:spPr>
          <a:xfrm>
            <a:off x="3943350" y="2609849"/>
            <a:ext cx="7639050" cy="1790701"/>
          </a:xfrm>
          <a:ln>
            <a:noFill/>
          </a:ln>
        </p:spPr>
        <p:txBody>
          <a:bodyPr anchor="b">
            <a:normAutofit/>
          </a:bodyPr>
          <a:lstStyle>
            <a:lvl1pPr algn="ctr">
              <a:defRPr sz="4000">
                <a:solidFill>
                  <a:schemeClr val="bg1"/>
                </a:solidFill>
              </a:defRPr>
            </a:lvl1pPr>
          </a:lstStyle>
          <a:p>
            <a:r>
              <a:rPr lang="en-US"/>
              <a:t>Click to edit Master title style</a:t>
            </a:r>
            <a:endParaRPr lang="en-US" dirty="0"/>
          </a:p>
        </p:txBody>
      </p:sp>
      <p:sp>
        <p:nvSpPr>
          <p:cNvPr id="5" name="Subtitle 2">
            <a:extLst>
              <a:ext uri="{FF2B5EF4-FFF2-40B4-BE49-F238E27FC236}">
                <a16:creationId xmlns:a16="http://schemas.microsoft.com/office/drawing/2014/main" id="{29156AB4-EC91-B384-E7B4-E95B4CBC35C4}"/>
              </a:ext>
            </a:extLst>
          </p:cNvPr>
          <p:cNvSpPr>
            <a:spLocks noGrp="1"/>
          </p:cNvSpPr>
          <p:nvPr>
            <p:ph type="subTitle" idx="1"/>
          </p:nvPr>
        </p:nvSpPr>
        <p:spPr>
          <a:xfrm>
            <a:off x="3943350" y="4514849"/>
            <a:ext cx="7639050" cy="865187"/>
          </a:xfrm>
        </p:spPr>
        <p:txBody>
          <a:bodyPr/>
          <a:lstStyle>
            <a:lvl1pPr marL="0" indent="0" algn="ctr">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Tree>
    <p:extLst>
      <p:ext uri="{BB962C8B-B14F-4D97-AF65-F5344CB8AC3E}">
        <p14:creationId xmlns:p14="http://schemas.microsoft.com/office/powerpoint/2010/main" val="363124434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E7C730-2526-2436-83B9-31B1FB54BD06}"/>
              </a:ext>
            </a:extLst>
          </p:cNvPr>
          <p:cNvSpPr>
            <a:spLocks noGrp="1"/>
          </p:cNvSpPr>
          <p:nvPr>
            <p:ph type="title"/>
          </p:nvPr>
        </p:nvSpPr>
        <p:spPr/>
        <p:txBody>
          <a:bodyPr/>
          <a:lstStyle>
            <a:lvl1pPr>
              <a:defRPr>
                <a:latin typeface="DIN Next LT Arabic" panose="020B0503020203050203" pitchFamily="34" charset="-78"/>
                <a:cs typeface="DIN Next LT Arabic" panose="020B0503020203050203" pitchFamily="34" charset="-78"/>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FF0D509B-F558-8250-026B-44BDE5F1FDD9}"/>
              </a:ext>
            </a:extLst>
          </p:cNvPr>
          <p:cNvSpPr>
            <a:spLocks noGrp="1"/>
          </p:cNvSpPr>
          <p:nvPr>
            <p:ph idx="1"/>
          </p:nvPr>
        </p:nvSpPr>
        <p:spPr/>
        <p:txBody>
          <a:bodyPr/>
          <a:lstStyle>
            <a:lvl1pPr>
              <a:defRPr>
                <a:latin typeface="DIN Next LT Arabic" panose="020B0503020203050203" pitchFamily="34" charset="-78"/>
                <a:cs typeface="DIN Next LT Arabic" panose="020B0503020203050203" pitchFamily="34" charset="-78"/>
              </a:defRPr>
            </a:lvl1pPr>
            <a:lvl2pPr>
              <a:defRPr>
                <a:latin typeface="DIN Next LT Arabic" panose="020B0503020203050203" pitchFamily="34" charset="-78"/>
                <a:cs typeface="DIN Next LT Arabic" panose="020B0503020203050203" pitchFamily="34" charset="-78"/>
              </a:defRPr>
            </a:lvl2pPr>
            <a:lvl3pPr>
              <a:defRPr>
                <a:latin typeface="DIN Next LT Arabic" panose="020B0503020203050203" pitchFamily="34" charset="-78"/>
                <a:cs typeface="DIN Next LT Arabic" panose="020B0503020203050203" pitchFamily="34" charset="-78"/>
              </a:defRPr>
            </a:lvl3pPr>
            <a:lvl4pPr>
              <a:defRPr>
                <a:latin typeface="DIN Next LT Arabic" panose="020B0503020203050203" pitchFamily="34" charset="-78"/>
                <a:cs typeface="DIN Next LT Arabic" panose="020B0503020203050203" pitchFamily="34" charset="-78"/>
              </a:defRPr>
            </a:lvl4pPr>
            <a:lvl5pPr>
              <a:defRPr>
                <a:latin typeface="DIN Next LT Arabic" panose="020B0503020203050203" pitchFamily="34" charset="-78"/>
                <a:cs typeface="DIN Next LT Arabic" panose="020B0503020203050203" pitchFamily="34" charset="-78"/>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7" name="Graphic 6">
            <a:extLst>
              <a:ext uri="{FF2B5EF4-FFF2-40B4-BE49-F238E27FC236}">
                <a16:creationId xmlns:a16="http://schemas.microsoft.com/office/drawing/2014/main" id="{3FAB82C7-3A7F-3400-8C0C-C6807996BDD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17537" y="815975"/>
            <a:ext cx="219075" cy="365125"/>
          </a:xfrm>
          <a:prstGeom prst="rect">
            <a:avLst/>
          </a:prstGeom>
        </p:spPr>
      </p:pic>
      <p:pic>
        <p:nvPicPr>
          <p:cNvPr id="8" name="Picture 7">
            <a:extLst>
              <a:ext uri="{FF2B5EF4-FFF2-40B4-BE49-F238E27FC236}">
                <a16:creationId xmlns:a16="http://schemas.microsoft.com/office/drawing/2014/main" id="{BBAF4668-7EA5-DF62-F5E8-E55363257555}"/>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620433" y="6344695"/>
            <a:ext cx="4733367" cy="259414"/>
          </a:xfrm>
          <a:prstGeom prst="rect">
            <a:avLst/>
          </a:prstGeom>
        </p:spPr>
      </p:pic>
    </p:spTree>
    <p:extLst>
      <p:ext uri="{BB962C8B-B14F-4D97-AF65-F5344CB8AC3E}">
        <p14:creationId xmlns:p14="http://schemas.microsoft.com/office/powerpoint/2010/main" val="38763454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2_Section Header">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0C3AF1-7CB1-2CE0-978D-359E0795444C}"/>
              </a:ext>
            </a:extLst>
          </p:cNvPr>
          <p:cNvSpPr>
            <a:spLocks noGrp="1"/>
          </p:cNvSpPr>
          <p:nvPr>
            <p:ph type="title"/>
          </p:nvPr>
        </p:nvSpPr>
        <p:spPr>
          <a:xfrm>
            <a:off x="831850" y="1709739"/>
            <a:ext cx="10515600" cy="2852737"/>
          </a:xfrm>
        </p:spPr>
        <p:txBody>
          <a:bodyPr anchor="b"/>
          <a:lstStyle>
            <a:lvl1pPr>
              <a:defRPr sz="6000">
                <a:solidFill>
                  <a:schemeClr val="bg1"/>
                </a:solidFill>
              </a:defRPr>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02095592-3F1E-009A-107B-8C0C3D286758}"/>
              </a:ext>
            </a:extLst>
          </p:cNvPr>
          <p:cNvSpPr>
            <a:spLocks noGrp="1"/>
          </p:cNvSpPr>
          <p:nvPr>
            <p:ph type="body" idx="1"/>
          </p:nvPr>
        </p:nvSpPr>
        <p:spPr>
          <a:xfrm>
            <a:off x="831850" y="4589464"/>
            <a:ext cx="10515600" cy="1500187"/>
          </a:xfrm>
        </p:spPr>
        <p:txBody>
          <a:bodyPr/>
          <a:lstStyle>
            <a:lvl1pPr marL="0" indent="0">
              <a:buNone/>
              <a:defRPr sz="2400">
                <a:solidFill>
                  <a:schemeClr val="bg1">
                    <a:lumMod val="9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77048518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0C3AF1-7CB1-2CE0-978D-359E0795444C}"/>
              </a:ext>
            </a:extLst>
          </p:cNvPr>
          <p:cNvSpPr>
            <a:spLocks noGrp="1"/>
          </p:cNvSpPr>
          <p:nvPr>
            <p:ph type="title"/>
          </p:nvPr>
        </p:nvSpPr>
        <p:spPr>
          <a:xfrm>
            <a:off x="831850" y="1709739"/>
            <a:ext cx="10515600" cy="2852737"/>
          </a:xfrm>
        </p:spPr>
        <p:txBody>
          <a:bodyPr anchor="b"/>
          <a:lstStyle>
            <a:lvl1pPr>
              <a:defRPr sz="6000">
                <a:solidFill>
                  <a:schemeClr val="bg1"/>
                </a:solidFill>
              </a:defRPr>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02095592-3F1E-009A-107B-8C0C3D286758}"/>
              </a:ext>
            </a:extLst>
          </p:cNvPr>
          <p:cNvSpPr>
            <a:spLocks noGrp="1"/>
          </p:cNvSpPr>
          <p:nvPr>
            <p:ph type="body" idx="1"/>
          </p:nvPr>
        </p:nvSpPr>
        <p:spPr>
          <a:xfrm>
            <a:off x="831850" y="4589464"/>
            <a:ext cx="10515600" cy="1500187"/>
          </a:xfrm>
        </p:spPr>
        <p:txBody>
          <a:bodyPr/>
          <a:lstStyle>
            <a:lvl1pPr marL="0" indent="0">
              <a:buNone/>
              <a:defRPr sz="2400">
                <a:solidFill>
                  <a:schemeClr val="bg1">
                    <a:lumMod val="9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4735536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reserve="1">
  <p:cSld name="3_Section Header">
    <p:bg>
      <p:bgPr>
        <a:solidFill>
          <a:srgbClr val="2559A9"/>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0C3AF1-7CB1-2CE0-978D-359E0795444C}"/>
              </a:ext>
            </a:extLst>
          </p:cNvPr>
          <p:cNvSpPr>
            <a:spLocks noGrp="1"/>
          </p:cNvSpPr>
          <p:nvPr>
            <p:ph type="title"/>
          </p:nvPr>
        </p:nvSpPr>
        <p:spPr>
          <a:xfrm>
            <a:off x="831850" y="1709739"/>
            <a:ext cx="10515600" cy="2852737"/>
          </a:xfrm>
        </p:spPr>
        <p:txBody>
          <a:bodyPr anchor="b"/>
          <a:lstStyle>
            <a:lvl1pPr>
              <a:defRPr sz="6000">
                <a:solidFill>
                  <a:schemeClr val="bg1"/>
                </a:solidFill>
              </a:defRPr>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02095592-3F1E-009A-107B-8C0C3D286758}"/>
              </a:ext>
            </a:extLst>
          </p:cNvPr>
          <p:cNvSpPr>
            <a:spLocks noGrp="1"/>
          </p:cNvSpPr>
          <p:nvPr>
            <p:ph type="body" idx="1"/>
          </p:nvPr>
        </p:nvSpPr>
        <p:spPr>
          <a:xfrm>
            <a:off x="831850" y="4589464"/>
            <a:ext cx="10515600" cy="1500187"/>
          </a:xfrm>
        </p:spPr>
        <p:txBody>
          <a:bodyPr/>
          <a:lstStyle>
            <a:lvl1pPr marL="0" indent="0">
              <a:buNone/>
              <a:defRPr sz="2400">
                <a:solidFill>
                  <a:schemeClr val="bg1">
                    <a:lumMod val="9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32726120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secHead" preserve="1">
  <p:cSld name="4_Section Header">
    <p:bg>
      <p:bgPr>
        <a:solidFill>
          <a:schemeClr val="accent4"/>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0C3AF1-7CB1-2CE0-978D-359E0795444C}"/>
              </a:ext>
            </a:extLst>
          </p:cNvPr>
          <p:cNvSpPr>
            <a:spLocks noGrp="1"/>
          </p:cNvSpPr>
          <p:nvPr>
            <p:ph type="title"/>
          </p:nvPr>
        </p:nvSpPr>
        <p:spPr>
          <a:xfrm>
            <a:off x="831850" y="1709739"/>
            <a:ext cx="10515600" cy="2852737"/>
          </a:xfrm>
        </p:spPr>
        <p:txBody>
          <a:bodyPr anchor="b"/>
          <a:lstStyle>
            <a:lvl1pPr>
              <a:defRPr sz="6000">
                <a:solidFill>
                  <a:schemeClr val="bg1"/>
                </a:solidFill>
              </a:defRPr>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02095592-3F1E-009A-107B-8C0C3D286758}"/>
              </a:ext>
            </a:extLst>
          </p:cNvPr>
          <p:cNvSpPr>
            <a:spLocks noGrp="1"/>
          </p:cNvSpPr>
          <p:nvPr>
            <p:ph type="body" idx="1"/>
          </p:nvPr>
        </p:nvSpPr>
        <p:spPr>
          <a:xfrm>
            <a:off x="831850" y="4589464"/>
            <a:ext cx="10515600" cy="1500187"/>
          </a:xfrm>
        </p:spPr>
        <p:txBody>
          <a:bodyPr/>
          <a:lstStyle>
            <a:lvl1pPr marL="0" indent="0">
              <a:buNone/>
              <a:defRPr sz="2400">
                <a:solidFill>
                  <a:schemeClr val="bg1">
                    <a:lumMod val="9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110901747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1786BD-C77C-2D23-CF7B-C8D2E30F0B4A}"/>
              </a:ext>
            </a:extLst>
          </p:cNvPr>
          <p:cNvSpPr>
            <a:spLocks noGrp="1"/>
          </p:cNvSpPr>
          <p:nvPr>
            <p:ph type="title"/>
          </p:nvPr>
        </p:nvSpPr>
        <p:spPr/>
        <p:txBody>
          <a:bodyPr/>
          <a:lstStyle>
            <a:lvl1pPr>
              <a:defRPr>
                <a:latin typeface="DIN Next LT Arabic" panose="020B0503020203050203" pitchFamily="34" charset="-78"/>
                <a:cs typeface="DIN Next LT Arabic" panose="020B0503020203050203" pitchFamily="34" charset="-78"/>
              </a:defRPr>
            </a:lvl1pPr>
          </a:lstStyle>
          <a:p>
            <a:r>
              <a:rPr lang="en-US"/>
              <a:t>Click to edit Master title style</a:t>
            </a:r>
          </a:p>
        </p:txBody>
      </p:sp>
      <p:sp>
        <p:nvSpPr>
          <p:cNvPr id="3" name="Content Placeholder 2">
            <a:extLst>
              <a:ext uri="{FF2B5EF4-FFF2-40B4-BE49-F238E27FC236}">
                <a16:creationId xmlns:a16="http://schemas.microsoft.com/office/drawing/2014/main" id="{A0076FD6-BC76-C316-FEC2-1B2CAD1156C8}"/>
              </a:ext>
            </a:extLst>
          </p:cNvPr>
          <p:cNvSpPr>
            <a:spLocks noGrp="1"/>
          </p:cNvSpPr>
          <p:nvPr>
            <p:ph sz="half" idx="1"/>
          </p:nvPr>
        </p:nvSpPr>
        <p:spPr>
          <a:xfrm>
            <a:off x="838200" y="1825625"/>
            <a:ext cx="5181600" cy="4351338"/>
          </a:xfrm>
        </p:spPr>
        <p:txBody>
          <a:bodyPr/>
          <a:lstStyle>
            <a:lvl1pPr>
              <a:defRPr>
                <a:latin typeface="DIN Next LT Arabic" panose="020B0503020203050203" pitchFamily="34" charset="-78"/>
                <a:cs typeface="DIN Next LT Arabic" panose="020B0503020203050203" pitchFamily="34" charset="-78"/>
              </a:defRPr>
            </a:lvl1pPr>
            <a:lvl2pPr>
              <a:defRPr>
                <a:latin typeface="DIN Next LT Arabic" panose="020B0503020203050203" pitchFamily="34" charset="-78"/>
                <a:cs typeface="DIN Next LT Arabic" panose="020B0503020203050203" pitchFamily="34" charset="-78"/>
              </a:defRPr>
            </a:lvl2pPr>
            <a:lvl3pPr>
              <a:defRPr>
                <a:latin typeface="DIN Next LT Arabic" panose="020B0503020203050203" pitchFamily="34" charset="-78"/>
                <a:cs typeface="DIN Next LT Arabic" panose="020B0503020203050203" pitchFamily="34" charset="-78"/>
              </a:defRPr>
            </a:lvl3pPr>
            <a:lvl4pPr>
              <a:defRPr>
                <a:latin typeface="DIN Next LT Arabic" panose="020B0503020203050203" pitchFamily="34" charset="-78"/>
                <a:cs typeface="DIN Next LT Arabic" panose="020B0503020203050203" pitchFamily="34" charset="-78"/>
              </a:defRPr>
            </a:lvl4pPr>
            <a:lvl5pPr>
              <a:defRPr>
                <a:latin typeface="DIN Next LT Arabic" panose="020B0503020203050203" pitchFamily="34" charset="-78"/>
                <a:cs typeface="DIN Next LT Arabic" panose="020B0503020203050203" pitchFamily="34" charset="-78"/>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8B4B0F8-D10E-C846-C7C8-F2B35F217875}"/>
              </a:ext>
            </a:extLst>
          </p:cNvPr>
          <p:cNvSpPr>
            <a:spLocks noGrp="1"/>
          </p:cNvSpPr>
          <p:nvPr>
            <p:ph sz="half" idx="2"/>
          </p:nvPr>
        </p:nvSpPr>
        <p:spPr>
          <a:xfrm>
            <a:off x="6172200" y="1825625"/>
            <a:ext cx="5181600" cy="4351338"/>
          </a:xfrm>
        </p:spPr>
        <p:txBody>
          <a:bodyPr/>
          <a:lstStyle>
            <a:lvl1pPr>
              <a:defRPr>
                <a:latin typeface="DIN Next LT Arabic" panose="020B0503020203050203" pitchFamily="34" charset="-78"/>
                <a:cs typeface="DIN Next LT Arabic" panose="020B0503020203050203" pitchFamily="34" charset="-78"/>
              </a:defRPr>
            </a:lvl1pPr>
            <a:lvl2pPr>
              <a:defRPr>
                <a:latin typeface="DIN Next LT Arabic" panose="020B0503020203050203" pitchFamily="34" charset="-78"/>
                <a:cs typeface="DIN Next LT Arabic" panose="020B0503020203050203" pitchFamily="34" charset="-78"/>
              </a:defRPr>
            </a:lvl2pPr>
            <a:lvl3pPr>
              <a:defRPr>
                <a:latin typeface="DIN Next LT Arabic" panose="020B0503020203050203" pitchFamily="34" charset="-78"/>
                <a:cs typeface="DIN Next LT Arabic" panose="020B0503020203050203" pitchFamily="34" charset="-78"/>
              </a:defRPr>
            </a:lvl3pPr>
            <a:lvl4pPr>
              <a:defRPr>
                <a:latin typeface="DIN Next LT Arabic" panose="020B0503020203050203" pitchFamily="34" charset="-78"/>
                <a:cs typeface="DIN Next LT Arabic" panose="020B0503020203050203" pitchFamily="34" charset="-78"/>
              </a:defRPr>
            </a:lvl4pPr>
            <a:lvl5pPr>
              <a:defRPr>
                <a:latin typeface="DIN Next LT Arabic" panose="020B0503020203050203" pitchFamily="34" charset="-78"/>
                <a:cs typeface="DIN Next LT Arabic" panose="020B0503020203050203" pitchFamily="34" charset="-78"/>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9" name="Graphic 8">
            <a:extLst>
              <a:ext uri="{FF2B5EF4-FFF2-40B4-BE49-F238E27FC236}">
                <a16:creationId xmlns:a16="http://schemas.microsoft.com/office/drawing/2014/main" id="{52EB146C-E069-79DF-03A0-3EF507DB1F2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17537" y="854075"/>
            <a:ext cx="219075" cy="365125"/>
          </a:xfrm>
          <a:prstGeom prst="rect">
            <a:avLst/>
          </a:prstGeom>
        </p:spPr>
      </p:pic>
      <p:pic>
        <p:nvPicPr>
          <p:cNvPr id="10" name="Picture 9">
            <a:extLst>
              <a:ext uri="{FF2B5EF4-FFF2-40B4-BE49-F238E27FC236}">
                <a16:creationId xmlns:a16="http://schemas.microsoft.com/office/drawing/2014/main" id="{D0D7F560-006E-C92C-CAE6-655946296A86}"/>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620433" y="6344695"/>
            <a:ext cx="4733367" cy="259414"/>
          </a:xfrm>
          <a:prstGeom prst="rect">
            <a:avLst/>
          </a:prstGeom>
        </p:spPr>
      </p:pic>
    </p:spTree>
    <p:extLst>
      <p:ext uri="{BB962C8B-B14F-4D97-AF65-F5344CB8AC3E}">
        <p14:creationId xmlns:p14="http://schemas.microsoft.com/office/powerpoint/2010/main" val="176808332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DCCDCB-0722-1FF7-967A-4C2B8AA78748}"/>
              </a:ext>
            </a:extLst>
          </p:cNvPr>
          <p:cNvSpPr>
            <a:spLocks noGrp="1"/>
          </p:cNvSpPr>
          <p:nvPr>
            <p:ph type="title"/>
          </p:nvPr>
        </p:nvSpPr>
        <p:spPr>
          <a:xfrm>
            <a:off x="839788" y="365126"/>
            <a:ext cx="10515600" cy="1325563"/>
          </a:xfrm>
        </p:spPr>
        <p:txBody>
          <a:bodyPr/>
          <a:lstStyle>
            <a:lvl1pPr>
              <a:defRPr>
                <a:latin typeface="DIN Next LT Arabic" panose="020B0503020203050203" pitchFamily="34" charset="-78"/>
                <a:cs typeface="DIN Next LT Arabic" panose="020B0503020203050203" pitchFamily="34" charset="-78"/>
              </a:defRPr>
            </a:lvl1pPr>
          </a:lstStyle>
          <a:p>
            <a:r>
              <a:rPr lang="en-US"/>
              <a:t>Click to edit Master title style</a:t>
            </a:r>
          </a:p>
        </p:txBody>
      </p:sp>
      <p:sp>
        <p:nvSpPr>
          <p:cNvPr id="3" name="Text Placeholder 2">
            <a:extLst>
              <a:ext uri="{FF2B5EF4-FFF2-40B4-BE49-F238E27FC236}">
                <a16:creationId xmlns:a16="http://schemas.microsoft.com/office/drawing/2014/main" id="{A99240F6-D089-115A-F484-55B95FE6EB86}"/>
              </a:ext>
            </a:extLst>
          </p:cNvPr>
          <p:cNvSpPr>
            <a:spLocks noGrp="1"/>
          </p:cNvSpPr>
          <p:nvPr>
            <p:ph type="body" idx="1"/>
          </p:nvPr>
        </p:nvSpPr>
        <p:spPr>
          <a:xfrm>
            <a:off x="839789" y="1681163"/>
            <a:ext cx="5157788" cy="823912"/>
          </a:xfrm>
        </p:spPr>
        <p:txBody>
          <a:bodyPr anchor="b"/>
          <a:lstStyle>
            <a:lvl1pPr marL="0" indent="0">
              <a:buNone/>
              <a:defRPr sz="2400" b="1">
                <a:latin typeface="DIN Next LT Arabic" panose="020B0503020203050203" pitchFamily="34" charset="-78"/>
                <a:cs typeface="DIN Next LT Arabic" panose="020B0503020203050203" pitchFamily="34" charset="-78"/>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962AEC2-681B-D1B2-EB84-84968D66C9AE}"/>
              </a:ext>
            </a:extLst>
          </p:cNvPr>
          <p:cNvSpPr>
            <a:spLocks noGrp="1"/>
          </p:cNvSpPr>
          <p:nvPr>
            <p:ph sz="half" idx="2"/>
          </p:nvPr>
        </p:nvSpPr>
        <p:spPr>
          <a:xfrm>
            <a:off x="839789" y="2505075"/>
            <a:ext cx="5157788" cy="3684588"/>
          </a:xfrm>
        </p:spPr>
        <p:txBody>
          <a:bodyPr/>
          <a:lstStyle>
            <a:lvl1pPr>
              <a:defRPr>
                <a:latin typeface="DIN Next LT Arabic" panose="020B0503020203050203" pitchFamily="34" charset="-78"/>
                <a:cs typeface="DIN Next LT Arabic" panose="020B0503020203050203" pitchFamily="34" charset="-78"/>
              </a:defRPr>
            </a:lvl1pPr>
            <a:lvl2pPr>
              <a:defRPr>
                <a:latin typeface="DIN Next LT Arabic" panose="020B0503020203050203" pitchFamily="34" charset="-78"/>
                <a:cs typeface="DIN Next LT Arabic" panose="020B0503020203050203" pitchFamily="34" charset="-78"/>
              </a:defRPr>
            </a:lvl2pPr>
            <a:lvl3pPr>
              <a:defRPr>
                <a:latin typeface="DIN Next LT Arabic" panose="020B0503020203050203" pitchFamily="34" charset="-78"/>
                <a:cs typeface="DIN Next LT Arabic" panose="020B0503020203050203" pitchFamily="34" charset="-78"/>
              </a:defRPr>
            </a:lvl3pPr>
            <a:lvl4pPr>
              <a:defRPr>
                <a:latin typeface="DIN Next LT Arabic" panose="020B0503020203050203" pitchFamily="34" charset="-78"/>
                <a:cs typeface="DIN Next LT Arabic" panose="020B0503020203050203" pitchFamily="34" charset="-78"/>
              </a:defRPr>
            </a:lvl4pPr>
            <a:lvl5pPr>
              <a:defRPr>
                <a:latin typeface="DIN Next LT Arabic" panose="020B0503020203050203" pitchFamily="34" charset="-78"/>
                <a:cs typeface="DIN Next LT Arabic" panose="020B0503020203050203" pitchFamily="34" charset="-78"/>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DEC8B4E-4F3D-8952-2B49-981561BBFB30}"/>
              </a:ext>
            </a:extLst>
          </p:cNvPr>
          <p:cNvSpPr>
            <a:spLocks noGrp="1"/>
          </p:cNvSpPr>
          <p:nvPr>
            <p:ph type="body" sz="quarter" idx="3"/>
          </p:nvPr>
        </p:nvSpPr>
        <p:spPr>
          <a:xfrm>
            <a:off x="6172200" y="1681163"/>
            <a:ext cx="5183188" cy="823912"/>
          </a:xfrm>
        </p:spPr>
        <p:txBody>
          <a:bodyPr anchor="b"/>
          <a:lstStyle>
            <a:lvl1pPr marL="0" indent="0">
              <a:buNone/>
              <a:defRPr sz="2400" b="1">
                <a:latin typeface="DIN Next LT Arabic" panose="020B0503020203050203" pitchFamily="34" charset="-78"/>
                <a:cs typeface="DIN Next LT Arabic" panose="020B0503020203050203" pitchFamily="34" charset="-78"/>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40FCC89-9EDF-D5CF-08A1-5E55519C0008}"/>
              </a:ext>
            </a:extLst>
          </p:cNvPr>
          <p:cNvSpPr>
            <a:spLocks noGrp="1"/>
          </p:cNvSpPr>
          <p:nvPr>
            <p:ph sz="quarter" idx="4"/>
          </p:nvPr>
        </p:nvSpPr>
        <p:spPr>
          <a:xfrm>
            <a:off x="6172200" y="2505075"/>
            <a:ext cx="5183188" cy="3684588"/>
          </a:xfrm>
        </p:spPr>
        <p:txBody>
          <a:bodyPr/>
          <a:lstStyle>
            <a:lvl1pPr>
              <a:defRPr>
                <a:latin typeface="DIN Next LT Arabic" panose="020B0503020203050203" pitchFamily="34" charset="-78"/>
                <a:cs typeface="DIN Next LT Arabic" panose="020B0503020203050203" pitchFamily="34" charset="-78"/>
              </a:defRPr>
            </a:lvl1pPr>
            <a:lvl2pPr>
              <a:defRPr>
                <a:latin typeface="DIN Next LT Arabic" panose="020B0503020203050203" pitchFamily="34" charset="-78"/>
                <a:cs typeface="DIN Next LT Arabic" panose="020B0503020203050203" pitchFamily="34" charset="-78"/>
              </a:defRPr>
            </a:lvl2pPr>
            <a:lvl3pPr>
              <a:defRPr>
                <a:latin typeface="DIN Next LT Arabic" panose="020B0503020203050203" pitchFamily="34" charset="-78"/>
                <a:cs typeface="DIN Next LT Arabic" panose="020B0503020203050203" pitchFamily="34" charset="-78"/>
              </a:defRPr>
            </a:lvl3pPr>
            <a:lvl4pPr>
              <a:defRPr>
                <a:latin typeface="DIN Next LT Arabic" panose="020B0503020203050203" pitchFamily="34" charset="-78"/>
                <a:cs typeface="DIN Next LT Arabic" panose="020B0503020203050203" pitchFamily="34" charset="-78"/>
              </a:defRPr>
            </a:lvl4pPr>
            <a:lvl5pPr>
              <a:defRPr>
                <a:latin typeface="DIN Next LT Arabic" panose="020B0503020203050203" pitchFamily="34" charset="-78"/>
                <a:cs typeface="DIN Next LT Arabic" panose="020B0503020203050203" pitchFamily="34" charset="-78"/>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0" name="Graphic 9">
            <a:extLst>
              <a:ext uri="{FF2B5EF4-FFF2-40B4-BE49-F238E27FC236}">
                <a16:creationId xmlns:a16="http://schemas.microsoft.com/office/drawing/2014/main" id="{287A60A5-2807-0E92-F4E2-9BE5550A1FB4}"/>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17537" y="835025"/>
            <a:ext cx="219075" cy="365125"/>
          </a:xfrm>
          <a:prstGeom prst="rect">
            <a:avLst/>
          </a:prstGeom>
        </p:spPr>
      </p:pic>
      <p:pic>
        <p:nvPicPr>
          <p:cNvPr id="11" name="Picture 10">
            <a:extLst>
              <a:ext uri="{FF2B5EF4-FFF2-40B4-BE49-F238E27FC236}">
                <a16:creationId xmlns:a16="http://schemas.microsoft.com/office/drawing/2014/main" id="{97F05A89-2C90-505C-30DC-7C2B9A91F6E1}"/>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620433" y="6344695"/>
            <a:ext cx="4733367" cy="259414"/>
          </a:xfrm>
          <a:prstGeom prst="rect">
            <a:avLst/>
          </a:prstGeom>
        </p:spPr>
      </p:pic>
    </p:spTree>
    <p:extLst>
      <p:ext uri="{BB962C8B-B14F-4D97-AF65-F5344CB8AC3E}">
        <p14:creationId xmlns:p14="http://schemas.microsoft.com/office/powerpoint/2010/main" val="329932654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014D33-0BE4-90FC-4AE5-0A4A211D1803}"/>
              </a:ext>
            </a:extLst>
          </p:cNvPr>
          <p:cNvSpPr>
            <a:spLocks noGrp="1"/>
          </p:cNvSpPr>
          <p:nvPr>
            <p:ph type="title"/>
          </p:nvPr>
        </p:nvSpPr>
        <p:spPr/>
        <p:txBody>
          <a:bodyPr/>
          <a:lstStyle/>
          <a:p>
            <a:r>
              <a:rPr lang="en-US"/>
              <a:t>Click to edit Master title style</a:t>
            </a:r>
          </a:p>
        </p:txBody>
      </p:sp>
      <p:pic>
        <p:nvPicPr>
          <p:cNvPr id="7" name="Graphic 6">
            <a:extLst>
              <a:ext uri="{FF2B5EF4-FFF2-40B4-BE49-F238E27FC236}">
                <a16:creationId xmlns:a16="http://schemas.microsoft.com/office/drawing/2014/main" id="{5DF5F826-F6F1-CFCA-D42B-E759F28DD1F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17537" y="835025"/>
            <a:ext cx="219075" cy="365125"/>
          </a:xfrm>
          <a:prstGeom prst="rect">
            <a:avLst/>
          </a:prstGeom>
        </p:spPr>
      </p:pic>
      <p:pic>
        <p:nvPicPr>
          <p:cNvPr id="8" name="Picture 7">
            <a:extLst>
              <a:ext uri="{FF2B5EF4-FFF2-40B4-BE49-F238E27FC236}">
                <a16:creationId xmlns:a16="http://schemas.microsoft.com/office/drawing/2014/main" id="{1DDF20CF-E57F-42E5-6EFD-7AD8EB6F06F4}"/>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620433" y="6344695"/>
            <a:ext cx="4733367" cy="259414"/>
          </a:xfrm>
          <a:prstGeom prst="rect">
            <a:avLst/>
          </a:prstGeom>
        </p:spPr>
      </p:pic>
    </p:spTree>
    <p:extLst>
      <p:ext uri="{BB962C8B-B14F-4D97-AF65-F5344CB8AC3E}">
        <p14:creationId xmlns:p14="http://schemas.microsoft.com/office/powerpoint/2010/main" val="85108589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AB3D930E-17D8-84EC-D92C-061363439E3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620433" y="6344695"/>
            <a:ext cx="4733367" cy="259414"/>
          </a:xfrm>
          <a:prstGeom prst="rect">
            <a:avLst/>
          </a:prstGeom>
        </p:spPr>
      </p:pic>
    </p:spTree>
    <p:extLst>
      <p:ext uri="{BB962C8B-B14F-4D97-AF65-F5344CB8AC3E}">
        <p14:creationId xmlns:p14="http://schemas.microsoft.com/office/powerpoint/2010/main" val="125673546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999ED7-E623-FCE4-FB92-360B98ADBBF1}"/>
              </a:ext>
            </a:extLst>
          </p:cNvPr>
          <p:cNvSpPr>
            <a:spLocks noGrp="1"/>
          </p:cNvSpPr>
          <p:nvPr>
            <p:ph type="title"/>
          </p:nvPr>
        </p:nvSpPr>
        <p:spPr>
          <a:xfrm>
            <a:off x="839789" y="457200"/>
            <a:ext cx="3932238" cy="1600200"/>
          </a:xfrm>
        </p:spPr>
        <p:txBody>
          <a:bodyPr anchor="b"/>
          <a:lstStyle>
            <a:lvl1pPr>
              <a:defRPr sz="32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6ED58EE0-622A-334F-1443-5A4528051EA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518AE8A4-A68D-5A4A-A023-8C2D5F871D0F}"/>
              </a:ext>
            </a:extLst>
          </p:cNvPr>
          <p:cNvSpPr>
            <a:spLocks noGrp="1"/>
          </p:cNvSpPr>
          <p:nvPr>
            <p:ph type="body" sz="half" idx="2"/>
          </p:nvPr>
        </p:nvSpPr>
        <p:spPr>
          <a:xfrm>
            <a:off x="839789" y="2057401"/>
            <a:ext cx="393223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pic>
        <p:nvPicPr>
          <p:cNvPr id="9" name="Graphic 8">
            <a:extLst>
              <a:ext uri="{FF2B5EF4-FFF2-40B4-BE49-F238E27FC236}">
                <a16:creationId xmlns:a16="http://schemas.microsoft.com/office/drawing/2014/main" id="{785CBBC2-61B8-7F43-0B0A-9D30B71ECCF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17537" y="1168400"/>
            <a:ext cx="219075" cy="365125"/>
          </a:xfrm>
          <a:prstGeom prst="rect">
            <a:avLst/>
          </a:prstGeom>
        </p:spPr>
      </p:pic>
      <p:pic>
        <p:nvPicPr>
          <p:cNvPr id="10" name="Picture 9">
            <a:extLst>
              <a:ext uri="{FF2B5EF4-FFF2-40B4-BE49-F238E27FC236}">
                <a16:creationId xmlns:a16="http://schemas.microsoft.com/office/drawing/2014/main" id="{37A3BA6B-E9E4-F0D0-8FB5-E35191C1669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620433" y="6344695"/>
            <a:ext cx="4733367" cy="259414"/>
          </a:xfrm>
          <a:prstGeom prst="rect">
            <a:avLst/>
          </a:prstGeom>
        </p:spPr>
      </p:pic>
    </p:spTree>
    <p:extLst>
      <p:ext uri="{BB962C8B-B14F-4D97-AF65-F5344CB8AC3E}">
        <p14:creationId xmlns:p14="http://schemas.microsoft.com/office/powerpoint/2010/main" val="116863711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581D87-5687-C9B5-AE49-A83726D9BC05}"/>
              </a:ext>
            </a:extLst>
          </p:cNvPr>
          <p:cNvSpPr>
            <a:spLocks noGrp="1"/>
          </p:cNvSpPr>
          <p:nvPr>
            <p:ph type="title"/>
          </p:nvPr>
        </p:nvSpPr>
        <p:spPr>
          <a:xfrm>
            <a:off x="839789" y="457200"/>
            <a:ext cx="3932238"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C35FA632-D2F7-E2BA-A935-20B1A394FAE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FD5BA056-00E2-82F6-5FA4-32B76E5B3E0B}"/>
              </a:ext>
            </a:extLst>
          </p:cNvPr>
          <p:cNvSpPr>
            <a:spLocks noGrp="1"/>
          </p:cNvSpPr>
          <p:nvPr>
            <p:ph type="body" sz="half" idx="2"/>
          </p:nvPr>
        </p:nvSpPr>
        <p:spPr>
          <a:xfrm>
            <a:off x="839789" y="2057401"/>
            <a:ext cx="393223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pic>
        <p:nvPicPr>
          <p:cNvPr id="8" name="Picture 7">
            <a:extLst>
              <a:ext uri="{FF2B5EF4-FFF2-40B4-BE49-F238E27FC236}">
                <a16:creationId xmlns:a16="http://schemas.microsoft.com/office/drawing/2014/main" id="{55E1618B-D136-C5BB-2E38-B80F9B3CF5B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620433" y="6344695"/>
            <a:ext cx="4733367" cy="259414"/>
          </a:xfrm>
          <a:prstGeom prst="rect">
            <a:avLst/>
          </a:prstGeom>
        </p:spPr>
      </p:pic>
    </p:spTree>
    <p:extLst>
      <p:ext uri="{BB962C8B-B14F-4D97-AF65-F5344CB8AC3E}">
        <p14:creationId xmlns:p14="http://schemas.microsoft.com/office/powerpoint/2010/main" val="213445289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FEFCBA-3B8B-9D62-253A-5E58F2AA60D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2621F39B-5912-FF25-7793-DBF77857603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7" name="Picture 6">
            <a:extLst>
              <a:ext uri="{FF2B5EF4-FFF2-40B4-BE49-F238E27FC236}">
                <a16:creationId xmlns:a16="http://schemas.microsoft.com/office/drawing/2014/main" id="{27A3DEB6-94B4-A533-8E42-30DCFEB3B6F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620433" y="6344695"/>
            <a:ext cx="4733367" cy="259414"/>
          </a:xfrm>
          <a:prstGeom prst="rect">
            <a:avLst/>
          </a:prstGeom>
        </p:spPr>
      </p:pic>
    </p:spTree>
    <p:extLst>
      <p:ext uri="{BB962C8B-B14F-4D97-AF65-F5344CB8AC3E}">
        <p14:creationId xmlns:p14="http://schemas.microsoft.com/office/powerpoint/2010/main" val="412697416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23ECA9A-730D-7BDC-4EB3-94B6B2FA801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187C848-B2DE-F9EC-9D0C-9077EB2B776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7" name="Picture 6">
            <a:extLst>
              <a:ext uri="{FF2B5EF4-FFF2-40B4-BE49-F238E27FC236}">
                <a16:creationId xmlns:a16="http://schemas.microsoft.com/office/drawing/2014/main" id="{E16726B3-A797-03A8-1C35-BD44D85A187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620433" y="6344695"/>
            <a:ext cx="4733367" cy="259414"/>
          </a:xfrm>
          <a:prstGeom prst="rect">
            <a:avLst/>
          </a:prstGeom>
        </p:spPr>
      </p:pic>
    </p:spTree>
    <p:extLst>
      <p:ext uri="{BB962C8B-B14F-4D97-AF65-F5344CB8AC3E}">
        <p14:creationId xmlns:p14="http://schemas.microsoft.com/office/powerpoint/2010/main" val="420621709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1_Section Hea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77E40458-2F02-807D-C70A-2A5EC5838CF6}"/>
              </a:ext>
            </a:extLst>
          </p:cNvPr>
          <p:cNvSpPr>
            <a:spLocks noGrp="1"/>
          </p:cNvSpPr>
          <p:nvPr>
            <p:ph type="ctrTitle"/>
          </p:nvPr>
        </p:nvSpPr>
        <p:spPr>
          <a:xfrm>
            <a:off x="5153024" y="3505200"/>
            <a:ext cx="6429375" cy="1266825"/>
          </a:xfrm>
          <a:ln>
            <a:noFill/>
          </a:ln>
        </p:spPr>
        <p:txBody>
          <a:bodyPr anchor="b">
            <a:noAutofit/>
          </a:bodyPr>
          <a:lstStyle>
            <a:lvl1pPr algn="ctr">
              <a:defRPr sz="3600">
                <a:solidFill>
                  <a:schemeClr val="bg1"/>
                </a:solidFill>
              </a:defRPr>
            </a:lvl1pPr>
          </a:lstStyle>
          <a:p>
            <a:r>
              <a:rPr lang="en-US"/>
              <a:t>Click to edit Master title style</a:t>
            </a:r>
            <a:endParaRPr lang="en-US" dirty="0"/>
          </a:p>
        </p:txBody>
      </p:sp>
      <p:sp>
        <p:nvSpPr>
          <p:cNvPr id="5" name="Subtitle 2">
            <a:extLst>
              <a:ext uri="{FF2B5EF4-FFF2-40B4-BE49-F238E27FC236}">
                <a16:creationId xmlns:a16="http://schemas.microsoft.com/office/drawing/2014/main" id="{6033B479-889B-1E49-D47B-00C9264495FC}"/>
              </a:ext>
            </a:extLst>
          </p:cNvPr>
          <p:cNvSpPr>
            <a:spLocks noGrp="1"/>
          </p:cNvSpPr>
          <p:nvPr>
            <p:ph type="subTitle" idx="1"/>
          </p:nvPr>
        </p:nvSpPr>
        <p:spPr>
          <a:xfrm>
            <a:off x="5153024" y="4772025"/>
            <a:ext cx="6429375" cy="609600"/>
          </a:xfrm>
        </p:spPr>
        <p:txBody>
          <a:bodyPr/>
          <a:lstStyle>
            <a:lvl1pPr marL="0" indent="0" algn="ctr">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Tree>
    <p:extLst>
      <p:ext uri="{BB962C8B-B14F-4D97-AF65-F5344CB8AC3E}">
        <p14:creationId xmlns:p14="http://schemas.microsoft.com/office/powerpoint/2010/main" val="156157993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5_Section Hea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77E40458-2F02-807D-C70A-2A5EC5838CF6}"/>
              </a:ext>
            </a:extLst>
          </p:cNvPr>
          <p:cNvSpPr>
            <a:spLocks noGrp="1"/>
          </p:cNvSpPr>
          <p:nvPr>
            <p:ph type="ctrTitle"/>
          </p:nvPr>
        </p:nvSpPr>
        <p:spPr>
          <a:xfrm>
            <a:off x="5153024" y="3505200"/>
            <a:ext cx="6429375" cy="1266825"/>
          </a:xfrm>
          <a:ln>
            <a:noFill/>
          </a:ln>
        </p:spPr>
        <p:txBody>
          <a:bodyPr anchor="b">
            <a:noAutofit/>
          </a:bodyPr>
          <a:lstStyle>
            <a:lvl1pPr algn="ctr">
              <a:defRPr sz="3600">
                <a:solidFill>
                  <a:schemeClr val="bg1"/>
                </a:solidFill>
              </a:defRPr>
            </a:lvl1pPr>
          </a:lstStyle>
          <a:p>
            <a:r>
              <a:rPr lang="en-US"/>
              <a:t>Click to edit Master title style</a:t>
            </a:r>
            <a:endParaRPr lang="en-US" dirty="0"/>
          </a:p>
        </p:txBody>
      </p:sp>
      <p:sp>
        <p:nvSpPr>
          <p:cNvPr id="5" name="Subtitle 2">
            <a:extLst>
              <a:ext uri="{FF2B5EF4-FFF2-40B4-BE49-F238E27FC236}">
                <a16:creationId xmlns:a16="http://schemas.microsoft.com/office/drawing/2014/main" id="{6033B479-889B-1E49-D47B-00C9264495FC}"/>
              </a:ext>
            </a:extLst>
          </p:cNvPr>
          <p:cNvSpPr>
            <a:spLocks noGrp="1"/>
          </p:cNvSpPr>
          <p:nvPr>
            <p:ph type="subTitle" idx="1"/>
          </p:nvPr>
        </p:nvSpPr>
        <p:spPr>
          <a:xfrm>
            <a:off x="5153024" y="4772025"/>
            <a:ext cx="6429375" cy="609600"/>
          </a:xfrm>
        </p:spPr>
        <p:txBody>
          <a:bodyPr/>
          <a:lstStyle>
            <a:lvl1pPr marL="0" indent="0" algn="ctr">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Tree>
    <p:extLst>
      <p:ext uri="{BB962C8B-B14F-4D97-AF65-F5344CB8AC3E}">
        <p14:creationId xmlns:p14="http://schemas.microsoft.com/office/powerpoint/2010/main" val="351466123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7277AB-5B1B-45E9-8745-DFAB28B6940A}"/>
              </a:ext>
            </a:extLst>
          </p:cNvPr>
          <p:cNvSpPr>
            <a:spLocks noGrp="1"/>
          </p:cNvSpPr>
          <p:nvPr>
            <p:ph type="title"/>
          </p:nvPr>
        </p:nvSpPr>
        <p:spPr/>
        <p:txBody>
          <a:bodyPr/>
          <a:lstStyle/>
          <a:p>
            <a:r>
              <a:rPr lang="en-US"/>
              <a:t>Click to edit Master title style</a:t>
            </a:r>
          </a:p>
        </p:txBody>
      </p:sp>
      <p:sp>
        <p:nvSpPr>
          <p:cNvPr id="3" name="Text Placeholder 2">
            <a:extLst>
              <a:ext uri="{FF2B5EF4-FFF2-40B4-BE49-F238E27FC236}">
                <a16:creationId xmlns:a16="http://schemas.microsoft.com/office/drawing/2014/main" id="{A793BAEC-6F4E-4197-A125-84EDCFADFC95}"/>
              </a:ext>
            </a:extLst>
          </p:cNvPr>
          <p:cNvSpPr>
            <a:spLocks noGrp="1"/>
          </p:cNvSpPr>
          <p:nvPr>
            <p:ph type="body"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A2D3C49-AED5-43D3-A6F9-FB6738FF94FC}"/>
              </a:ext>
            </a:extLst>
          </p:cNvPr>
          <p:cNvSpPr>
            <a:spLocks noGrp="1"/>
          </p:cNvSpPr>
          <p:nvPr>
            <p:ph type="dt" sz="half" idx="10"/>
          </p:nvPr>
        </p:nvSpPr>
        <p:spPr/>
        <p:txBody>
          <a:bodyPr/>
          <a:lstStyle/>
          <a:p>
            <a:fld id="{77428D5F-39E7-459A-8FA5-55E2BA8DD024}" type="datetimeFigureOut">
              <a:rPr lang="en-US" smtClean="0"/>
              <a:t>12/4/2025</a:t>
            </a:fld>
            <a:endParaRPr lang="en-US"/>
          </a:p>
        </p:txBody>
      </p:sp>
      <p:sp>
        <p:nvSpPr>
          <p:cNvPr id="5" name="Footer Placeholder 4">
            <a:extLst>
              <a:ext uri="{FF2B5EF4-FFF2-40B4-BE49-F238E27FC236}">
                <a16:creationId xmlns:a16="http://schemas.microsoft.com/office/drawing/2014/main" id="{30FB599A-D6C9-42A4-8278-285A89849B6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B1B97F0-0931-459E-BE76-1CCBD101810B}"/>
              </a:ext>
            </a:extLst>
          </p:cNvPr>
          <p:cNvSpPr>
            <a:spLocks noGrp="1"/>
          </p:cNvSpPr>
          <p:nvPr>
            <p:ph type="sldNum" sz="quarter" idx="12"/>
          </p:nvPr>
        </p:nvSpPr>
        <p:spPr/>
        <p:txBody>
          <a:bodyPr/>
          <a:lstStyle/>
          <a:p>
            <a:fld id="{99327438-10A6-481A-A9CF-B37DB38C3F0F}" type="slidenum">
              <a:rPr lang="en-US" smtClean="0"/>
              <a:t>‹#›</a:t>
            </a:fld>
            <a:endParaRPr lang="en-US"/>
          </a:p>
        </p:txBody>
      </p:sp>
    </p:spTree>
    <p:extLst>
      <p:ext uri="{BB962C8B-B14F-4D97-AF65-F5344CB8AC3E}">
        <p14:creationId xmlns:p14="http://schemas.microsoft.com/office/powerpoint/2010/main" val="118495336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D77EBF4-2CD4-F34B-E5E2-783C7FC90783}"/>
              </a:ext>
            </a:extLst>
          </p:cNvPr>
          <p:cNvSpPr>
            <a:spLocks noGrp="1"/>
          </p:cNvSpPr>
          <p:nvPr>
            <p:ph type="title"/>
          </p:nvPr>
        </p:nvSpPr>
        <p:spPr>
          <a:xfrm>
            <a:off x="838200" y="365126"/>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D302689-B02C-F697-CBBE-D4B715CAEEC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AD59A43A-2FDE-9674-4AB5-0E6557C388F6}"/>
              </a:ext>
            </a:extLst>
          </p:cNvPr>
          <p:cNvSpPr>
            <a:spLocks noGrp="1"/>
          </p:cNvSpPr>
          <p:nvPr>
            <p:ph type="sldNum" sz="quarter" idx="4"/>
          </p:nvPr>
        </p:nvSpPr>
        <p:spPr>
          <a:xfrm>
            <a:off x="5057775" y="6492874"/>
            <a:ext cx="6296025" cy="228602"/>
          </a:xfrm>
          <a:prstGeom prst="rect">
            <a:avLst/>
          </a:prstGeom>
        </p:spPr>
        <p:txBody>
          <a:bodyPr vert="horz" lIns="91440" tIns="45720" rIns="91440" bIns="45720" rtlCol="0" anchor="ctr"/>
          <a:lstStyle>
            <a:lvl1pPr algn="r">
              <a:defRPr sz="1200">
                <a:solidFill>
                  <a:schemeClr val="tx1">
                    <a:tint val="75000"/>
                  </a:schemeClr>
                </a:solidFill>
              </a:defRPr>
            </a:lvl1pPr>
          </a:lstStyle>
          <a:p>
            <a:fld id="{42AC7B3F-6B4E-4D25-B7B7-E8356625ED92}" type="slidenum">
              <a:rPr lang="en-US" smtClean="0"/>
              <a:t>‹#›</a:t>
            </a:fld>
            <a:endParaRPr lang="en-US"/>
          </a:p>
        </p:txBody>
      </p:sp>
    </p:spTree>
    <p:extLst>
      <p:ext uri="{BB962C8B-B14F-4D97-AF65-F5344CB8AC3E}">
        <p14:creationId xmlns:p14="http://schemas.microsoft.com/office/powerpoint/2010/main" val="2756784398"/>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 id="2147483674" r:id="rId13"/>
    <p:sldLayoutId id="2147483675" r:id="rId14"/>
    <p:sldLayoutId id="2147483676" r:id="rId15"/>
    <p:sldLayoutId id="2147483677" r:id="rId16"/>
    <p:sldLayoutId id="2147483678" r:id="rId17"/>
    <p:sldLayoutId id="2147483679" r:id="rId18"/>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6.xml.rels><?xml version="1.0" encoding="UTF-8" standalone="yes"?>
<Relationships xmlns="http://schemas.openxmlformats.org/package/2006/relationships"><Relationship Id="rId3" Type="http://schemas.openxmlformats.org/officeDocument/2006/relationships/hyperlink" Target="https://www.fortiguard.com/encyclopedia/ips/43191" TargetMode="External"/><Relationship Id="rId2" Type="http://schemas.openxmlformats.org/officeDocument/2006/relationships/hyperlink" Target="https://www.kaspersky.com/resource-center/definitions/what-is-stuxnet" TargetMode="External"/><Relationship Id="rId1" Type="http://schemas.openxmlformats.org/officeDocument/2006/relationships/slideLayout" Target="../slideLayouts/slideLayout18.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0.xml.rels><?xml version="1.0" encoding="UTF-8" standalone="yes"?>
<Relationships xmlns="http://schemas.openxmlformats.org/package/2006/relationships"><Relationship Id="rId3" Type="http://schemas.openxmlformats.org/officeDocument/2006/relationships/hyperlink" Target="http://www.kaspersky.com/blog/leaking-fish-tank/22248" TargetMode="External"/><Relationship Id="rId2" Type="http://schemas.openxmlformats.org/officeDocument/2006/relationships/hyperlink" Target="https://www.cisa.gov/news-events/cybersecurity-advisories/aa21-042a" TargetMode="External"/><Relationship Id="rId1" Type="http://schemas.openxmlformats.org/officeDocument/2006/relationships/slideLayout" Target="../slideLayouts/slideLayout18.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8.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7.xml.rels><?xml version="1.0" encoding="UTF-8" standalone="yes"?>
<Relationships xmlns="http://schemas.openxmlformats.org/package/2006/relationships"><Relationship Id="rId3" Type="http://schemas.openxmlformats.org/officeDocument/2006/relationships/hyperlink" Target="https://www.cisa.gov/news-events/cybersecurity-advisories/aa23-320a" TargetMode="External"/><Relationship Id="rId2" Type="http://schemas.openxmlformats.org/officeDocument/2006/relationships/hyperlink" Target="https://www.kaspersky.com/resource-center/threats/ransomware-wannacry" TargetMode="External"/><Relationship Id="rId1" Type="http://schemas.openxmlformats.org/officeDocument/2006/relationships/slideLayout" Target="../slideLayouts/slideLayout18.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4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8.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42.xml.rels><?xml version="1.0" encoding="UTF-8" standalone="yes"?>
<Relationships xmlns="http://schemas.openxmlformats.org/package/2006/relationships"><Relationship Id="rId3" Type="http://schemas.openxmlformats.org/officeDocument/2006/relationships/hyperlink" Target="https://www.researchgate.net/publication/390114218" TargetMode="External"/><Relationship Id="rId2" Type="http://schemas.openxmlformats.org/officeDocument/2006/relationships/hyperlink" Target="https://bpbonline.com/products/establishing-security-operations-center?utm_source=chatgpt.com" TargetMode="External"/><Relationship Id="rId1" Type="http://schemas.openxmlformats.org/officeDocument/2006/relationships/slideLayout" Target="../slideLayouts/slideLayout18.xml"/><Relationship Id="rId5" Type="http://schemas.openxmlformats.org/officeDocument/2006/relationships/hyperlink" Target="https://www.wiley.com/en-us/Open-Source+Security+Operations+Center+%28SOC%29%3A+A+Complete+Guide+to+Establishing%2C+Managing%2C+and+Maintaining+a+Modern+SOC-p-9781394201624" TargetMode="External"/><Relationship Id="rId4" Type="http://schemas.openxmlformats.org/officeDocument/2006/relationships/hyperlink" Target="https://arxiv.org/abs/2505.23397?utm_source=chatgpt.com"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6318EDC-536E-47ED-B331-2034135B9A8F}"/>
              </a:ext>
            </a:extLst>
          </p:cNvPr>
          <p:cNvSpPr>
            <a:spLocks noGrp="1"/>
          </p:cNvSpPr>
          <p:nvPr>
            <p:ph type="ctrTitle"/>
          </p:nvPr>
        </p:nvSpPr>
        <p:spPr/>
        <p:txBody>
          <a:bodyPr/>
          <a:lstStyle/>
          <a:p>
            <a:r>
              <a:rPr lang="en-US" dirty="0"/>
              <a:t>Emerging Trends in SOC</a:t>
            </a:r>
          </a:p>
        </p:txBody>
      </p:sp>
      <p:sp>
        <p:nvSpPr>
          <p:cNvPr id="5" name="Subtitle 4">
            <a:extLst>
              <a:ext uri="{FF2B5EF4-FFF2-40B4-BE49-F238E27FC236}">
                <a16:creationId xmlns:a16="http://schemas.microsoft.com/office/drawing/2014/main" id="{BA5A69A5-1DB2-436F-A045-4342E5F337E7}"/>
              </a:ext>
            </a:extLst>
          </p:cNvPr>
          <p:cNvSpPr>
            <a:spLocks noGrp="1"/>
          </p:cNvSpPr>
          <p:nvPr>
            <p:ph type="subTitle" idx="1"/>
          </p:nvPr>
        </p:nvSpPr>
        <p:spPr/>
        <p:txBody>
          <a:bodyPr/>
          <a:lstStyle/>
          <a:p>
            <a:r>
              <a:rPr lang="en-US" dirty="0"/>
              <a:t>Topic 11</a:t>
            </a:r>
          </a:p>
        </p:txBody>
      </p:sp>
    </p:spTree>
    <p:extLst>
      <p:ext uri="{BB962C8B-B14F-4D97-AF65-F5344CB8AC3E}">
        <p14:creationId xmlns:p14="http://schemas.microsoft.com/office/powerpoint/2010/main" val="108413200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AD00A3-2BB7-4918-BB29-33C486C90075}"/>
              </a:ext>
            </a:extLst>
          </p:cNvPr>
          <p:cNvSpPr>
            <a:spLocks noGrp="1"/>
          </p:cNvSpPr>
          <p:nvPr>
            <p:ph type="title"/>
          </p:nvPr>
        </p:nvSpPr>
        <p:spPr/>
        <p:txBody>
          <a:bodyPr>
            <a:normAutofit/>
          </a:bodyPr>
          <a:lstStyle/>
          <a:p>
            <a:r>
              <a:rPr lang="en-US" sz="5400" dirty="0"/>
              <a:t>Emerging Trends in SOC: Cloud Monitoring and Challenges</a:t>
            </a:r>
          </a:p>
        </p:txBody>
      </p:sp>
      <p:sp>
        <p:nvSpPr>
          <p:cNvPr id="6" name="Text Placeholder 5">
            <a:extLst>
              <a:ext uri="{FF2B5EF4-FFF2-40B4-BE49-F238E27FC236}">
                <a16:creationId xmlns:a16="http://schemas.microsoft.com/office/drawing/2014/main" id="{6714811D-2DF0-4469-B775-3F5F930AB6FF}"/>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117599759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CD7DF9-7FE4-40BD-A6C9-B144B03A172E}"/>
              </a:ext>
            </a:extLst>
          </p:cNvPr>
          <p:cNvSpPr>
            <a:spLocks noGrp="1"/>
          </p:cNvSpPr>
          <p:nvPr>
            <p:ph type="title"/>
          </p:nvPr>
        </p:nvSpPr>
        <p:spPr>
          <a:xfrm>
            <a:off x="838200" y="365126"/>
            <a:ext cx="10515600" cy="1325563"/>
          </a:xfrm>
        </p:spPr>
        <p:txBody>
          <a:bodyPr/>
          <a:lstStyle/>
          <a:p>
            <a:r>
              <a:rPr lang="en-US" dirty="0"/>
              <a:t>Introduction to Cloud-Centric SOC Operations</a:t>
            </a:r>
          </a:p>
        </p:txBody>
      </p:sp>
      <p:sp>
        <p:nvSpPr>
          <p:cNvPr id="3" name="Text Placeholder 2">
            <a:extLst>
              <a:ext uri="{FF2B5EF4-FFF2-40B4-BE49-F238E27FC236}">
                <a16:creationId xmlns:a16="http://schemas.microsoft.com/office/drawing/2014/main" id="{A5672E74-A47C-4924-97FD-A3403B417400}"/>
              </a:ext>
            </a:extLst>
          </p:cNvPr>
          <p:cNvSpPr>
            <a:spLocks noGrp="1"/>
          </p:cNvSpPr>
          <p:nvPr>
            <p:ph type="body" idx="1"/>
          </p:nvPr>
        </p:nvSpPr>
        <p:spPr>
          <a:xfrm>
            <a:off x="838200" y="1825625"/>
            <a:ext cx="10515600" cy="4351338"/>
          </a:xfrm>
        </p:spPr>
        <p:txBody>
          <a:bodyPr>
            <a:normAutofit/>
          </a:bodyPr>
          <a:lstStyle/>
          <a:p>
            <a:pPr lvl="0"/>
            <a:r>
              <a:rPr lang="en-US" sz="2400" dirty="0"/>
              <a:t>Organizations are rapidly adopting AWS, Azure, and Google Cloud to reduce cost and improve scalability. This shift requires SOC teams to rethink traditional monitoring because visibility in cloud environments is API-based rather than hardware-based.</a:t>
            </a:r>
          </a:p>
          <a:p>
            <a:pPr lvl="0"/>
            <a:r>
              <a:rPr lang="en-US" sz="2400" dirty="0"/>
              <a:t>Most enterprises now use multiple cloud providers along with on-premise systems. SOC analysts must correlate alerts across different platforms, making centralized monitoring essential.</a:t>
            </a:r>
          </a:p>
          <a:p>
            <a:pPr lvl="0"/>
            <a:r>
              <a:rPr lang="en-US" sz="2400" dirty="0"/>
              <a:t>Cloud-native SOCs must use cloud logs, telemetry, and identity monitoring to detect threats that do not follow traditional network perimeters.</a:t>
            </a:r>
          </a:p>
          <a:p>
            <a:pPr lvl="0"/>
            <a:endParaRPr lang="en-US" sz="2400" dirty="0"/>
          </a:p>
        </p:txBody>
      </p:sp>
    </p:spTree>
    <p:extLst>
      <p:ext uri="{BB962C8B-B14F-4D97-AF65-F5344CB8AC3E}">
        <p14:creationId xmlns:p14="http://schemas.microsoft.com/office/powerpoint/2010/main" val="15551469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5E037A-F6B0-496E-9DC0-D3411712B910}"/>
              </a:ext>
            </a:extLst>
          </p:cNvPr>
          <p:cNvSpPr>
            <a:spLocks noGrp="1"/>
          </p:cNvSpPr>
          <p:nvPr>
            <p:ph type="title"/>
          </p:nvPr>
        </p:nvSpPr>
        <p:spPr>
          <a:xfrm>
            <a:off x="838200" y="365126"/>
            <a:ext cx="10515600" cy="1325563"/>
          </a:xfrm>
        </p:spPr>
        <p:txBody>
          <a:bodyPr/>
          <a:lstStyle/>
          <a:p>
            <a:r>
              <a:rPr lang="en-US" dirty="0"/>
              <a:t>Key Characteristics of Cloud Environments</a:t>
            </a:r>
          </a:p>
        </p:txBody>
      </p:sp>
      <p:sp>
        <p:nvSpPr>
          <p:cNvPr id="3" name="Text Placeholder 2">
            <a:extLst>
              <a:ext uri="{FF2B5EF4-FFF2-40B4-BE49-F238E27FC236}">
                <a16:creationId xmlns:a16="http://schemas.microsoft.com/office/drawing/2014/main" id="{04321B28-051A-4D57-A2C8-96B7A4C0A183}"/>
              </a:ext>
            </a:extLst>
          </p:cNvPr>
          <p:cNvSpPr>
            <a:spLocks noGrp="1"/>
          </p:cNvSpPr>
          <p:nvPr>
            <p:ph type="body" idx="1"/>
          </p:nvPr>
        </p:nvSpPr>
        <p:spPr>
          <a:xfrm>
            <a:off x="838200" y="1825624"/>
            <a:ext cx="10515600" cy="4761787"/>
          </a:xfrm>
        </p:spPr>
        <p:txBody>
          <a:bodyPr>
            <a:normAutofit/>
          </a:bodyPr>
          <a:lstStyle/>
          <a:p>
            <a:pPr lvl="0"/>
            <a:r>
              <a:rPr lang="en-US" dirty="0"/>
              <a:t>Elastic and temporary resources: </a:t>
            </a:r>
          </a:p>
          <a:p>
            <a:pPr lvl="1"/>
            <a:r>
              <a:rPr lang="en-US" dirty="0"/>
              <a:t>Virtual machines, containers, and serverless functions can appear and disappear within seconds, making manual tracking impossible. </a:t>
            </a:r>
          </a:p>
          <a:p>
            <a:pPr lvl="1"/>
            <a:r>
              <a:rPr lang="en-US" dirty="0"/>
              <a:t>SOCs need automated inventory and logging.</a:t>
            </a:r>
          </a:p>
          <a:p>
            <a:pPr lvl="0"/>
            <a:r>
              <a:rPr lang="en-US" dirty="0"/>
              <a:t>Shared responsibility model: </a:t>
            </a:r>
          </a:p>
          <a:p>
            <a:pPr lvl="1"/>
            <a:r>
              <a:rPr lang="en-US" dirty="0"/>
              <a:t>Cloud providers secure physical infrastructure, but customers must secure data, identities, configurations, and access policies. </a:t>
            </a:r>
          </a:p>
          <a:p>
            <a:pPr lvl="1"/>
            <a:r>
              <a:rPr lang="en-US" dirty="0"/>
              <a:t>Many breaches occur when organizations misunderstand this division.</a:t>
            </a:r>
          </a:p>
          <a:p>
            <a:pPr lvl="0"/>
            <a:r>
              <a:rPr lang="en-US" dirty="0"/>
              <a:t>Distributed architecture: </a:t>
            </a:r>
          </a:p>
          <a:p>
            <a:pPr lvl="1"/>
            <a:r>
              <a:rPr lang="en-US" dirty="0"/>
              <a:t>Cloud workloads are spread across regions and services, making it harder to trace attack paths compared to a single internal network.</a:t>
            </a:r>
          </a:p>
          <a:p>
            <a:pPr lvl="0"/>
            <a:endParaRPr lang="en-US" dirty="0"/>
          </a:p>
        </p:txBody>
      </p:sp>
    </p:spTree>
    <p:extLst>
      <p:ext uri="{BB962C8B-B14F-4D97-AF65-F5344CB8AC3E}">
        <p14:creationId xmlns:p14="http://schemas.microsoft.com/office/powerpoint/2010/main" val="21289844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BE5EF4-A329-4EBD-862E-86A2D54E7E30}"/>
              </a:ext>
            </a:extLst>
          </p:cNvPr>
          <p:cNvSpPr>
            <a:spLocks noGrp="1"/>
          </p:cNvSpPr>
          <p:nvPr>
            <p:ph type="title"/>
          </p:nvPr>
        </p:nvSpPr>
        <p:spPr>
          <a:xfrm>
            <a:off x="838200" y="365126"/>
            <a:ext cx="10515600" cy="1325563"/>
          </a:xfrm>
        </p:spPr>
        <p:txBody>
          <a:bodyPr/>
          <a:lstStyle/>
          <a:p>
            <a:r>
              <a:rPr lang="en-US" dirty="0"/>
              <a:t>Core Cloud Monitoring Requirements</a:t>
            </a:r>
          </a:p>
        </p:txBody>
      </p:sp>
      <p:sp>
        <p:nvSpPr>
          <p:cNvPr id="3" name="Text Placeholder 2">
            <a:extLst>
              <a:ext uri="{FF2B5EF4-FFF2-40B4-BE49-F238E27FC236}">
                <a16:creationId xmlns:a16="http://schemas.microsoft.com/office/drawing/2014/main" id="{40C8343F-063B-4713-8153-C929C6450038}"/>
              </a:ext>
            </a:extLst>
          </p:cNvPr>
          <p:cNvSpPr>
            <a:spLocks noGrp="1"/>
          </p:cNvSpPr>
          <p:nvPr>
            <p:ph type="body" idx="1"/>
          </p:nvPr>
        </p:nvSpPr>
        <p:spPr>
          <a:xfrm>
            <a:off x="838200" y="1825624"/>
            <a:ext cx="10515600" cy="4905375"/>
          </a:xfrm>
        </p:spPr>
        <p:txBody>
          <a:bodyPr>
            <a:normAutofit lnSpcReduction="10000"/>
          </a:bodyPr>
          <a:lstStyle/>
          <a:p>
            <a:pPr lvl="0"/>
            <a:r>
              <a:rPr lang="en-US" sz="2400" dirty="0"/>
              <a:t>SOCs must collect logs from sources like AWS CloudTrail, Azure Activity Logs, and GCP Audit Logs to monitor administrative actions and suspicious activities.</a:t>
            </a:r>
          </a:p>
          <a:p>
            <a:pPr lvl="0"/>
            <a:r>
              <a:rPr lang="en-US" sz="2400" dirty="0"/>
              <a:t>Continuous scanning is needed to detect misconfigurations such as open storage buckets or weakened firewalls—these are key attack vectors in cloud breaches.</a:t>
            </a:r>
          </a:p>
          <a:p>
            <a:pPr lvl="0"/>
            <a:r>
              <a:rPr lang="en-US" sz="2400" dirty="0"/>
              <a:t>Cloud attacks often start with compromised credentials. SOCs monitor IAM logs for unusual login patterns, privilege escalations, or API key misuse.</a:t>
            </a:r>
          </a:p>
          <a:p>
            <a:pPr lvl="0"/>
            <a:r>
              <a:rPr lang="en-US" sz="2400" dirty="0"/>
              <a:t>Virtual networks do not offer full packet capture. SOCs rely on tools like VPC Flow Logs for traffic monitoring. Behavioral analysis becomes more important.</a:t>
            </a:r>
          </a:p>
          <a:p>
            <a:pPr lvl="0"/>
            <a:r>
              <a:rPr lang="en-US" sz="2400" dirty="0"/>
              <a:t>Monitoring cloud APIs allows detection of automation abuse and unauthorized programmatic access.</a:t>
            </a:r>
          </a:p>
          <a:p>
            <a:pPr lvl="0"/>
            <a:endParaRPr lang="en-US" sz="2400" dirty="0"/>
          </a:p>
        </p:txBody>
      </p:sp>
    </p:spTree>
    <p:extLst>
      <p:ext uri="{BB962C8B-B14F-4D97-AF65-F5344CB8AC3E}">
        <p14:creationId xmlns:p14="http://schemas.microsoft.com/office/powerpoint/2010/main" val="37819432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69E2B6-0AF7-4D27-8F78-D5EA5C30AFE1}"/>
              </a:ext>
            </a:extLst>
          </p:cNvPr>
          <p:cNvSpPr>
            <a:spLocks noGrp="1"/>
          </p:cNvSpPr>
          <p:nvPr>
            <p:ph type="title"/>
          </p:nvPr>
        </p:nvSpPr>
        <p:spPr>
          <a:xfrm>
            <a:off x="838200" y="365126"/>
            <a:ext cx="10515600" cy="1325563"/>
          </a:xfrm>
        </p:spPr>
        <p:txBody>
          <a:bodyPr/>
          <a:lstStyle/>
          <a:p>
            <a:r>
              <a:rPr lang="en-US" dirty="0"/>
              <a:t>Common Threats in Cloud Environments</a:t>
            </a:r>
          </a:p>
        </p:txBody>
      </p:sp>
      <p:sp>
        <p:nvSpPr>
          <p:cNvPr id="3" name="Text Placeholder 2">
            <a:extLst>
              <a:ext uri="{FF2B5EF4-FFF2-40B4-BE49-F238E27FC236}">
                <a16:creationId xmlns:a16="http://schemas.microsoft.com/office/drawing/2014/main" id="{6A2FDF1D-4F81-4923-9E3C-CCD9DBD4051C}"/>
              </a:ext>
            </a:extLst>
          </p:cNvPr>
          <p:cNvSpPr>
            <a:spLocks noGrp="1"/>
          </p:cNvSpPr>
          <p:nvPr>
            <p:ph type="body" idx="1"/>
          </p:nvPr>
        </p:nvSpPr>
        <p:spPr>
          <a:xfrm>
            <a:off x="838200" y="1825625"/>
            <a:ext cx="10515600" cy="4820708"/>
          </a:xfrm>
        </p:spPr>
        <p:txBody>
          <a:bodyPr>
            <a:normAutofit fontScale="85000" lnSpcReduction="10000"/>
          </a:bodyPr>
          <a:lstStyle/>
          <a:p>
            <a:pPr lvl="0"/>
            <a:r>
              <a:rPr lang="en-US" dirty="0"/>
              <a:t>Misconfigurations: </a:t>
            </a:r>
          </a:p>
          <a:p>
            <a:pPr lvl="1"/>
            <a:r>
              <a:rPr lang="en-US" dirty="0"/>
              <a:t>Incorrectly configured S3 buckets or cloud storage often expose sensitive data publicly. Attackers actively scan the internet for such misconfigurations.</a:t>
            </a:r>
          </a:p>
          <a:p>
            <a:pPr lvl="0"/>
            <a:r>
              <a:rPr lang="en-US" dirty="0"/>
              <a:t>Credential theft: </a:t>
            </a:r>
          </a:p>
          <a:p>
            <a:pPr lvl="1"/>
            <a:r>
              <a:rPr lang="en-US" dirty="0"/>
              <a:t>Attackers may steal API keys or cloud access tokens, giving them unrestricted access to cloud services.</a:t>
            </a:r>
          </a:p>
          <a:p>
            <a:pPr lvl="0"/>
            <a:r>
              <a:rPr lang="en-US" dirty="0"/>
              <a:t>Serverless exploitation: </a:t>
            </a:r>
          </a:p>
          <a:p>
            <a:pPr lvl="1"/>
            <a:r>
              <a:rPr lang="en-US" dirty="0"/>
              <a:t>Functions with weak input validation can be abused for injection attacks or privilege escalation.</a:t>
            </a:r>
          </a:p>
          <a:p>
            <a:pPr lvl="0"/>
            <a:r>
              <a:rPr lang="en-US" dirty="0"/>
              <a:t>Container-focused attacks: </a:t>
            </a:r>
          </a:p>
          <a:p>
            <a:pPr lvl="2"/>
            <a:r>
              <a:rPr lang="en-US" dirty="0"/>
              <a:t>Kubernetes clusters are frequently targeted due to insecure dashboards, weak RBAC roles, and exposed APIs.</a:t>
            </a:r>
          </a:p>
          <a:p>
            <a:pPr lvl="0"/>
            <a:r>
              <a:rPr lang="en-US" dirty="0" err="1"/>
              <a:t>Cryptomining</a:t>
            </a:r>
            <a:r>
              <a:rPr lang="en-US" dirty="0"/>
              <a:t>: </a:t>
            </a:r>
          </a:p>
          <a:p>
            <a:pPr lvl="1"/>
            <a:r>
              <a:rPr lang="en-US" dirty="0"/>
              <a:t>Attackers exploit unrestricted cloud compute to run cryptocurrency miners, often detected through abnormal CPU usage.</a:t>
            </a:r>
          </a:p>
          <a:p>
            <a:pPr lvl="0"/>
            <a:endParaRPr lang="en-US" dirty="0"/>
          </a:p>
        </p:txBody>
      </p:sp>
    </p:spTree>
    <p:extLst>
      <p:ext uri="{BB962C8B-B14F-4D97-AF65-F5344CB8AC3E}">
        <p14:creationId xmlns:p14="http://schemas.microsoft.com/office/powerpoint/2010/main" val="98038193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27C2A0-B697-4809-B3D0-6209183B2248}"/>
              </a:ext>
            </a:extLst>
          </p:cNvPr>
          <p:cNvSpPr>
            <a:spLocks noGrp="1"/>
          </p:cNvSpPr>
          <p:nvPr>
            <p:ph type="title"/>
          </p:nvPr>
        </p:nvSpPr>
        <p:spPr>
          <a:xfrm>
            <a:off x="838200" y="365126"/>
            <a:ext cx="10515600" cy="1325563"/>
          </a:xfrm>
        </p:spPr>
        <p:txBody>
          <a:bodyPr/>
          <a:lstStyle/>
          <a:p>
            <a:r>
              <a:rPr lang="en-US" dirty="0"/>
              <a:t>Notable Real-World Incidents</a:t>
            </a:r>
          </a:p>
        </p:txBody>
      </p:sp>
      <p:sp>
        <p:nvSpPr>
          <p:cNvPr id="3" name="Text Placeholder 2">
            <a:extLst>
              <a:ext uri="{FF2B5EF4-FFF2-40B4-BE49-F238E27FC236}">
                <a16:creationId xmlns:a16="http://schemas.microsoft.com/office/drawing/2014/main" id="{61584B73-0DA4-4053-9326-F92802279FE0}"/>
              </a:ext>
            </a:extLst>
          </p:cNvPr>
          <p:cNvSpPr>
            <a:spLocks noGrp="1"/>
          </p:cNvSpPr>
          <p:nvPr>
            <p:ph type="body" idx="1"/>
          </p:nvPr>
        </p:nvSpPr>
        <p:spPr>
          <a:xfrm>
            <a:off x="838200" y="1825625"/>
            <a:ext cx="10515600" cy="4351338"/>
          </a:xfrm>
        </p:spPr>
        <p:txBody>
          <a:bodyPr/>
          <a:lstStyle/>
          <a:p>
            <a:pPr lvl="0"/>
            <a:r>
              <a:rPr lang="en-US" dirty="0"/>
              <a:t>Capital One breach (2019)*: A misconfigured firewall and SSRF vulnerability allowed an attacker to access customer data stored in AWS.</a:t>
            </a:r>
          </a:p>
          <a:p>
            <a:pPr lvl="0"/>
            <a:r>
              <a:rPr lang="en-US" dirty="0"/>
              <a:t>Tesla Kubernetes breach: Attackers exploited an open Kubernetes dashboard and deployed crypto miners on Tesla’s cloud environment.</a:t>
            </a:r>
          </a:p>
          <a:p>
            <a:pPr lvl="0"/>
            <a:r>
              <a:rPr lang="en-US" dirty="0"/>
              <a:t>GCP service account key theft: Attackers used leaked keys to take over virtual machines and launch additional attacks.</a:t>
            </a:r>
          </a:p>
          <a:p>
            <a:pPr lvl="0"/>
            <a:endParaRPr lang="en-US" dirty="0"/>
          </a:p>
        </p:txBody>
      </p:sp>
      <p:sp>
        <p:nvSpPr>
          <p:cNvPr id="5" name="TextBox 4">
            <a:extLst>
              <a:ext uri="{FF2B5EF4-FFF2-40B4-BE49-F238E27FC236}">
                <a16:creationId xmlns:a16="http://schemas.microsoft.com/office/drawing/2014/main" id="{33C3395F-E765-437A-BC81-13F2A0B722B7}"/>
              </a:ext>
            </a:extLst>
          </p:cNvPr>
          <p:cNvSpPr txBox="1"/>
          <p:nvPr/>
        </p:nvSpPr>
        <p:spPr>
          <a:xfrm>
            <a:off x="1014703" y="5988733"/>
            <a:ext cx="10844505" cy="646331"/>
          </a:xfrm>
          <a:prstGeom prst="rect">
            <a:avLst/>
          </a:prstGeom>
          <a:noFill/>
        </p:spPr>
        <p:txBody>
          <a:bodyPr wrap="square">
            <a:spAutoFit/>
          </a:bodyPr>
          <a:lstStyle/>
          <a:p>
            <a:r>
              <a:rPr lang="en-US" sz="1200" b="1" i="0" dirty="0">
                <a:effectLst/>
                <a:latin typeface="Courier New" panose="02070309020205020404" pitchFamily="49" charset="0"/>
              </a:rPr>
              <a:t>* </a:t>
            </a:r>
            <a:r>
              <a:rPr lang="en-US" sz="1200" b="1" i="0" dirty="0" err="1">
                <a:solidFill>
                  <a:srgbClr val="333333"/>
                </a:solidFill>
                <a:effectLst/>
                <a:latin typeface="Courier New" panose="02070309020205020404" pitchFamily="49" charset="0"/>
              </a:rPr>
              <a:t>Shaharyar</a:t>
            </a:r>
            <a:r>
              <a:rPr lang="en-US" sz="1200" b="1" i="0" dirty="0">
                <a:solidFill>
                  <a:srgbClr val="333333"/>
                </a:solidFill>
                <a:effectLst/>
                <a:latin typeface="Courier New" panose="02070309020205020404" pitchFamily="49" charset="0"/>
              </a:rPr>
              <a:t> Khan, Ilya </a:t>
            </a:r>
            <a:r>
              <a:rPr lang="en-US" sz="1200" b="1" i="0" dirty="0" err="1">
                <a:solidFill>
                  <a:srgbClr val="333333"/>
                </a:solidFill>
                <a:effectLst/>
                <a:latin typeface="Courier New" panose="02070309020205020404" pitchFamily="49" charset="0"/>
              </a:rPr>
              <a:t>Kabanov</a:t>
            </a:r>
            <a:r>
              <a:rPr lang="en-US" sz="1200" b="1" i="0" dirty="0">
                <a:solidFill>
                  <a:srgbClr val="333333"/>
                </a:solidFill>
                <a:effectLst/>
                <a:latin typeface="Courier New" panose="02070309020205020404" pitchFamily="49" charset="0"/>
              </a:rPr>
              <a:t>, </a:t>
            </a:r>
            <a:r>
              <a:rPr lang="en-US" sz="1200" b="1" i="0" dirty="0" err="1">
                <a:solidFill>
                  <a:srgbClr val="333333"/>
                </a:solidFill>
                <a:effectLst/>
                <a:latin typeface="Courier New" panose="02070309020205020404" pitchFamily="49" charset="0"/>
              </a:rPr>
              <a:t>Yunke</a:t>
            </a:r>
            <a:r>
              <a:rPr lang="en-US" sz="1200" b="1" i="0" dirty="0">
                <a:solidFill>
                  <a:srgbClr val="333333"/>
                </a:solidFill>
                <a:effectLst/>
                <a:latin typeface="Courier New" panose="02070309020205020404" pitchFamily="49" charset="0"/>
              </a:rPr>
              <a:t> Hua, and Stuart </a:t>
            </a:r>
            <a:r>
              <a:rPr lang="en-US" sz="1200" b="1" i="0" dirty="0" err="1">
                <a:solidFill>
                  <a:srgbClr val="333333"/>
                </a:solidFill>
                <a:effectLst/>
                <a:latin typeface="Courier New" panose="02070309020205020404" pitchFamily="49" charset="0"/>
              </a:rPr>
              <a:t>Madnick</a:t>
            </a:r>
            <a:r>
              <a:rPr lang="en-US" sz="1200" b="1" i="0" dirty="0">
                <a:solidFill>
                  <a:srgbClr val="333333"/>
                </a:solidFill>
                <a:effectLst/>
                <a:latin typeface="Courier New" panose="02070309020205020404" pitchFamily="49" charset="0"/>
              </a:rPr>
              <a:t>. 2022. A Systematic Analysis of the Capital One Data Breach: Critical Lessons Learned. ACM Trans. Priv. </a:t>
            </a:r>
            <a:r>
              <a:rPr lang="en-US" sz="1200" b="1" i="0" dirty="0" err="1">
                <a:solidFill>
                  <a:srgbClr val="333333"/>
                </a:solidFill>
                <a:effectLst/>
                <a:latin typeface="Courier New" panose="02070309020205020404" pitchFamily="49" charset="0"/>
              </a:rPr>
              <a:t>Secur</a:t>
            </a:r>
            <a:r>
              <a:rPr lang="en-US" sz="1200" b="1" i="0" dirty="0">
                <a:solidFill>
                  <a:srgbClr val="333333"/>
                </a:solidFill>
                <a:effectLst/>
                <a:latin typeface="Courier New" panose="02070309020205020404" pitchFamily="49" charset="0"/>
              </a:rPr>
              <a:t>. 26, 1, Article 3 (February 2023), 29 pages. https://doi.org/10.1145/3546068</a:t>
            </a:r>
            <a:endParaRPr lang="en-US" sz="1200" b="1" dirty="0"/>
          </a:p>
        </p:txBody>
      </p:sp>
    </p:spTree>
    <p:extLst>
      <p:ext uri="{BB962C8B-B14F-4D97-AF65-F5344CB8AC3E}">
        <p14:creationId xmlns:p14="http://schemas.microsoft.com/office/powerpoint/2010/main" val="10959346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B9B217-919B-4A05-A4D7-1A9C053DDE90}"/>
              </a:ext>
            </a:extLst>
          </p:cNvPr>
          <p:cNvSpPr>
            <a:spLocks noGrp="1"/>
          </p:cNvSpPr>
          <p:nvPr>
            <p:ph type="title"/>
          </p:nvPr>
        </p:nvSpPr>
        <p:spPr>
          <a:xfrm>
            <a:off x="838200" y="365126"/>
            <a:ext cx="10515600" cy="1325563"/>
          </a:xfrm>
        </p:spPr>
        <p:txBody>
          <a:bodyPr/>
          <a:lstStyle/>
          <a:p>
            <a:r>
              <a:rPr lang="en-US" dirty="0"/>
              <a:t>Threat Actors Targeting Cloud</a:t>
            </a:r>
          </a:p>
        </p:txBody>
      </p:sp>
      <p:sp>
        <p:nvSpPr>
          <p:cNvPr id="3" name="Text Placeholder 2">
            <a:extLst>
              <a:ext uri="{FF2B5EF4-FFF2-40B4-BE49-F238E27FC236}">
                <a16:creationId xmlns:a16="http://schemas.microsoft.com/office/drawing/2014/main" id="{A343A4F8-3550-4BD5-8C73-EA42EAEEA5B5}"/>
              </a:ext>
            </a:extLst>
          </p:cNvPr>
          <p:cNvSpPr>
            <a:spLocks noGrp="1"/>
          </p:cNvSpPr>
          <p:nvPr>
            <p:ph type="body" idx="1"/>
          </p:nvPr>
        </p:nvSpPr>
        <p:spPr>
          <a:xfrm>
            <a:off x="838200" y="1825625"/>
            <a:ext cx="10515600" cy="4351338"/>
          </a:xfrm>
        </p:spPr>
        <p:txBody>
          <a:bodyPr/>
          <a:lstStyle/>
          <a:p>
            <a:pPr lvl="0"/>
            <a:r>
              <a:rPr lang="en-US" dirty="0"/>
              <a:t>APT groups (e.g., APT29): State-sponsored groups increasingly target cloud identities and OAuth tokens for espionage.</a:t>
            </a:r>
          </a:p>
          <a:p>
            <a:pPr lvl="0"/>
            <a:r>
              <a:rPr lang="en-US" dirty="0"/>
              <a:t>LAPSUS$: Known for social engineering cloud administrators and manipulating identity systems.</a:t>
            </a:r>
          </a:p>
          <a:p>
            <a:pPr lvl="0"/>
            <a:r>
              <a:rPr lang="en-US" dirty="0"/>
              <a:t>Cybercriminals: Focus on </a:t>
            </a:r>
            <a:r>
              <a:rPr lang="en-US" dirty="0" err="1"/>
              <a:t>cryptomining</a:t>
            </a:r>
            <a:r>
              <a:rPr lang="en-US" dirty="0"/>
              <a:t>, ransomware, and cloud resource abuse.</a:t>
            </a:r>
          </a:p>
          <a:p>
            <a:pPr lvl="0"/>
            <a:endParaRPr lang="en-US" dirty="0"/>
          </a:p>
        </p:txBody>
      </p:sp>
    </p:spTree>
    <p:extLst>
      <p:ext uri="{BB962C8B-B14F-4D97-AF65-F5344CB8AC3E}">
        <p14:creationId xmlns:p14="http://schemas.microsoft.com/office/powerpoint/2010/main" val="398354029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66D99D-87BD-4A77-A972-F59A4E69ADF6}"/>
              </a:ext>
            </a:extLst>
          </p:cNvPr>
          <p:cNvSpPr>
            <a:spLocks noGrp="1"/>
          </p:cNvSpPr>
          <p:nvPr>
            <p:ph type="title"/>
          </p:nvPr>
        </p:nvSpPr>
        <p:spPr>
          <a:xfrm>
            <a:off x="838200" y="365126"/>
            <a:ext cx="10515600" cy="1325563"/>
          </a:xfrm>
        </p:spPr>
        <p:txBody>
          <a:bodyPr/>
          <a:lstStyle/>
          <a:p>
            <a:r>
              <a:rPr lang="en-US" dirty="0"/>
              <a:t>Cloud Monitoring Tools</a:t>
            </a:r>
          </a:p>
        </p:txBody>
      </p:sp>
      <p:sp>
        <p:nvSpPr>
          <p:cNvPr id="3" name="Text Placeholder 2">
            <a:extLst>
              <a:ext uri="{FF2B5EF4-FFF2-40B4-BE49-F238E27FC236}">
                <a16:creationId xmlns:a16="http://schemas.microsoft.com/office/drawing/2014/main" id="{F6C84B6E-F118-4302-A06F-C0B900467462}"/>
              </a:ext>
            </a:extLst>
          </p:cNvPr>
          <p:cNvSpPr>
            <a:spLocks noGrp="1"/>
          </p:cNvSpPr>
          <p:nvPr>
            <p:ph type="body" idx="1"/>
          </p:nvPr>
        </p:nvSpPr>
        <p:spPr>
          <a:xfrm>
            <a:off x="838200" y="1825625"/>
            <a:ext cx="10515600" cy="4351338"/>
          </a:xfrm>
        </p:spPr>
        <p:txBody>
          <a:bodyPr/>
          <a:lstStyle/>
          <a:p>
            <a:pPr lvl="0"/>
            <a:r>
              <a:rPr lang="en-US"/>
              <a:t>SIEM/SOAR: Splunk Cloud, Azure Sentinel, Google Chronicle centralize logs and automate responses.</a:t>
            </a:r>
          </a:p>
          <a:p>
            <a:pPr lvl="0"/>
            <a:r>
              <a:rPr lang="en-US"/>
              <a:t>CSPM: Tools like Wiz and Prisma Cloud continuously monitor configurations and highlight cloud risks.</a:t>
            </a:r>
          </a:p>
          <a:p>
            <a:pPr lvl="0"/>
            <a:r>
              <a:rPr lang="en-US"/>
              <a:t>CWPP: Defender for Cloud and Trend Micro secure cloud workloads, containers, and serverless environments.</a:t>
            </a:r>
          </a:p>
          <a:p>
            <a:pPr lvl="0"/>
            <a:r>
              <a:rPr lang="en-US"/>
              <a:t>Kubernetes monitoring: Falco detects suspicious system calls in containers.</a:t>
            </a:r>
          </a:p>
          <a:p>
            <a:pPr lvl="0"/>
            <a:endParaRPr lang="en-US"/>
          </a:p>
        </p:txBody>
      </p:sp>
    </p:spTree>
    <p:extLst>
      <p:ext uri="{BB962C8B-B14F-4D97-AF65-F5344CB8AC3E}">
        <p14:creationId xmlns:p14="http://schemas.microsoft.com/office/powerpoint/2010/main" val="226148495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B880C6-B182-49A9-8905-D746944034EC}"/>
              </a:ext>
            </a:extLst>
          </p:cNvPr>
          <p:cNvSpPr>
            <a:spLocks noGrp="1"/>
          </p:cNvSpPr>
          <p:nvPr>
            <p:ph type="title"/>
          </p:nvPr>
        </p:nvSpPr>
        <p:spPr>
          <a:xfrm>
            <a:off x="838200" y="365126"/>
            <a:ext cx="10515600" cy="1325563"/>
          </a:xfrm>
        </p:spPr>
        <p:txBody>
          <a:bodyPr/>
          <a:lstStyle/>
          <a:p>
            <a:r>
              <a:rPr lang="en-US" dirty="0"/>
              <a:t>Challenges in Cloud Monitoring</a:t>
            </a:r>
          </a:p>
        </p:txBody>
      </p:sp>
      <p:sp>
        <p:nvSpPr>
          <p:cNvPr id="3" name="Text Placeholder 2">
            <a:extLst>
              <a:ext uri="{FF2B5EF4-FFF2-40B4-BE49-F238E27FC236}">
                <a16:creationId xmlns:a16="http://schemas.microsoft.com/office/drawing/2014/main" id="{64DB99F8-F6AD-463D-B825-F5C98EA0F78C}"/>
              </a:ext>
            </a:extLst>
          </p:cNvPr>
          <p:cNvSpPr>
            <a:spLocks noGrp="1"/>
          </p:cNvSpPr>
          <p:nvPr>
            <p:ph type="body" idx="1"/>
          </p:nvPr>
        </p:nvSpPr>
        <p:spPr>
          <a:xfrm>
            <a:off x="838200" y="1825624"/>
            <a:ext cx="10515600" cy="5032375"/>
          </a:xfrm>
        </p:spPr>
        <p:txBody>
          <a:bodyPr>
            <a:normAutofit fontScale="92500" lnSpcReduction="20000"/>
          </a:bodyPr>
          <a:lstStyle/>
          <a:p>
            <a:pPr lvl="0"/>
            <a:r>
              <a:rPr lang="en-US" dirty="0"/>
              <a:t>High log volume: </a:t>
            </a:r>
          </a:p>
          <a:p>
            <a:pPr lvl="1"/>
            <a:r>
              <a:rPr lang="en-US" dirty="0"/>
              <a:t>Cloud logs generate massive data, increasing storage costs and requiring filtering strategies.</a:t>
            </a:r>
          </a:p>
          <a:p>
            <a:pPr lvl="0"/>
            <a:r>
              <a:rPr lang="en-US" dirty="0"/>
              <a:t>Limited packet capture: </a:t>
            </a:r>
          </a:p>
          <a:p>
            <a:pPr lvl="1"/>
            <a:r>
              <a:rPr lang="en-US" dirty="0"/>
              <a:t>Cloud networks do not expose full raw traffic, reducing deep inspection capability.</a:t>
            </a:r>
          </a:p>
          <a:p>
            <a:pPr lvl="0"/>
            <a:r>
              <a:rPr lang="en-US" dirty="0"/>
              <a:t>Complex identity systems: </a:t>
            </a:r>
          </a:p>
          <a:p>
            <a:pPr lvl="1"/>
            <a:r>
              <a:rPr lang="en-US" dirty="0"/>
              <a:t>Cloud platforms involve many roles and service accounts, making access control difficult to monitor.</a:t>
            </a:r>
          </a:p>
          <a:p>
            <a:pPr lvl="0"/>
            <a:r>
              <a:rPr lang="en-US" dirty="0"/>
              <a:t>Shadow IT: </a:t>
            </a:r>
          </a:p>
          <a:p>
            <a:pPr lvl="1"/>
            <a:r>
              <a:rPr lang="en-US" dirty="0"/>
              <a:t>Employees may create cloud accounts outside official governance, exposing security gaps.</a:t>
            </a:r>
          </a:p>
          <a:p>
            <a:pPr lvl="0"/>
            <a:r>
              <a:rPr lang="en-US" dirty="0"/>
              <a:t>Difficult forensics: </a:t>
            </a:r>
          </a:p>
          <a:p>
            <a:pPr lvl="1"/>
            <a:r>
              <a:rPr lang="en-US" dirty="0"/>
              <a:t>Because cloud resources are ephemeral, evidence often disappears quickly after incidents.</a:t>
            </a:r>
          </a:p>
          <a:p>
            <a:pPr lvl="0"/>
            <a:endParaRPr lang="en-US" dirty="0"/>
          </a:p>
        </p:txBody>
      </p:sp>
    </p:spTree>
    <p:extLst>
      <p:ext uri="{BB962C8B-B14F-4D97-AF65-F5344CB8AC3E}">
        <p14:creationId xmlns:p14="http://schemas.microsoft.com/office/powerpoint/2010/main" val="256769835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E5E93D-60EF-4B18-BE7D-1FD4FF2A6072}"/>
              </a:ext>
            </a:extLst>
          </p:cNvPr>
          <p:cNvSpPr>
            <a:spLocks noGrp="1"/>
          </p:cNvSpPr>
          <p:nvPr>
            <p:ph type="title"/>
          </p:nvPr>
        </p:nvSpPr>
        <p:spPr>
          <a:xfrm>
            <a:off x="838200" y="365126"/>
            <a:ext cx="10515600" cy="1325563"/>
          </a:xfrm>
        </p:spPr>
        <p:txBody>
          <a:bodyPr/>
          <a:lstStyle/>
          <a:p>
            <a:r>
              <a:rPr lang="en-US" dirty="0"/>
              <a:t>Best Practices for SOC Teams</a:t>
            </a:r>
          </a:p>
        </p:txBody>
      </p:sp>
      <p:sp>
        <p:nvSpPr>
          <p:cNvPr id="3" name="Text Placeholder 2">
            <a:extLst>
              <a:ext uri="{FF2B5EF4-FFF2-40B4-BE49-F238E27FC236}">
                <a16:creationId xmlns:a16="http://schemas.microsoft.com/office/drawing/2014/main" id="{B77AC8CD-C3BB-4308-AD06-2A8CD7347DB7}"/>
              </a:ext>
            </a:extLst>
          </p:cNvPr>
          <p:cNvSpPr>
            <a:spLocks noGrp="1"/>
          </p:cNvSpPr>
          <p:nvPr>
            <p:ph type="body" idx="1"/>
          </p:nvPr>
        </p:nvSpPr>
        <p:spPr>
          <a:xfrm>
            <a:off x="838200" y="1825625"/>
            <a:ext cx="10515600" cy="4351338"/>
          </a:xfrm>
        </p:spPr>
        <p:txBody>
          <a:bodyPr/>
          <a:lstStyle/>
          <a:p>
            <a:pPr lvl="0"/>
            <a:r>
              <a:rPr lang="en-US" dirty="0"/>
              <a:t>Use cloud-native security services for baseline detection.</a:t>
            </a:r>
          </a:p>
          <a:p>
            <a:pPr lvl="0"/>
            <a:r>
              <a:rPr lang="en-US" dirty="0"/>
              <a:t>Implement Zero Trust with identity-first monitoring.</a:t>
            </a:r>
          </a:p>
          <a:p>
            <a:pPr lvl="0"/>
            <a:r>
              <a:rPr lang="en-US" dirty="0"/>
              <a:t>Integrate Cloud Security Posture Management (CSPM) with SIEM for full visibility.</a:t>
            </a:r>
          </a:p>
          <a:p>
            <a:pPr lvl="0"/>
            <a:r>
              <a:rPr lang="en-US" dirty="0"/>
              <a:t>Automate remediation for common misconfigurations.</a:t>
            </a:r>
          </a:p>
          <a:p>
            <a:pPr lvl="0"/>
            <a:r>
              <a:rPr lang="en-US" dirty="0"/>
              <a:t>Regularly test cloud security through red teaming and BAS tools.</a:t>
            </a:r>
          </a:p>
          <a:p>
            <a:pPr lvl="0"/>
            <a:endParaRPr lang="en-US" dirty="0"/>
          </a:p>
        </p:txBody>
      </p:sp>
    </p:spTree>
    <p:extLst>
      <p:ext uri="{BB962C8B-B14F-4D97-AF65-F5344CB8AC3E}">
        <p14:creationId xmlns:p14="http://schemas.microsoft.com/office/powerpoint/2010/main" val="155131403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A73D41-9596-4C42-96F7-9BD9B4C9F0EB}"/>
              </a:ext>
            </a:extLst>
          </p:cNvPr>
          <p:cNvSpPr>
            <a:spLocks noGrp="1"/>
          </p:cNvSpPr>
          <p:nvPr>
            <p:ph type="title"/>
          </p:nvPr>
        </p:nvSpPr>
        <p:spPr/>
        <p:txBody>
          <a:bodyPr>
            <a:normAutofit/>
          </a:bodyPr>
          <a:lstStyle/>
          <a:p>
            <a:r>
              <a:rPr lang="en-US" sz="5400" dirty="0"/>
              <a:t>Emerging Trends in SOC: IoT/OT Security in SOC Operations</a:t>
            </a:r>
          </a:p>
        </p:txBody>
      </p:sp>
      <p:sp>
        <p:nvSpPr>
          <p:cNvPr id="6" name="Text Placeholder 5">
            <a:extLst>
              <a:ext uri="{FF2B5EF4-FFF2-40B4-BE49-F238E27FC236}">
                <a16:creationId xmlns:a16="http://schemas.microsoft.com/office/drawing/2014/main" id="{10F2298B-5A34-43E9-86D6-3AB4972F4877}"/>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159127467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885299-5B32-4A67-BCE2-A602D421F7A0}"/>
              </a:ext>
            </a:extLst>
          </p:cNvPr>
          <p:cNvSpPr>
            <a:spLocks noGrp="1"/>
          </p:cNvSpPr>
          <p:nvPr>
            <p:ph type="title"/>
          </p:nvPr>
        </p:nvSpPr>
        <p:spPr>
          <a:xfrm>
            <a:off x="838200" y="365126"/>
            <a:ext cx="10515600" cy="1325563"/>
          </a:xfrm>
        </p:spPr>
        <p:txBody>
          <a:bodyPr/>
          <a:lstStyle/>
          <a:p>
            <a:r>
              <a:rPr lang="en-US" dirty="0"/>
              <a:t>Introduction</a:t>
            </a:r>
          </a:p>
        </p:txBody>
      </p:sp>
      <p:sp>
        <p:nvSpPr>
          <p:cNvPr id="3" name="Text Placeholder 2">
            <a:extLst>
              <a:ext uri="{FF2B5EF4-FFF2-40B4-BE49-F238E27FC236}">
                <a16:creationId xmlns:a16="http://schemas.microsoft.com/office/drawing/2014/main" id="{1C403C32-31F7-4710-8034-D8A6AF61297B}"/>
              </a:ext>
            </a:extLst>
          </p:cNvPr>
          <p:cNvSpPr>
            <a:spLocks noGrp="1"/>
          </p:cNvSpPr>
          <p:nvPr>
            <p:ph type="body" idx="1"/>
          </p:nvPr>
        </p:nvSpPr>
        <p:spPr>
          <a:xfrm>
            <a:off x="838200" y="1825625"/>
            <a:ext cx="10515600" cy="4351338"/>
          </a:xfrm>
        </p:spPr>
        <p:txBody>
          <a:bodyPr/>
          <a:lstStyle/>
          <a:p>
            <a:pPr lvl="0"/>
            <a:r>
              <a:rPr lang="en-US" dirty="0"/>
              <a:t>Modern organizations rely on IoT devices and industrial systems (OT) for automation, efficiency, and remote management. </a:t>
            </a:r>
          </a:p>
          <a:p>
            <a:pPr lvl="0"/>
            <a:r>
              <a:rPr lang="en-US" dirty="0"/>
              <a:t>SOCs must now protect both IT systems and physical operational networks.</a:t>
            </a:r>
          </a:p>
          <a:p>
            <a:pPr lvl="0"/>
            <a:r>
              <a:rPr lang="en-US" dirty="0"/>
              <a:t>IoT/OT devices expand the attack surface dramatically because many lack proper security controls.</a:t>
            </a:r>
          </a:p>
          <a:p>
            <a:pPr lvl="0"/>
            <a:endParaRPr lang="en-US" dirty="0"/>
          </a:p>
        </p:txBody>
      </p:sp>
    </p:spTree>
    <p:extLst>
      <p:ext uri="{BB962C8B-B14F-4D97-AF65-F5344CB8AC3E}">
        <p14:creationId xmlns:p14="http://schemas.microsoft.com/office/powerpoint/2010/main" val="398974679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F2819F-BEEA-4B3C-82BF-EC8E54F81829}"/>
              </a:ext>
            </a:extLst>
          </p:cNvPr>
          <p:cNvSpPr>
            <a:spLocks noGrp="1"/>
          </p:cNvSpPr>
          <p:nvPr>
            <p:ph type="title"/>
          </p:nvPr>
        </p:nvSpPr>
        <p:spPr>
          <a:xfrm>
            <a:off x="838200" y="365126"/>
            <a:ext cx="10515600" cy="1325563"/>
          </a:xfrm>
        </p:spPr>
        <p:txBody>
          <a:bodyPr/>
          <a:lstStyle/>
          <a:p>
            <a:r>
              <a:rPr lang="en-US" dirty="0"/>
              <a:t>IoT &amp; OT Landscape</a:t>
            </a:r>
          </a:p>
        </p:txBody>
      </p:sp>
      <p:sp>
        <p:nvSpPr>
          <p:cNvPr id="3" name="Text Placeholder 2">
            <a:extLst>
              <a:ext uri="{FF2B5EF4-FFF2-40B4-BE49-F238E27FC236}">
                <a16:creationId xmlns:a16="http://schemas.microsoft.com/office/drawing/2014/main" id="{4BD06405-422A-410C-8AF3-2588E9DC7D04}"/>
              </a:ext>
            </a:extLst>
          </p:cNvPr>
          <p:cNvSpPr>
            <a:spLocks noGrp="1"/>
          </p:cNvSpPr>
          <p:nvPr>
            <p:ph type="body" idx="1"/>
          </p:nvPr>
        </p:nvSpPr>
        <p:spPr>
          <a:xfrm>
            <a:off x="838200" y="1825625"/>
            <a:ext cx="10515600" cy="4351338"/>
          </a:xfrm>
        </p:spPr>
        <p:txBody>
          <a:bodyPr/>
          <a:lstStyle/>
          <a:p>
            <a:pPr lvl="0"/>
            <a:r>
              <a:rPr lang="en-US"/>
              <a:t>IoT devices: Cameras, smart lighting, alarms, sensors, building management systems, and medical devices—all connected to the internet.</a:t>
            </a:r>
          </a:p>
          <a:p>
            <a:pPr lvl="0"/>
            <a:r>
              <a:rPr lang="en-US"/>
              <a:t>OT systems: Industrial controllers such as PLCs and SCADA systems used in manufacturing, energy plants, water treatment, and transportation.</a:t>
            </a:r>
          </a:p>
          <a:p>
            <a:pPr lvl="0"/>
            <a:r>
              <a:rPr lang="en-US"/>
              <a:t>Security challenges: Many devices run outdated firmware, have hardcoded passwords, and cannot be patched without disrupting operations.</a:t>
            </a:r>
          </a:p>
          <a:p>
            <a:pPr lvl="0"/>
            <a:endParaRPr lang="en-US"/>
          </a:p>
        </p:txBody>
      </p:sp>
    </p:spTree>
    <p:extLst>
      <p:ext uri="{BB962C8B-B14F-4D97-AF65-F5344CB8AC3E}">
        <p14:creationId xmlns:p14="http://schemas.microsoft.com/office/powerpoint/2010/main" val="184982878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FC02ED-6EC3-4592-9A1B-47B7AC80C2AE}"/>
              </a:ext>
            </a:extLst>
          </p:cNvPr>
          <p:cNvSpPr>
            <a:spLocks noGrp="1"/>
          </p:cNvSpPr>
          <p:nvPr>
            <p:ph type="title"/>
          </p:nvPr>
        </p:nvSpPr>
        <p:spPr>
          <a:xfrm>
            <a:off x="838200" y="365126"/>
            <a:ext cx="10515600" cy="1325563"/>
          </a:xfrm>
        </p:spPr>
        <p:txBody>
          <a:bodyPr/>
          <a:lstStyle/>
          <a:p>
            <a:r>
              <a:rPr lang="en-US" dirty="0"/>
              <a:t>IoT/OT Security Risks</a:t>
            </a:r>
          </a:p>
        </p:txBody>
      </p:sp>
      <p:sp>
        <p:nvSpPr>
          <p:cNvPr id="3" name="Text Placeholder 2">
            <a:extLst>
              <a:ext uri="{FF2B5EF4-FFF2-40B4-BE49-F238E27FC236}">
                <a16:creationId xmlns:a16="http://schemas.microsoft.com/office/drawing/2014/main" id="{4A662A02-B70D-4323-941E-DCA014E3B28A}"/>
              </a:ext>
            </a:extLst>
          </p:cNvPr>
          <p:cNvSpPr>
            <a:spLocks noGrp="1"/>
          </p:cNvSpPr>
          <p:nvPr>
            <p:ph type="body" idx="1"/>
          </p:nvPr>
        </p:nvSpPr>
        <p:spPr>
          <a:xfrm>
            <a:off x="838200" y="1825625"/>
            <a:ext cx="10515600" cy="4351338"/>
          </a:xfrm>
        </p:spPr>
        <p:txBody>
          <a:bodyPr/>
          <a:lstStyle/>
          <a:p>
            <a:pPr lvl="0"/>
            <a:r>
              <a:rPr lang="en-US"/>
              <a:t>Weak authentication: Many IoT devices come with default or hardcoded passwords, making them easy to compromise.</a:t>
            </a:r>
          </a:p>
          <a:p>
            <a:pPr lvl="0"/>
            <a:r>
              <a:rPr lang="en-US"/>
              <a:t>Legacy OT protocols: Protocols like Modbus or BACnet were designed without authentication or encryption, making traffic easy to intercept.</a:t>
            </a:r>
          </a:p>
          <a:p>
            <a:pPr lvl="0"/>
            <a:r>
              <a:rPr lang="en-US"/>
              <a:t>Supply chain attacks: Vulnerabilities in vendor firmware can impact thousands of devices worldwide.</a:t>
            </a:r>
          </a:p>
          <a:p>
            <a:pPr lvl="0"/>
            <a:r>
              <a:rPr lang="en-US"/>
              <a:t>Remote access abuse: Attackers exploit insecure VPN/RDP connections to gain access to OT networks.</a:t>
            </a:r>
          </a:p>
          <a:p>
            <a:pPr lvl="0"/>
            <a:endParaRPr lang="en-US"/>
          </a:p>
        </p:txBody>
      </p:sp>
    </p:spTree>
    <p:extLst>
      <p:ext uri="{BB962C8B-B14F-4D97-AF65-F5344CB8AC3E}">
        <p14:creationId xmlns:p14="http://schemas.microsoft.com/office/powerpoint/2010/main" val="311559608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452277-729F-4B8A-B3FD-E138546145F0}"/>
              </a:ext>
            </a:extLst>
          </p:cNvPr>
          <p:cNvSpPr>
            <a:spLocks noGrp="1"/>
          </p:cNvSpPr>
          <p:nvPr>
            <p:ph type="title"/>
          </p:nvPr>
        </p:nvSpPr>
        <p:spPr>
          <a:xfrm>
            <a:off x="838200" y="365126"/>
            <a:ext cx="10515600" cy="1325563"/>
          </a:xfrm>
        </p:spPr>
        <p:txBody>
          <a:bodyPr/>
          <a:lstStyle/>
          <a:p>
            <a:r>
              <a:rPr lang="en-US" dirty="0"/>
              <a:t>Real-World Attacks</a:t>
            </a:r>
          </a:p>
        </p:txBody>
      </p:sp>
      <p:sp>
        <p:nvSpPr>
          <p:cNvPr id="3" name="Text Placeholder 2">
            <a:extLst>
              <a:ext uri="{FF2B5EF4-FFF2-40B4-BE49-F238E27FC236}">
                <a16:creationId xmlns:a16="http://schemas.microsoft.com/office/drawing/2014/main" id="{FB066A0C-EFA9-4A05-BB4B-0CD752EDB0EC}"/>
              </a:ext>
            </a:extLst>
          </p:cNvPr>
          <p:cNvSpPr>
            <a:spLocks noGrp="1"/>
          </p:cNvSpPr>
          <p:nvPr>
            <p:ph type="body" idx="1"/>
          </p:nvPr>
        </p:nvSpPr>
        <p:spPr>
          <a:xfrm>
            <a:off x="838200" y="1825625"/>
            <a:ext cx="10515600" cy="4351338"/>
          </a:xfrm>
        </p:spPr>
        <p:txBody>
          <a:bodyPr/>
          <a:lstStyle/>
          <a:p>
            <a:pPr lvl="0"/>
            <a:r>
              <a:rPr lang="en-US" dirty="0"/>
              <a:t>Stuxnet: A highly sophisticated malware that manipulated PLCs controlling nuclear centrifuges.</a:t>
            </a:r>
          </a:p>
          <a:p>
            <a:pPr lvl="0"/>
            <a:r>
              <a:rPr lang="en-US" dirty="0" err="1"/>
              <a:t>Mirai</a:t>
            </a:r>
            <a:r>
              <a:rPr lang="en-US" dirty="0"/>
              <a:t> botnet: Hijacked IoT cameras and routers to launch massive DDoS attacks.</a:t>
            </a:r>
          </a:p>
          <a:p>
            <a:pPr lvl="0"/>
            <a:r>
              <a:rPr lang="en-US" dirty="0"/>
              <a:t>Colonial Pipeline attack: Ransomware on IT systems forced the shutdown of fuel pipelines.</a:t>
            </a:r>
          </a:p>
          <a:p>
            <a:pPr lvl="0"/>
            <a:r>
              <a:rPr lang="en-US" dirty="0"/>
              <a:t>Ukraine power grid attack: Malware like </a:t>
            </a:r>
            <a:r>
              <a:rPr lang="en-US" dirty="0" err="1"/>
              <a:t>CrashOverride</a:t>
            </a:r>
            <a:r>
              <a:rPr lang="en-US" dirty="0"/>
              <a:t> disrupted electricity distribution.</a:t>
            </a:r>
          </a:p>
          <a:p>
            <a:pPr lvl="0"/>
            <a:r>
              <a:rPr lang="en-US" dirty="0"/>
              <a:t>Mozi botnet: Spread through weak IoT device credentials.</a:t>
            </a:r>
          </a:p>
          <a:p>
            <a:pPr lvl="0"/>
            <a:endParaRPr lang="en-US" dirty="0"/>
          </a:p>
        </p:txBody>
      </p:sp>
      <p:sp>
        <p:nvSpPr>
          <p:cNvPr id="5" name="TextBox 4">
            <a:extLst>
              <a:ext uri="{FF2B5EF4-FFF2-40B4-BE49-F238E27FC236}">
                <a16:creationId xmlns:a16="http://schemas.microsoft.com/office/drawing/2014/main" id="{9D3DCE15-C8B6-47E6-A1D7-1EEB933109D0}"/>
              </a:ext>
            </a:extLst>
          </p:cNvPr>
          <p:cNvSpPr txBox="1"/>
          <p:nvPr/>
        </p:nvSpPr>
        <p:spPr>
          <a:xfrm>
            <a:off x="838200" y="6127233"/>
            <a:ext cx="9015704" cy="646331"/>
          </a:xfrm>
          <a:prstGeom prst="rect">
            <a:avLst/>
          </a:prstGeom>
          <a:noFill/>
        </p:spPr>
        <p:txBody>
          <a:bodyPr wrap="square">
            <a:spAutoFit/>
          </a:bodyPr>
          <a:lstStyle/>
          <a:p>
            <a:r>
              <a:rPr lang="en-US" dirty="0">
                <a:hlinkClick r:id="rId2"/>
              </a:rPr>
              <a:t>https://www.kaspersky.com/resource-center/definitions/what-is-stuxnet</a:t>
            </a:r>
            <a:endParaRPr lang="en-US" dirty="0"/>
          </a:p>
          <a:p>
            <a:endParaRPr lang="en-US" dirty="0"/>
          </a:p>
        </p:txBody>
      </p:sp>
      <p:sp>
        <p:nvSpPr>
          <p:cNvPr id="7" name="TextBox 6">
            <a:extLst>
              <a:ext uri="{FF2B5EF4-FFF2-40B4-BE49-F238E27FC236}">
                <a16:creationId xmlns:a16="http://schemas.microsoft.com/office/drawing/2014/main" id="{D530BDD0-CEC7-4109-892C-39833A68F35A}"/>
              </a:ext>
            </a:extLst>
          </p:cNvPr>
          <p:cNvSpPr txBox="1"/>
          <p:nvPr/>
        </p:nvSpPr>
        <p:spPr>
          <a:xfrm>
            <a:off x="838200" y="6404232"/>
            <a:ext cx="6097554" cy="369332"/>
          </a:xfrm>
          <a:prstGeom prst="rect">
            <a:avLst/>
          </a:prstGeom>
          <a:noFill/>
        </p:spPr>
        <p:txBody>
          <a:bodyPr wrap="square">
            <a:spAutoFit/>
          </a:bodyPr>
          <a:lstStyle/>
          <a:p>
            <a:r>
              <a:rPr lang="en-US" dirty="0">
                <a:hlinkClick r:id="rId3"/>
              </a:rPr>
              <a:t>https://www.fortiguard.com/encyclopedia/ips/43191</a:t>
            </a:r>
            <a:r>
              <a:rPr lang="en-US" dirty="0"/>
              <a:t> </a:t>
            </a:r>
          </a:p>
        </p:txBody>
      </p:sp>
    </p:spTree>
    <p:extLst>
      <p:ext uri="{BB962C8B-B14F-4D97-AF65-F5344CB8AC3E}">
        <p14:creationId xmlns:p14="http://schemas.microsoft.com/office/powerpoint/2010/main" val="7322266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A98717-101E-42EB-99F6-95F733BB0167}"/>
              </a:ext>
            </a:extLst>
          </p:cNvPr>
          <p:cNvSpPr>
            <a:spLocks noGrp="1"/>
          </p:cNvSpPr>
          <p:nvPr>
            <p:ph type="title"/>
          </p:nvPr>
        </p:nvSpPr>
        <p:spPr>
          <a:xfrm>
            <a:off x="838200" y="365126"/>
            <a:ext cx="10515600" cy="1325563"/>
          </a:xfrm>
        </p:spPr>
        <p:txBody>
          <a:bodyPr/>
          <a:lstStyle/>
          <a:p>
            <a:r>
              <a:rPr lang="en-US" dirty="0"/>
              <a:t>SOC Challenges in IoT/OT Monitoring</a:t>
            </a:r>
          </a:p>
        </p:txBody>
      </p:sp>
      <p:sp>
        <p:nvSpPr>
          <p:cNvPr id="3" name="Text Placeholder 2">
            <a:extLst>
              <a:ext uri="{FF2B5EF4-FFF2-40B4-BE49-F238E27FC236}">
                <a16:creationId xmlns:a16="http://schemas.microsoft.com/office/drawing/2014/main" id="{32EEF1E7-ACFA-4CE7-872B-2C803EF2D6B9}"/>
              </a:ext>
            </a:extLst>
          </p:cNvPr>
          <p:cNvSpPr>
            <a:spLocks noGrp="1"/>
          </p:cNvSpPr>
          <p:nvPr>
            <p:ph type="body" idx="1"/>
          </p:nvPr>
        </p:nvSpPr>
        <p:spPr>
          <a:xfrm>
            <a:off x="838200" y="1825625"/>
            <a:ext cx="10515600" cy="4351338"/>
          </a:xfrm>
        </p:spPr>
        <p:txBody>
          <a:bodyPr/>
          <a:lstStyle/>
          <a:p>
            <a:pPr lvl="0"/>
            <a:r>
              <a:rPr lang="en-US"/>
              <a:t>No agent support: Many OT devices cannot run antivirus or EDR agents, requiring passive network monitoring.</a:t>
            </a:r>
          </a:p>
          <a:p>
            <a:pPr lvl="0"/>
            <a:r>
              <a:rPr lang="en-US"/>
              <a:t>Uptime requirements: Factories cannot afford downtime, making patching difficult or impossible.</a:t>
            </a:r>
          </a:p>
          <a:p>
            <a:pPr lvl="0"/>
            <a:r>
              <a:rPr lang="en-US"/>
              <a:t>Limited logs: IoT/OT devices often provide minimal logs, forcing SOCs to rely on network behavior.</a:t>
            </a:r>
          </a:p>
          <a:p>
            <a:pPr lvl="0"/>
            <a:r>
              <a:rPr lang="en-US"/>
              <a:t>Vendor dependencies: SOCs have limited control over device software and update cycles.</a:t>
            </a:r>
          </a:p>
          <a:p>
            <a:pPr lvl="0"/>
            <a:endParaRPr lang="en-US"/>
          </a:p>
        </p:txBody>
      </p:sp>
    </p:spTree>
    <p:extLst>
      <p:ext uri="{BB962C8B-B14F-4D97-AF65-F5344CB8AC3E}">
        <p14:creationId xmlns:p14="http://schemas.microsoft.com/office/powerpoint/2010/main" val="235298828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AD614E-CA95-4126-90E0-60F4AE5ACAE5}"/>
              </a:ext>
            </a:extLst>
          </p:cNvPr>
          <p:cNvSpPr>
            <a:spLocks noGrp="1"/>
          </p:cNvSpPr>
          <p:nvPr>
            <p:ph type="title"/>
          </p:nvPr>
        </p:nvSpPr>
        <p:spPr>
          <a:xfrm>
            <a:off x="838200" y="365126"/>
            <a:ext cx="10515600" cy="1325563"/>
          </a:xfrm>
        </p:spPr>
        <p:txBody>
          <a:bodyPr/>
          <a:lstStyle/>
          <a:p>
            <a:r>
              <a:rPr lang="en-US" dirty="0"/>
              <a:t>Specialized IoT/OT Security Tools</a:t>
            </a:r>
          </a:p>
        </p:txBody>
      </p:sp>
      <p:sp>
        <p:nvSpPr>
          <p:cNvPr id="3" name="Text Placeholder 2">
            <a:extLst>
              <a:ext uri="{FF2B5EF4-FFF2-40B4-BE49-F238E27FC236}">
                <a16:creationId xmlns:a16="http://schemas.microsoft.com/office/drawing/2014/main" id="{C4599069-82FA-4F03-9FF7-2AB64DAE6B90}"/>
              </a:ext>
            </a:extLst>
          </p:cNvPr>
          <p:cNvSpPr>
            <a:spLocks noGrp="1"/>
          </p:cNvSpPr>
          <p:nvPr>
            <p:ph type="body" idx="1"/>
          </p:nvPr>
        </p:nvSpPr>
        <p:spPr>
          <a:xfrm>
            <a:off x="838200" y="1825625"/>
            <a:ext cx="10515600" cy="4351338"/>
          </a:xfrm>
        </p:spPr>
        <p:txBody>
          <a:bodyPr/>
          <a:lstStyle/>
          <a:p>
            <a:pPr lvl="0"/>
            <a:r>
              <a:rPr lang="en-US"/>
              <a:t>Dragos, Claroty, Nozomi: Provide deep visibility into OT environments and detect anomalies.</a:t>
            </a:r>
          </a:p>
          <a:p>
            <a:pPr lvl="0"/>
            <a:r>
              <a:rPr lang="en-US"/>
              <a:t>Forescout, Armis: Identify and classify all connected IoT/OT devices in real time.</a:t>
            </a:r>
          </a:p>
          <a:p>
            <a:pPr lvl="0"/>
            <a:r>
              <a:rPr lang="en-US"/>
              <a:t>Zeek-based sensors: Capture and analyze industrial traffic passively, without disrupting operations.</a:t>
            </a:r>
          </a:p>
          <a:p>
            <a:pPr lvl="0"/>
            <a:endParaRPr lang="en-US"/>
          </a:p>
        </p:txBody>
      </p:sp>
    </p:spTree>
    <p:extLst>
      <p:ext uri="{BB962C8B-B14F-4D97-AF65-F5344CB8AC3E}">
        <p14:creationId xmlns:p14="http://schemas.microsoft.com/office/powerpoint/2010/main" val="776806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DC2537-1BE5-4F94-B6B1-F1A231F14888}"/>
              </a:ext>
            </a:extLst>
          </p:cNvPr>
          <p:cNvSpPr>
            <a:spLocks noGrp="1"/>
          </p:cNvSpPr>
          <p:nvPr>
            <p:ph type="title"/>
          </p:nvPr>
        </p:nvSpPr>
        <p:spPr>
          <a:xfrm>
            <a:off x="838200" y="365126"/>
            <a:ext cx="10515600" cy="1325563"/>
          </a:xfrm>
        </p:spPr>
        <p:txBody>
          <a:bodyPr/>
          <a:lstStyle/>
          <a:p>
            <a:r>
              <a:rPr lang="en-US" dirty="0"/>
              <a:t>SOC Procedures for IoT/OT Monitoring</a:t>
            </a:r>
          </a:p>
        </p:txBody>
      </p:sp>
      <p:sp>
        <p:nvSpPr>
          <p:cNvPr id="3" name="Text Placeholder 2">
            <a:extLst>
              <a:ext uri="{FF2B5EF4-FFF2-40B4-BE49-F238E27FC236}">
                <a16:creationId xmlns:a16="http://schemas.microsoft.com/office/drawing/2014/main" id="{CFCDF544-2828-473C-BFF3-077C95DC4519}"/>
              </a:ext>
            </a:extLst>
          </p:cNvPr>
          <p:cNvSpPr>
            <a:spLocks noGrp="1"/>
          </p:cNvSpPr>
          <p:nvPr>
            <p:ph type="body" idx="1"/>
          </p:nvPr>
        </p:nvSpPr>
        <p:spPr>
          <a:xfrm>
            <a:off x="838200" y="1825625"/>
            <a:ext cx="10515600" cy="4351338"/>
          </a:xfrm>
        </p:spPr>
        <p:txBody>
          <a:bodyPr/>
          <a:lstStyle/>
          <a:p>
            <a:pPr lvl="0"/>
            <a:r>
              <a:rPr lang="en-US"/>
              <a:t>Network segmentation: Separating IT and OT networks reduces the risk of widespread attacks.</a:t>
            </a:r>
          </a:p>
          <a:p>
            <a:pPr lvl="0"/>
            <a:r>
              <a:rPr lang="en-US"/>
              <a:t>Continuous inventory: SOCs maintain updated lists of all IoT/OT devices to detect unauthorized additions.</a:t>
            </a:r>
          </a:p>
          <a:p>
            <a:pPr lvl="0"/>
            <a:r>
              <a:rPr lang="en-US"/>
              <a:t>Vendor access control: Remote access is limited to specific time windows and monitored through jump servers.</a:t>
            </a:r>
          </a:p>
          <a:p>
            <a:pPr lvl="0"/>
            <a:r>
              <a:rPr lang="en-US"/>
              <a:t>Anomaly detection: Since signature-based detection is limited, behavioral analysis is essential.</a:t>
            </a:r>
          </a:p>
          <a:p>
            <a:pPr lvl="0"/>
            <a:endParaRPr lang="en-US"/>
          </a:p>
        </p:txBody>
      </p:sp>
    </p:spTree>
    <p:extLst>
      <p:ext uri="{BB962C8B-B14F-4D97-AF65-F5344CB8AC3E}">
        <p14:creationId xmlns:p14="http://schemas.microsoft.com/office/powerpoint/2010/main" val="343105915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6BADA2-B553-400F-AE78-27D5D28CEFD2}"/>
              </a:ext>
            </a:extLst>
          </p:cNvPr>
          <p:cNvSpPr>
            <a:spLocks noGrp="1"/>
          </p:cNvSpPr>
          <p:nvPr>
            <p:ph type="title"/>
          </p:nvPr>
        </p:nvSpPr>
        <p:spPr>
          <a:xfrm>
            <a:off x="838200" y="365126"/>
            <a:ext cx="10515600" cy="1325563"/>
          </a:xfrm>
        </p:spPr>
        <p:txBody>
          <a:bodyPr/>
          <a:lstStyle/>
          <a:p>
            <a:r>
              <a:rPr lang="en-US" dirty="0"/>
              <a:t>Case Studies</a:t>
            </a:r>
          </a:p>
        </p:txBody>
      </p:sp>
      <p:sp>
        <p:nvSpPr>
          <p:cNvPr id="3" name="Text Placeholder 2">
            <a:extLst>
              <a:ext uri="{FF2B5EF4-FFF2-40B4-BE49-F238E27FC236}">
                <a16:creationId xmlns:a16="http://schemas.microsoft.com/office/drawing/2014/main" id="{4CE65907-0D24-4F76-BED5-CF65329F5868}"/>
              </a:ext>
            </a:extLst>
          </p:cNvPr>
          <p:cNvSpPr>
            <a:spLocks noGrp="1"/>
          </p:cNvSpPr>
          <p:nvPr>
            <p:ph type="body" idx="1"/>
          </p:nvPr>
        </p:nvSpPr>
        <p:spPr>
          <a:xfrm>
            <a:off x="838200" y="1825625"/>
            <a:ext cx="10515600" cy="4351338"/>
          </a:xfrm>
        </p:spPr>
        <p:txBody>
          <a:bodyPr/>
          <a:lstStyle/>
          <a:p>
            <a:pPr lvl="0"/>
            <a:r>
              <a:rPr lang="en-US" dirty="0"/>
              <a:t>Oldsmar water treatment attack: A hacker accessed the chemical control system and attempted to increase sodium hydroxide levels.</a:t>
            </a:r>
          </a:p>
          <a:p>
            <a:pPr lvl="0"/>
            <a:r>
              <a:rPr lang="en-US" dirty="0"/>
              <a:t>Casino thermostat breach: Attackers exfiltrated sensitive information via a smart fish-tank thermometer connected to the network.</a:t>
            </a:r>
          </a:p>
          <a:p>
            <a:pPr lvl="0"/>
            <a:endParaRPr lang="en-US" dirty="0"/>
          </a:p>
        </p:txBody>
      </p:sp>
      <p:sp>
        <p:nvSpPr>
          <p:cNvPr id="5" name="TextBox 4">
            <a:extLst>
              <a:ext uri="{FF2B5EF4-FFF2-40B4-BE49-F238E27FC236}">
                <a16:creationId xmlns:a16="http://schemas.microsoft.com/office/drawing/2014/main" id="{6CF1F9F3-10A2-4154-8012-9684E21E3962}"/>
              </a:ext>
            </a:extLst>
          </p:cNvPr>
          <p:cNvSpPr txBox="1"/>
          <p:nvPr/>
        </p:nvSpPr>
        <p:spPr>
          <a:xfrm>
            <a:off x="1136002" y="4942505"/>
            <a:ext cx="6097554" cy="369332"/>
          </a:xfrm>
          <a:prstGeom prst="rect">
            <a:avLst/>
          </a:prstGeom>
          <a:noFill/>
        </p:spPr>
        <p:txBody>
          <a:bodyPr wrap="square">
            <a:spAutoFit/>
          </a:bodyPr>
          <a:lstStyle/>
          <a:p>
            <a:r>
              <a:rPr lang="en-US" dirty="0">
                <a:hlinkClick r:id="rId2"/>
              </a:rPr>
              <a:t>Compromise of U.S. Water Treatment Facility | CISA</a:t>
            </a:r>
            <a:endParaRPr lang="en-US" dirty="0"/>
          </a:p>
        </p:txBody>
      </p:sp>
      <p:sp>
        <p:nvSpPr>
          <p:cNvPr id="7" name="TextBox 6">
            <a:extLst>
              <a:ext uri="{FF2B5EF4-FFF2-40B4-BE49-F238E27FC236}">
                <a16:creationId xmlns:a16="http://schemas.microsoft.com/office/drawing/2014/main" id="{C9A0AF09-1ED5-4DF6-8E48-8D5E329DB572}"/>
              </a:ext>
            </a:extLst>
          </p:cNvPr>
          <p:cNvSpPr txBox="1"/>
          <p:nvPr/>
        </p:nvSpPr>
        <p:spPr>
          <a:xfrm>
            <a:off x="1136002" y="5311837"/>
            <a:ext cx="10788520" cy="369332"/>
          </a:xfrm>
          <a:prstGeom prst="rect">
            <a:avLst/>
          </a:prstGeom>
          <a:noFill/>
        </p:spPr>
        <p:txBody>
          <a:bodyPr wrap="square">
            <a:spAutoFit/>
          </a:bodyPr>
          <a:lstStyle/>
          <a:p>
            <a:r>
              <a:rPr lang="en-US" dirty="0">
                <a:hlinkClick r:id="rId3"/>
              </a:rPr>
              <a:t>Leaking fish tank</a:t>
            </a:r>
            <a:r>
              <a:rPr lang="en-US" dirty="0"/>
              <a:t> </a:t>
            </a:r>
          </a:p>
        </p:txBody>
      </p:sp>
    </p:spTree>
    <p:extLst>
      <p:ext uri="{BB962C8B-B14F-4D97-AF65-F5344CB8AC3E}">
        <p14:creationId xmlns:p14="http://schemas.microsoft.com/office/powerpoint/2010/main" val="97930458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DF21ED-9E2D-492B-B4A0-87F9F9B1195B}"/>
              </a:ext>
            </a:extLst>
          </p:cNvPr>
          <p:cNvSpPr>
            <a:spLocks noGrp="1"/>
          </p:cNvSpPr>
          <p:nvPr>
            <p:ph type="title"/>
          </p:nvPr>
        </p:nvSpPr>
        <p:spPr>
          <a:xfrm>
            <a:off x="838200" y="365126"/>
            <a:ext cx="10515600" cy="1325563"/>
          </a:xfrm>
        </p:spPr>
        <p:txBody>
          <a:bodyPr/>
          <a:lstStyle/>
          <a:p>
            <a:r>
              <a:rPr lang="en-US" dirty="0"/>
              <a:t>Future Directions</a:t>
            </a:r>
          </a:p>
        </p:txBody>
      </p:sp>
      <p:sp>
        <p:nvSpPr>
          <p:cNvPr id="3" name="Text Placeholder 2">
            <a:extLst>
              <a:ext uri="{FF2B5EF4-FFF2-40B4-BE49-F238E27FC236}">
                <a16:creationId xmlns:a16="http://schemas.microsoft.com/office/drawing/2014/main" id="{B69B09BE-1318-457F-B6EC-04FFA7465DDC}"/>
              </a:ext>
            </a:extLst>
          </p:cNvPr>
          <p:cNvSpPr>
            <a:spLocks noGrp="1"/>
          </p:cNvSpPr>
          <p:nvPr>
            <p:ph type="body" idx="1"/>
          </p:nvPr>
        </p:nvSpPr>
        <p:spPr>
          <a:xfrm>
            <a:off x="838200" y="1825625"/>
            <a:ext cx="10515600" cy="4351338"/>
          </a:xfrm>
        </p:spPr>
        <p:txBody>
          <a:bodyPr/>
          <a:lstStyle/>
          <a:p>
            <a:pPr lvl="0"/>
            <a:r>
              <a:rPr lang="en-US"/>
              <a:t>IT/OT convergence: Future SOCs will unify monitoring for both environments.</a:t>
            </a:r>
          </a:p>
          <a:p>
            <a:pPr lvl="0"/>
            <a:r>
              <a:rPr lang="en-US"/>
              <a:t>Digital twins: Virtual replicas will simulate OT attacks safely for training.</a:t>
            </a:r>
          </a:p>
          <a:p>
            <a:pPr lvl="0"/>
            <a:r>
              <a:rPr lang="en-US"/>
              <a:t>AI-based detection: ML models will identify unusual industrial behavior automatically.</a:t>
            </a:r>
          </a:p>
          <a:p>
            <a:pPr lvl="0"/>
            <a:endParaRPr lang="en-US"/>
          </a:p>
        </p:txBody>
      </p:sp>
    </p:spTree>
    <p:extLst>
      <p:ext uri="{BB962C8B-B14F-4D97-AF65-F5344CB8AC3E}">
        <p14:creationId xmlns:p14="http://schemas.microsoft.com/office/powerpoint/2010/main" val="240929735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373F1F-E4FF-4496-8786-EAE1E9791BCE}"/>
              </a:ext>
            </a:extLst>
          </p:cNvPr>
          <p:cNvSpPr>
            <a:spLocks noGrp="1"/>
          </p:cNvSpPr>
          <p:nvPr>
            <p:ph type="title"/>
          </p:nvPr>
        </p:nvSpPr>
        <p:spPr/>
        <p:txBody>
          <a:bodyPr>
            <a:normAutofit/>
          </a:bodyPr>
          <a:lstStyle/>
          <a:p>
            <a:r>
              <a:rPr lang="en-US" sz="5400" dirty="0"/>
              <a:t>Emerging Trends in SOC: AI &amp; ML Applications in SOCs</a:t>
            </a:r>
          </a:p>
        </p:txBody>
      </p:sp>
      <p:sp>
        <p:nvSpPr>
          <p:cNvPr id="6" name="Text Placeholder 5">
            <a:extLst>
              <a:ext uri="{FF2B5EF4-FFF2-40B4-BE49-F238E27FC236}">
                <a16:creationId xmlns:a16="http://schemas.microsoft.com/office/drawing/2014/main" id="{38115214-8B1D-4213-90B4-F9376C4D6F2E}"/>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428125095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6CA5EB-B8A9-453E-9062-28DE27FD77BC}"/>
              </a:ext>
            </a:extLst>
          </p:cNvPr>
          <p:cNvSpPr>
            <a:spLocks noGrp="1"/>
          </p:cNvSpPr>
          <p:nvPr>
            <p:ph type="title"/>
          </p:nvPr>
        </p:nvSpPr>
        <p:spPr>
          <a:xfrm>
            <a:off x="838200" y="365126"/>
            <a:ext cx="10515600" cy="1325563"/>
          </a:xfrm>
        </p:spPr>
        <p:txBody>
          <a:bodyPr/>
          <a:lstStyle/>
          <a:p>
            <a:r>
              <a:rPr lang="en-US" dirty="0"/>
              <a:t>Introduction</a:t>
            </a:r>
          </a:p>
        </p:txBody>
      </p:sp>
      <p:sp>
        <p:nvSpPr>
          <p:cNvPr id="3" name="Text Placeholder 2">
            <a:extLst>
              <a:ext uri="{FF2B5EF4-FFF2-40B4-BE49-F238E27FC236}">
                <a16:creationId xmlns:a16="http://schemas.microsoft.com/office/drawing/2014/main" id="{A4B92835-77C6-4CEE-B31C-02E4C5B7BAB1}"/>
              </a:ext>
            </a:extLst>
          </p:cNvPr>
          <p:cNvSpPr>
            <a:spLocks noGrp="1"/>
          </p:cNvSpPr>
          <p:nvPr>
            <p:ph type="body" idx="1"/>
          </p:nvPr>
        </p:nvSpPr>
        <p:spPr>
          <a:xfrm>
            <a:off x="838200" y="1825625"/>
            <a:ext cx="10515600" cy="4351338"/>
          </a:xfrm>
        </p:spPr>
        <p:txBody>
          <a:bodyPr/>
          <a:lstStyle/>
          <a:p>
            <a:pPr lvl="0"/>
            <a:r>
              <a:rPr lang="en-US" dirty="0"/>
              <a:t>SOCs face overwhelming alert volumes, complex threats, and evolving attack techniques. </a:t>
            </a:r>
          </a:p>
          <a:p>
            <a:pPr lvl="0"/>
            <a:r>
              <a:rPr lang="en-US" dirty="0"/>
              <a:t>AI/ML helps automate detection, reduce false positives, and support analysts in making faster decisions.</a:t>
            </a:r>
          </a:p>
          <a:p>
            <a:pPr lvl="0"/>
            <a:endParaRPr lang="en-US" dirty="0"/>
          </a:p>
        </p:txBody>
      </p:sp>
    </p:spTree>
    <p:extLst>
      <p:ext uri="{BB962C8B-B14F-4D97-AF65-F5344CB8AC3E}">
        <p14:creationId xmlns:p14="http://schemas.microsoft.com/office/powerpoint/2010/main" val="58868570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4EDAA7-2C04-4AE0-8B79-2D6A2C750CCD}"/>
              </a:ext>
            </a:extLst>
          </p:cNvPr>
          <p:cNvSpPr>
            <a:spLocks noGrp="1"/>
          </p:cNvSpPr>
          <p:nvPr>
            <p:ph type="title"/>
          </p:nvPr>
        </p:nvSpPr>
        <p:spPr>
          <a:xfrm>
            <a:off x="838200" y="365126"/>
            <a:ext cx="10515600" cy="1325563"/>
          </a:xfrm>
        </p:spPr>
        <p:txBody>
          <a:bodyPr/>
          <a:lstStyle/>
          <a:p>
            <a:r>
              <a:rPr lang="en-US" dirty="0"/>
              <a:t>AI and ML Use Cases</a:t>
            </a:r>
          </a:p>
        </p:txBody>
      </p:sp>
      <p:sp>
        <p:nvSpPr>
          <p:cNvPr id="3" name="Text Placeholder 2">
            <a:extLst>
              <a:ext uri="{FF2B5EF4-FFF2-40B4-BE49-F238E27FC236}">
                <a16:creationId xmlns:a16="http://schemas.microsoft.com/office/drawing/2014/main" id="{D9492944-29DC-4A81-8756-5022FAAA1469}"/>
              </a:ext>
            </a:extLst>
          </p:cNvPr>
          <p:cNvSpPr>
            <a:spLocks noGrp="1"/>
          </p:cNvSpPr>
          <p:nvPr>
            <p:ph type="body" idx="1"/>
          </p:nvPr>
        </p:nvSpPr>
        <p:spPr>
          <a:xfrm>
            <a:off x="838200" y="1825625"/>
            <a:ext cx="10515600" cy="4864424"/>
          </a:xfrm>
        </p:spPr>
        <p:txBody>
          <a:bodyPr>
            <a:normAutofit/>
          </a:bodyPr>
          <a:lstStyle/>
          <a:p>
            <a:pPr lvl="0"/>
            <a:r>
              <a:rPr lang="en-US" sz="2400" dirty="0"/>
              <a:t>Anomaly detection: ML models identify patterns that deviate from normal behavior, helping catch insider threats or stealthy attacks.</a:t>
            </a:r>
          </a:p>
          <a:p>
            <a:pPr lvl="0"/>
            <a:r>
              <a:rPr lang="en-US" sz="2400" dirty="0"/>
              <a:t>Threat prediction: Predictive analytics identifies assets at high risk based on historical data and current vulnerabilities.</a:t>
            </a:r>
          </a:p>
          <a:p>
            <a:pPr lvl="0"/>
            <a:r>
              <a:rPr lang="en-US" sz="2400" dirty="0"/>
              <a:t>Alert prioritization: AI assigns risk scores to alerts so analysts focus on the most critical incidents.</a:t>
            </a:r>
          </a:p>
          <a:p>
            <a:pPr lvl="0"/>
            <a:r>
              <a:rPr lang="en-US" sz="2400" dirty="0"/>
              <a:t>Phishing detection: NLP models analyze email content, URLs, and attachments to detect malicious intent.</a:t>
            </a:r>
          </a:p>
          <a:p>
            <a:pPr lvl="0"/>
            <a:r>
              <a:rPr lang="en-US" sz="2400" dirty="0"/>
              <a:t>Malware classification: Deep learning models identify malware families based on behavioral patterns.</a:t>
            </a:r>
          </a:p>
          <a:p>
            <a:pPr lvl="0"/>
            <a:r>
              <a:rPr lang="en-US" sz="2400" dirty="0"/>
              <a:t>Automated IR: SOAR platforms use ML to decide which playbooks to trigger, reducing response time.</a:t>
            </a:r>
          </a:p>
          <a:p>
            <a:pPr lvl="0"/>
            <a:endParaRPr lang="en-US" sz="2400" dirty="0"/>
          </a:p>
        </p:txBody>
      </p:sp>
    </p:spTree>
    <p:extLst>
      <p:ext uri="{BB962C8B-B14F-4D97-AF65-F5344CB8AC3E}">
        <p14:creationId xmlns:p14="http://schemas.microsoft.com/office/powerpoint/2010/main" val="49775678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32A870-6B24-4E4C-88AC-B818C0D9785C}"/>
              </a:ext>
            </a:extLst>
          </p:cNvPr>
          <p:cNvSpPr>
            <a:spLocks noGrp="1"/>
          </p:cNvSpPr>
          <p:nvPr>
            <p:ph type="title"/>
          </p:nvPr>
        </p:nvSpPr>
        <p:spPr>
          <a:xfrm>
            <a:off x="838200" y="365126"/>
            <a:ext cx="10515600" cy="1325563"/>
          </a:xfrm>
        </p:spPr>
        <p:txBody>
          <a:bodyPr/>
          <a:lstStyle/>
          <a:p>
            <a:r>
              <a:rPr lang="en-US" dirty="0"/>
              <a:t>Real-World Examples</a:t>
            </a:r>
          </a:p>
        </p:txBody>
      </p:sp>
      <p:sp>
        <p:nvSpPr>
          <p:cNvPr id="3" name="Text Placeholder 2">
            <a:extLst>
              <a:ext uri="{FF2B5EF4-FFF2-40B4-BE49-F238E27FC236}">
                <a16:creationId xmlns:a16="http://schemas.microsoft.com/office/drawing/2014/main" id="{D357EF99-5FE9-42C5-8A3C-287FD3D426EB}"/>
              </a:ext>
            </a:extLst>
          </p:cNvPr>
          <p:cNvSpPr>
            <a:spLocks noGrp="1"/>
          </p:cNvSpPr>
          <p:nvPr>
            <p:ph type="body" idx="1"/>
          </p:nvPr>
        </p:nvSpPr>
        <p:spPr>
          <a:xfrm>
            <a:off x="838200" y="1825625"/>
            <a:ext cx="10515600" cy="4351338"/>
          </a:xfrm>
        </p:spPr>
        <p:txBody>
          <a:bodyPr/>
          <a:lstStyle/>
          <a:p>
            <a:pPr lvl="0"/>
            <a:r>
              <a:rPr lang="en-US"/>
              <a:t>Gmail Anti-Phishing AI: Uses machine learning to block millions of malicious emails daily.</a:t>
            </a:r>
          </a:p>
          <a:p>
            <a:pPr lvl="0"/>
            <a:r>
              <a:rPr lang="en-US"/>
              <a:t>Microsoft Defender: Uses deep learning to detect fileless malware and ransomware.</a:t>
            </a:r>
          </a:p>
          <a:p>
            <a:pPr lvl="0"/>
            <a:r>
              <a:rPr lang="en-US"/>
              <a:t>Darktrace: Uses AI-driven anomaly detection for autonomous response.</a:t>
            </a:r>
          </a:p>
          <a:p>
            <a:pPr lvl="0"/>
            <a:endParaRPr lang="en-US"/>
          </a:p>
        </p:txBody>
      </p:sp>
    </p:spTree>
    <p:extLst>
      <p:ext uri="{BB962C8B-B14F-4D97-AF65-F5344CB8AC3E}">
        <p14:creationId xmlns:p14="http://schemas.microsoft.com/office/powerpoint/2010/main" val="12220460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8AEED1-08B1-4BF4-8FB5-771EFD614694}"/>
              </a:ext>
            </a:extLst>
          </p:cNvPr>
          <p:cNvSpPr>
            <a:spLocks noGrp="1"/>
          </p:cNvSpPr>
          <p:nvPr>
            <p:ph type="title"/>
          </p:nvPr>
        </p:nvSpPr>
        <p:spPr>
          <a:xfrm>
            <a:off x="838200" y="365126"/>
            <a:ext cx="10515600" cy="1325563"/>
          </a:xfrm>
        </p:spPr>
        <p:txBody>
          <a:bodyPr/>
          <a:lstStyle/>
          <a:p>
            <a:r>
              <a:rPr lang="en-US" dirty="0"/>
              <a:t>ML Techniques Used</a:t>
            </a:r>
          </a:p>
        </p:txBody>
      </p:sp>
      <p:sp>
        <p:nvSpPr>
          <p:cNvPr id="3" name="Text Placeholder 2">
            <a:extLst>
              <a:ext uri="{FF2B5EF4-FFF2-40B4-BE49-F238E27FC236}">
                <a16:creationId xmlns:a16="http://schemas.microsoft.com/office/drawing/2014/main" id="{3E9883D9-BD1D-45C8-A0FA-C7F36784C0FC}"/>
              </a:ext>
            </a:extLst>
          </p:cNvPr>
          <p:cNvSpPr>
            <a:spLocks noGrp="1"/>
          </p:cNvSpPr>
          <p:nvPr>
            <p:ph type="body" idx="1"/>
          </p:nvPr>
        </p:nvSpPr>
        <p:spPr>
          <a:xfrm>
            <a:off x="838200" y="1825625"/>
            <a:ext cx="10515600" cy="4351338"/>
          </a:xfrm>
        </p:spPr>
        <p:txBody>
          <a:bodyPr/>
          <a:lstStyle/>
          <a:p>
            <a:pPr lvl="0"/>
            <a:r>
              <a:rPr lang="en-US"/>
              <a:t>Supervised learning: Trains models on labeled datasets to classify known threats.</a:t>
            </a:r>
          </a:p>
          <a:p>
            <a:pPr lvl="0"/>
            <a:r>
              <a:rPr lang="en-US"/>
              <a:t>Unsupervised learning: Uses autoencoders or clustering to detect unknown anomalies.</a:t>
            </a:r>
          </a:p>
          <a:p>
            <a:pPr lvl="0"/>
            <a:r>
              <a:rPr lang="en-US"/>
              <a:t>Reinforcement learning: Models learn optimal responses through repeated trial and evaluation.</a:t>
            </a:r>
          </a:p>
          <a:p>
            <a:pPr lvl="0"/>
            <a:r>
              <a:rPr lang="en-US"/>
              <a:t>Graph neural networks: Model relationships between users, systems, and devices to detect complex lateral movement.</a:t>
            </a:r>
          </a:p>
          <a:p>
            <a:pPr lvl="0"/>
            <a:endParaRPr lang="en-US"/>
          </a:p>
        </p:txBody>
      </p:sp>
    </p:spTree>
    <p:extLst>
      <p:ext uri="{BB962C8B-B14F-4D97-AF65-F5344CB8AC3E}">
        <p14:creationId xmlns:p14="http://schemas.microsoft.com/office/powerpoint/2010/main" val="374421682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926BA9-F4BF-4907-8FD2-F04A7D220335}"/>
              </a:ext>
            </a:extLst>
          </p:cNvPr>
          <p:cNvSpPr>
            <a:spLocks noGrp="1"/>
          </p:cNvSpPr>
          <p:nvPr>
            <p:ph type="title"/>
          </p:nvPr>
        </p:nvSpPr>
        <p:spPr>
          <a:xfrm>
            <a:off x="838200" y="365126"/>
            <a:ext cx="10515600" cy="1325563"/>
          </a:xfrm>
        </p:spPr>
        <p:txBody>
          <a:bodyPr/>
          <a:lstStyle/>
          <a:p>
            <a:r>
              <a:rPr lang="en-US" dirty="0"/>
              <a:t>Attacks Targeting AI/ML</a:t>
            </a:r>
          </a:p>
        </p:txBody>
      </p:sp>
      <p:sp>
        <p:nvSpPr>
          <p:cNvPr id="3" name="Text Placeholder 2">
            <a:extLst>
              <a:ext uri="{FF2B5EF4-FFF2-40B4-BE49-F238E27FC236}">
                <a16:creationId xmlns:a16="http://schemas.microsoft.com/office/drawing/2014/main" id="{B434DFD8-2ABC-40EE-8310-77605464FDA1}"/>
              </a:ext>
            </a:extLst>
          </p:cNvPr>
          <p:cNvSpPr>
            <a:spLocks noGrp="1"/>
          </p:cNvSpPr>
          <p:nvPr>
            <p:ph type="body" idx="1"/>
          </p:nvPr>
        </p:nvSpPr>
        <p:spPr>
          <a:xfrm>
            <a:off x="838200" y="1825625"/>
            <a:ext cx="10515600" cy="4351338"/>
          </a:xfrm>
        </p:spPr>
        <p:txBody>
          <a:bodyPr/>
          <a:lstStyle/>
          <a:p>
            <a:pPr lvl="0"/>
            <a:r>
              <a:rPr lang="en-US"/>
              <a:t>Evasion attacks: Attackers manipulate input data to bypass ML detectors. Example: modifying malware features to avoid detection.</a:t>
            </a:r>
          </a:p>
          <a:p>
            <a:pPr lvl="0"/>
            <a:r>
              <a:rPr lang="en-US"/>
              <a:t>Data poisoning: Attackers inject malicious data into training sets, corrupting the model.</a:t>
            </a:r>
          </a:p>
          <a:p>
            <a:pPr lvl="0"/>
            <a:r>
              <a:rPr lang="en-US"/>
              <a:t>Model extraction: Adversaries send queries to replicate a proprietary model.</a:t>
            </a:r>
          </a:p>
          <a:p>
            <a:pPr lvl="0"/>
            <a:r>
              <a:rPr lang="en-US"/>
              <a:t>Adversarial examples: ML models misclassify slightly modified inputs.</a:t>
            </a:r>
          </a:p>
          <a:p>
            <a:pPr lvl="0"/>
            <a:endParaRPr lang="en-US"/>
          </a:p>
        </p:txBody>
      </p:sp>
    </p:spTree>
    <p:extLst>
      <p:ext uri="{BB962C8B-B14F-4D97-AF65-F5344CB8AC3E}">
        <p14:creationId xmlns:p14="http://schemas.microsoft.com/office/powerpoint/2010/main" val="83964728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F41D81-FBC0-4887-A07F-AB139727CB1A}"/>
              </a:ext>
            </a:extLst>
          </p:cNvPr>
          <p:cNvSpPr>
            <a:spLocks noGrp="1"/>
          </p:cNvSpPr>
          <p:nvPr>
            <p:ph type="title"/>
          </p:nvPr>
        </p:nvSpPr>
        <p:spPr>
          <a:xfrm>
            <a:off x="838200" y="365126"/>
            <a:ext cx="10515600" cy="1325563"/>
          </a:xfrm>
        </p:spPr>
        <p:txBody>
          <a:bodyPr/>
          <a:lstStyle/>
          <a:p>
            <a:r>
              <a:rPr lang="en-US" dirty="0"/>
              <a:t>Tools and Platforms</a:t>
            </a:r>
          </a:p>
        </p:txBody>
      </p:sp>
      <p:sp>
        <p:nvSpPr>
          <p:cNvPr id="3" name="Text Placeholder 2">
            <a:extLst>
              <a:ext uri="{FF2B5EF4-FFF2-40B4-BE49-F238E27FC236}">
                <a16:creationId xmlns:a16="http://schemas.microsoft.com/office/drawing/2014/main" id="{18F14630-01AA-4162-9151-CC4F1FEC3544}"/>
              </a:ext>
            </a:extLst>
          </p:cNvPr>
          <p:cNvSpPr>
            <a:spLocks noGrp="1"/>
          </p:cNvSpPr>
          <p:nvPr>
            <p:ph type="body" idx="1"/>
          </p:nvPr>
        </p:nvSpPr>
        <p:spPr>
          <a:xfrm>
            <a:off x="838200" y="1825625"/>
            <a:ext cx="10515600" cy="4351338"/>
          </a:xfrm>
        </p:spPr>
        <p:txBody>
          <a:bodyPr/>
          <a:lstStyle/>
          <a:p>
            <a:pPr lvl="0"/>
            <a:r>
              <a:rPr lang="en-US"/>
              <a:t>SIEM + ML: Splunk UBA, QRadar Advisor, Elastic ML jobs identify unusual trends in log data.</a:t>
            </a:r>
          </a:p>
          <a:p>
            <a:pPr lvl="0"/>
            <a:r>
              <a:rPr lang="en-US"/>
              <a:t>SOAR platforms: Automated responses powered by ML risk scoring.</a:t>
            </a:r>
          </a:p>
          <a:p>
            <a:pPr lvl="0"/>
            <a:r>
              <a:rPr lang="en-US"/>
              <a:t>Cloud-native AI detection: AWS GuardDuty and Azure Sentinel use machine learning to detect cloud threats.</a:t>
            </a:r>
          </a:p>
          <a:p>
            <a:pPr lvl="0"/>
            <a:r>
              <a:rPr lang="en-US"/>
              <a:t>Threat intelligence AI: Recorded Future uses AI to identify emerging attacker infrastructure.</a:t>
            </a:r>
          </a:p>
          <a:p>
            <a:pPr lvl="0"/>
            <a:endParaRPr lang="en-US"/>
          </a:p>
        </p:txBody>
      </p:sp>
    </p:spTree>
    <p:extLst>
      <p:ext uri="{BB962C8B-B14F-4D97-AF65-F5344CB8AC3E}">
        <p14:creationId xmlns:p14="http://schemas.microsoft.com/office/powerpoint/2010/main" val="214668042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C4307E-2E57-486F-929F-508F6D4B673E}"/>
              </a:ext>
            </a:extLst>
          </p:cNvPr>
          <p:cNvSpPr>
            <a:spLocks noGrp="1"/>
          </p:cNvSpPr>
          <p:nvPr>
            <p:ph type="title"/>
          </p:nvPr>
        </p:nvSpPr>
        <p:spPr>
          <a:xfrm>
            <a:off x="838200" y="365126"/>
            <a:ext cx="10515600" cy="1325563"/>
          </a:xfrm>
        </p:spPr>
        <p:txBody>
          <a:bodyPr/>
          <a:lstStyle/>
          <a:p>
            <a:r>
              <a:rPr lang="en-US" dirty="0"/>
              <a:t>Benefits of AI in SOC</a:t>
            </a:r>
          </a:p>
        </p:txBody>
      </p:sp>
      <p:sp>
        <p:nvSpPr>
          <p:cNvPr id="3" name="Text Placeholder 2">
            <a:extLst>
              <a:ext uri="{FF2B5EF4-FFF2-40B4-BE49-F238E27FC236}">
                <a16:creationId xmlns:a16="http://schemas.microsoft.com/office/drawing/2014/main" id="{79DA261C-5A65-483C-A7E2-91B870B47F99}"/>
              </a:ext>
            </a:extLst>
          </p:cNvPr>
          <p:cNvSpPr>
            <a:spLocks noGrp="1"/>
          </p:cNvSpPr>
          <p:nvPr>
            <p:ph type="body" idx="1"/>
          </p:nvPr>
        </p:nvSpPr>
        <p:spPr>
          <a:xfrm>
            <a:off x="838200" y="1825625"/>
            <a:ext cx="10515600" cy="4351338"/>
          </a:xfrm>
        </p:spPr>
        <p:txBody>
          <a:bodyPr/>
          <a:lstStyle/>
          <a:p>
            <a:pPr lvl="0"/>
            <a:r>
              <a:rPr lang="en-US"/>
              <a:t>Less manual workload: AI reduces alert fatigue and helps analysts focus on meaningful incidents.</a:t>
            </a:r>
          </a:p>
          <a:p>
            <a:pPr lvl="0"/>
            <a:r>
              <a:rPr lang="en-US"/>
              <a:t>Enhanced threat detection: Deep learning catches patterns humans may miss.</a:t>
            </a:r>
          </a:p>
          <a:p>
            <a:pPr lvl="0"/>
            <a:r>
              <a:rPr lang="en-US"/>
              <a:t>Reduced response time: Automated actions stop attacks in early phases.</a:t>
            </a:r>
          </a:p>
          <a:p>
            <a:pPr lvl="0"/>
            <a:r>
              <a:rPr lang="en-US"/>
              <a:t>Improved accuracy: AI reduces false positives and enhances rule-based detections.</a:t>
            </a:r>
          </a:p>
          <a:p>
            <a:pPr lvl="0"/>
            <a:endParaRPr lang="en-US"/>
          </a:p>
        </p:txBody>
      </p:sp>
    </p:spTree>
    <p:extLst>
      <p:ext uri="{BB962C8B-B14F-4D97-AF65-F5344CB8AC3E}">
        <p14:creationId xmlns:p14="http://schemas.microsoft.com/office/powerpoint/2010/main" val="177250181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52953D-0E40-4170-B787-9D37EAE2DDF2}"/>
              </a:ext>
            </a:extLst>
          </p:cNvPr>
          <p:cNvSpPr>
            <a:spLocks noGrp="1"/>
          </p:cNvSpPr>
          <p:nvPr>
            <p:ph type="title"/>
          </p:nvPr>
        </p:nvSpPr>
        <p:spPr>
          <a:xfrm>
            <a:off x="838200" y="365126"/>
            <a:ext cx="10515600" cy="1325563"/>
          </a:xfrm>
        </p:spPr>
        <p:txBody>
          <a:bodyPr/>
          <a:lstStyle/>
          <a:p>
            <a:r>
              <a:rPr lang="en-US" dirty="0"/>
              <a:t>Challenges of AI Adoption</a:t>
            </a:r>
          </a:p>
        </p:txBody>
      </p:sp>
      <p:sp>
        <p:nvSpPr>
          <p:cNvPr id="3" name="Text Placeholder 2">
            <a:extLst>
              <a:ext uri="{FF2B5EF4-FFF2-40B4-BE49-F238E27FC236}">
                <a16:creationId xmlns:a16="http://schemas.microsoft.com/office/drawing/2014/main" id="{6F3BD061-8804-465E-8B8C-09EF91B79AEF}"/>
              </a:ext>
            </a:extLst>
          </p:cNvPr>
          <p:cNvSpPr>
            <a:spLocks noGrp="1"/>
          </p:cNvSpPr>
          <p:nvPr>
            <p:ph type="body" idx="1"/>
          </p:nvPr>
        </p:nvSpPr>
        <p:spPr>
          <a:xfrm>
            <a:off x="838200" y="1825625"/>
            <a:ext cx="10515600" cy="4351338"/>
          </a:xfrm>
        </p:spPr>
        <p:txBody>
          <a:bodyPr/>
          <a:lstStyle/>
          <a:p>
            <a:pPr lvl="0"/>
            <a:r>
              <a:rPr lang="en-US"/>
              <a:t>Model drift: Threat patterns change, requiring constant retraining.</a:t>
            </a:r>
          </a:p>
          <a:p>
            <a:pPr lvl="0"/>
            <a:r>
              <a:rPr lang="en-US"/>
              <a:t>Data quality issues: Logs may be incomplete or inconsistent, affecting model performance.</a:t>
            </a:r>
          </a:p>
          <a:p>
            <a:pPr lvl="0"/>
            <a:r>
              <a:rPr lang="en-US"/>
              <a:t>Explainability: Black-box ML decisions are difficult to justify to management.</a:t>
            </a:r>
          </a:p>
          <a:p>
            <a:pPr lvl="0"/>
            <a:r>
              <a:rPr lang="en-US"/>
              <a:t>Skill gaps: SOC staff require ML knowledge to properly tune and interpret models.</a:t>
            </a:r>
          </a:p>
          <a:p>
            <a:pPr lvl="0"/>
            <a:endParaRPr lang="en-US"/>
          </a:p>
        </p:txBody>
      </p:sp>
    </p:spTree>
    <p:extLst>
      <p:ext uri="{BB962C8B-B14F-4D97-AF65-F5344CB8AC3E}">
        <p14:creationId xmlns:p14="http://schemas.microsoft.com/office/powerpoint/2010/main" val="88404777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48F536B8-C5BF-41BA-846B-24DA062D6188}"/>
              </a:ext>
            </a:extLst>
          </p:cNvPr>
          <p:cNvSpPr/>
          <p:nvPr/>
        </p:nvSpPr>
        <p:spPr>
          <a:xfrm>
            <a:off x="7641771" y="0"/>
            <a:ext cx="4550229" cy="675536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276EA65-31C8-49E4-81C9-640755579CE7}"/>
              </a:ext>
            </a:extLst>
          </p:cNvPr>
          <p:cNvSpPr>
            <a:spLocks noGrp="1"/>
          </p:cNvSpPr>
          <p:nvPr>
            <p:ph type="title"/>
          </p:nvPr>
        </p:nvSpPr>
        <p:spPr>
          <a:xfrm>
            <a:off x="838200" y="365126"/>
            <a:ext cx="10515600" cy="1325563"/>
          </a:xfrm>
        </p:spPr>
        <p:txBody>
          <a:bodyPr/>
          <a:lstStyle/>
          <a:p>
            <a:r>
              <a:rPr lang="en-US" dirty="0"/>
              <a:t>Future Directions</a:t>
            </a:r>
          </a:p>
        </p:txBody>
      </p:sp>
      <p:sp>
        <p:nvSpPr>
          <p:cNvPr id="3" name="Text Placeholder 2">
            <a:extLst>
              <a:ext uri="{FF2B5EF4-FFF2-40B4-BE49-F238E27FC236}">
                <a16:creationId xmlns:a16="http://schemas.microsoft.com/office/drawing/2014/main" id="{7195483B-E8AF-49E1-8742-8DF41213CADB}"/>
              </a:ext>
            </a:extLst>
          </p:cNvPr>
          <p:cNvSpPr>
            <a:spLocks noGrp="1"/>
          </p:cNvSpPr>
          <p:nvPr>
            <p:ph type="body" idx="1"/>
          </p:nvPr>
        </p:nvSpPr>
        <p:spPr>
          <a:xfrm>
            <a:off x="838200" y="1825625"/>
            <a:ext cx="6635620" cy="4351338"/>
          </a:xfrm>
        </p:spPr>
        <p:txBody>
          <a:bodyPr>
            <a:normAutofit/>
          </a:bodyPr>
          <a:lstStyle/>
          <a:p>
            <a:pPr lvl="0"/>
            <a:r>
              <a:rPr lang="en-US" sz="2400" dirty="0"/>
              <a:t>Generative AI threat detection: LLMs analyzing logs and generating insights.</a:t>
            </a:r>
          </a:p>
          <a:p>
            <a:pPr lvl="0"/>
            <a:r>
              <a:rPr lang="en-US" sz="2400" dirty="0"/>
              <a:t>Autonomous SOCs: Entire incident response cycles may become automated.</a:t>
            </a:r>
          </a:p>
          <a:p>
            <a:pPr lvl="0"/>
            <a:r>
              <a:rPr lang="en-US" sz="2400" dirty="0"/>
              <a:t>AI-driven deception systems: Dynamic decoys to confuse attackers.</a:t>
            </a:r>
          </a:p>
          <a:p>
            <a:pPr lvl="0"/>
            <a:r>
              <a:rPr lang="en-US" sz="2400" dirty="0"/>
              <a:t>AI copilots for SOC analysts: Providing guidance and instant analysis.</a:t>
            </a:r>
          </a:p>
          <a:p>
            <a:pPr lvl="0"/>
            <a:endParaRPr lang="en-US" sz="2400" dirty="0"/>
          </a:p>
        </p:txBody>
      </p:sp>
      <p:pic>
        <p:nvPicPr>
          <p:cNvPr id="4" name="Picture 3">
            <a:extLst>
              <a:ext uri="{FF2B5EF4-FFF2-40B4-BE49-F238E27FC236}">
                <a16:creationId xmlns:a16="http://schemas.microsoft.com/office/drawing/2014/main" id="{CB5DB3B5-193C-4B3B-8A28-3836587F56F9}"/>
              </a:ext>
            </a:extLst>
          </p:cNvPr>
          <p:cNvPicPr>
            <a:picLocks noChangeAspect="1"/>
          </p:cNvPicPr>
          <p:nvPr/>
        </p:nvPicPr>
        <p:blipFill rotWithShape="1">
          <a:blip r:embed="rId2"/>
          <a:srcRect l="55984"/>
          <a:stretch/>
        </p:blipFill>
        <p:spPr>
          <a:xfrm>
            <a:off x="7659628" y="536510"/>
            <a:ext cx="4523041" cy="5784980"/>
          </a:xfrm>
          <a:prstGeom prst="rect">
            <a:avLst/>
          </a:prstGeom>
        </p:spPr>
      </p:pic>
    </p:spTree>
    <p:extLst>
      <p:ext uri="{BB962C8B-B14F-4D97-AF65-F5344CB8AC3E}">
        <p14:creationId xmlns:p14="http://schemas.microsoft.com/office/powerpoint/2010/main" val="136750291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DCD786-F199-4489-B992-983F5E17EBDF}"/>
              </a:ext>
            </a:extLst>
          </p:cNvPr>
          <p:cNvSpPr>
            <a:spLocks noGrp="1"/>
          </p:cNvSpPr>
          <p:nvPr>
            <p:ph type="title"/>
          </p:nvPr>
        </p:nvSpPr>
        <p:spPr/>
        <p:txBody>
          <a:bodyPr>
            <a:normAutofit/>
          </a:bodyPr>
          <a:lstStyle/>
          <a:p>
            <a:r>
              <a:rPr lang="en-US" sz="4800" dirty="0"/>
              <a:t>Emerging Trends in SOC: Future SOC Design – Threat-Led, Automation-Driven</a:t>
            </a:r>
          </a:p>
        </p:txBody>
      </p:sp>
      <p:sp>
        <p:nvSpPr>
          <p:cNvPr id="6" name="Text Placeholder 5">
            <a:extLst>
              <a:ext uri="{FF2B5EF4-FFF2-40B4-BE49-F238E27FC236}">
                <a16:creationId xmlns:a16="http://schemas.microsoft.com/office/drawing/2014/main" id="{8D68FDDB-EDC4-40E3-A136-C76300B733BE}"/>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77907506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E1AB3D-D143-4420-B71A-9451C7FA0F78}"/>
              </a:ext>
            </a:extLst>
          </p:cNvPr>
          <p:cNvSpPr>
            <a:spLocks noGrp="1"/>
          </p:cNvSpPr>
          <p:nvPr>
            <p:ph type="title"/>
          </p:nvPr>
        </p:nvSpPr>
        <p:spPr>
          <a:xfrm>
            <a:off x="838200" y="365126"/>
            <a:ext cx="10515600" cy="1325563"/>
          </a:xfrm>
        </p:spPr>
        <p:txBody>
          <a:bodyPr/>
          <a:lstStyle/>
          <a:p>
            <a:r>
              <a:rPr lang="en-US" dirty="0"/>
              <a:t>Introduction</a:t>
            </a:r>
          </a:p>
        </p:txBody>
      </p:sp>
      <p:sp>
        <p:nvSpPr>
          <p:cNvPr id="3" name="Text Placeholder 2">
            <a:extLst>
              <a:ext uri="{FF2B5EF4-FFF2-40B4-BE49-F238E27FC236}">
                <a16:creationId xmlns:a16="http://schemas.microsoft.com/office/drawing/2014/main" id="{0DF15DAE-E40E-49F3-B8CE-FE1B7523E8CC}"/>
              </a:ext>
            </a:extLst>
          </p:cNvPr>
          <p:cNvSpPr>
            <a:spLocks noGrp="1"/>
          </p:cNvSpPr>
          <p:nvPr>
            <p:ph type="body" idx="1"/>
          </p:nvPr>
        </p:nvSpPr>
        <p:spPr>
          <a:xfrm>
            <a:off x="838200" y="1825625"/>
            <a:ext cx="10515600" cy="4351338"/>
          </a:xfrm>
        </p:spPr>
        <p:txBody>
          <a:bodyPr/>
          <a:lstStyle/>
          <a:p>
            <a:pPr lvl="0"/>
            <a:r>
              <a:rPr lang="en-US"/>
              <a:t>The future SOC focuses on proactive defense using threat intelligence and automation.</a:t>
            </a:r>
          </a:p>
          <a:p>
            <a:pPr lvl="0"/>
            <a:r>
              <a:rPr lang="en-US"/>
              <a:t>Instead of reacting to alerts, modern SOCs predict threats and respond automatically.</a:t>
            </a:r>
          </a:p>
          <a:p>
            <a:pPr lvl="0"/>
            <a:endParaRPr lang="en-US"/>
          </a:p>
        </p:txBody>
      </p:sp>
    </p:spTree>
    <p:extLst>
      <p:ext uri="{BB962C8B-B14F-4D97-AF65-F5344CB8AC3E}">
        <p14:creationId xmlns:p14="http://schemas.microsoft.com/office/powerpoint/2010/main" val="112283698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CF025F-75E9-4EC2-8FAC-E14BAB216C76}"/>
              </a:ext>
            </a:extLst>
          </p:cNvPr>
          <p:cNvSpPr>
            <a:spLocks noGrp="1"/>
          </p:cNvSpPr>
          <p:nvPr>
            <p:ph type="title"/>
          </p:nvPr>
        </p:nvSpPr>
        <p:spPr>
          <a:xfrm>
            <a:off x="838200" y="365126"/>
            <a:ext cx="10515600" cy="1325563"/>
          </a:xfrm>
        </p:spPr>
        <p:txBody>
          <a:bodyPr/>
          <a:lstStyle/>
          <a:p>
            <a:r>
              <a:rPr lang="en-US" dirty="0"/>
              <a:t>Characteristics of Threat-Led SOC</a:t>
            </a:r>
          </a:p>
        </p:txBody>
      </p:sp>
      <p:sp>
        <p:nvSpPr>
          <p:cNvPr id="3" name="Text Placeholder 2">
            <a:extLst>
              <a:ext uri="{FF2B5EF4-FFF2-40B4-BE49-F238E27FC236}">
                <a16:creationId xmlns:a16="http://schemas.microsoft.com/office/drawing/2014/main" id="{2AEF8A91-B0C4-4CF7-AD54-2D5A6F6DD6A5}"/>
              </a:ext>
            </a:extLst>
          </p:cNvPr>
          <p:cNvSpPr>
            <a:spLocks noGrp="1"/>
          </p:cNvSpPr>
          <p:nvPr>
            <p:ph type="body" idx="1"/>
          </p:nvPr>
        </p:nvSpPr>
        <p:spPr>
          <a:xfrm>
            <a:off x="838200" y="1825625"/>
            <a:ext cx="10515600" cy="4351338"/>
          </a:xfrm>
        </p:spPr>
        <p:txBody>
          <a:bodyPr>
            <a:normAutofit/>
          </a:bodyPr>
          <a:lstStyle/>
          <a:p>
            <a:pPr lvl="0"/>
            <a:r>
              <a:rPr lang="en-US" sz="2400" dirty="0"/>
              <a:t>Intelligence-driven strategy: Detection rules are based on actual threats targeting the organization.</a:t>
            </a:r>
          </a:p>
          <a:p>
            <a:pPr lvl="0"/>
            <a:r>
              <a:rPr lang="en-US" sz="2400" dirty="0"/>
              <a:t>Framework integration: Using MITRE ATT&amp;CK and Cyber Kill Chain to align detections with attacker behavior.</a:t>
            </a:r>
          </a:p>
          <a:p>
            <a:pPr lvl="0"/>
            <a:r>
              <a:rPr lang="en-US" sz="2400" dirty="0"/>
              <a:t>Threat modeling: Continuously analyzing potential attack paths to prioritize monitoring.</a:t>
            </a:r>
          </a:p>
          <a:p>
            <a:pPr lvl="0"/>
            <a:r>
              <a:rPr lang="en-US" sz="2400" dirty="0"/>
              <a:t>Risk-focused operations: Security controls and monitoring are based on the most critical assets.</a:t>
            </a:r>
          </a:p>
          <a:p>
            <a:pPr lvl="0"/>
            <a:endParaRPr lang="en-US" sz="2400" dirty="0"/>
          </a:p>
        </p:txBody>
      </p:sp>
    </p:spTree>
    <p:extLst>
      <p:ext uri="{BB962C8B-B14F-4D97-AF65-F5344CB8AC3E}">
        <p14:creationId xmlns:p14="http://schemas.microsoft.com/office/powerpoint/2010/main" val="41631456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8A3634-539C-4092-A61D-02489E825959}"/>
              </a:ext>
            </a:extLst>
          </p:cNvPr>
          <p:cNvSpPr>
            <a:spLocks noGrp="1"/>
          </p:cNvSpPr>
          <p:nvPr>
            <p:ph type="title"/>
          </p:nvPr>
        </p:nvSpPr>
        <p:spPr>
          <a:xfrm>
            <a:off x="838200" y="365126"/>
            <a:ext cx="10515600" cy="1325563"/>
          </a:xfrm>
        </p:spPr>
        <p:txBody>
          <a:bodyPr/>
          <a:lstStyle/>
          <a:p>
            <a:r>
              <a:rPr lang="en-US" dirty="0"/>
              <a:t>Tools Used in Threat-Led SOC</a:t>
            </a:r>
          </a:p>
        </p:txBody>
      </p:sp>
      <p:sp>
        <p:nvSpPr>
          <p:cNvPr id="3" name="Text Placeholder 2">
            <a:extLst>
              <a:ext uri="{FF2B5EF4-FFF2-40B4-BE49-F238E27FC236}">
                <a16:creationId xmlns:a16="http://schemas.microsoft.com/office/drawing/2014/main" id="{FFE9833F-3C6A-4C42-AFF7-2453B937B947}"/>
              </a:ext>
            </a:extLst>
          </p:cNvPr>
          <p:cNvSpPr>
            <a:spLocks noGrp="1"/>
          </p:cNvSpPr>
          <p:nvPr>
            <p:ph type="body" idx="1"/>
          </p:nvPr>
        </p:nvSpPr>
        <p:spPr>
          <a:xfrm>
            <a:off x="838200" y="1825625"/>
            <a:ext cx="10515600" cy="4351338"/>
          </a:xfrm>
        </p:spPr>
        <p:txBody>
          <a:bodyPr/>
          <a:lstStyle/>
          <a:p>
            <a:pPr lvl="0"/>
            <a:r>
              <a:rPr lang="en-US"/>
              <a:t>ATT&amp;CK Navigator: Visualizes coverage of threat techniques to identify gaps.</a:t>
            </a:r>
          </a:p>
          <a:p>
            <a:pPr lvl="0"/>
            <a:r>
              <a:rPr lang="en-US"/>
              <a:t>Breach &amp; Attack Simulation (BAS): Tools like AttackIQ automatically test SOC detection capabilities.</a:t>
            </a:r>
          </a:p>
          <a:p>
            <a:pPr lvl="0"/>
            <a:r>
              <a:rPr lang="en-US"/>
              <a:t>Threat Intelligence Platforms: MISP and OpenCTI enrich logs with TTPs, IoCs, and actor profiles.</a:t>
            </a:r>
          </a:p>
          <a:p>
            <a:pPr lvl="0"/>
            <a:r>
              <a:rPr lang="en-US"/>
              <a:t>Attack surface management: Tools identify exposed assets and misconfigurations.</a:t>
            </a:r>
          </a:p>
          <a:p>
            <a:pPr lvl="0"/>
            <a:endParaRPr lang="en-US"/>
          </a:p>
        </p:txBody>
      </p:sp>
    </p:spTree>
    <p:extLst>
      <p:ext uri="{BB962C8B-B14F-4D97-AF65-F5344CB8AC3E}">
        <p14:creationId xmlns:p14="http://schemas.microsoft.com/office/powerpoint/2010/main" val="66921237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4C76C2-EE9F-44CC-9339-874AF24DD4FA}"/>
              </a:ext>
            </a:extLst>
          </p:cNvPr>
          <p:cNvSpPr>
            <a:spLocks noGrp="1"/>
          </p:cNvSpPr>
          <p:nvPr>
            <p:ph type="title"/>
          </p:nvPr>
        </p:nvSpPr>
        <p:spPr>
          <a:xfrm>
            <a:off x="838200" y="365126"/>
            <a:ext cx="10515600" cy="1325563"/>
          </a:xfrm>
        </p:spPr>
        <p:txBody>
          <a:bodyPr/>
          <a:lstStyle/>
          <a:p>
            <a:r>
              <a:rPr lang="en-US" dirty="0"/>
              <a:t>Automation in SOC</a:t>
            </a:r>
          </a:p>
        </p:txBody>
      </p:sp>
      <p:sp>
        <p:nvSpPr>
          <p:cNvPr id="3" name="Text Placeholder 2">
            <a:extLst>
              <a:ext uri="{FF2B5EF4-FFF2-40B4-BE49-F238E27FC236}">
                <a16:creationId xmlns:a16="http://schemas.microsoft.com/office/drawing/2014/main" id="{BD1D9C5F-789C-455F-A028-3A4D1E887132}"/>
              </a:ext>
            </a:extLst>
          </p:cNvPr>
          <p:cNvSpPr>
            <a:spLocks noGrp="1"/>
          </p:cNvSpPr>
          <p:nvPr>
            <p:ph type="body" idx="1"/>
          </p:nvPr>
        </p:nvSpPr>
        <p:spPr>
          <a:xfrm>
            <a:off x="838200" y="1825625"/>
            <a:ext cx="10515600" cy="4351338"/>
          </a:xfrm>
        </p:spPr>
        <p:txBody>
          <a:bodyPr/>
          <a:lstStyle/>
          <a:p>
            <a:pPr lvl="0"/>
            <a:r>
              <a:rPr lang="en-US"/>
              <a:t>SOAR platforms: Run playbooks to investigate alerts, enrich logs, and take remediation actions.</a:t>
            </a:r>
          </a:p>
          <a:p>
            <a:pPr lvl="0"/>
            <a:r>
              <a:rPr lang="en-US"/>
              <a:t>Automated containment: Systems can isolate endpoints, disable accounts, or block IPs instantly.</a:t>
            </a:r>
          </a:p>
          <a:p>
            <a:pPr lvl="0"/>
            <a:r>
              <a:rPr lang="en-US"/>
              <a:t>Log enrichment: Machine learning automatically adds context such as threat scores or geo-location.</a:t>
            </a:r>
          </a:p>
          <a:p>
            <a:pPr lvl="0"/>
            <a:r>
              <a:rPr lang="en-US"/>
              <a:t>AI-driven triage: Reduces human workload by prioritizing the most severe alerts.</a:t>
            </a:r>
          </a:p>
          <a:p>
            <a:pPr lvl="0"/>
            <a:endParaRPr lang="en-US"/>
          </a:p>
        </p:txBody>
      </p:sp>
    </p:spTree>
    <p:extLst>
      <p:ext uri="{BB962C8B-B14F-4D97-AF65-F5344CB8AC3E}">
        <p14:creationId xmlns:p14="http://schemas.microsoft.com/office/powerpoint/2010/main" val="132984783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48F13D-AE32-4CEC-8895-677356B97AAD}"/>
              </a:ext>
            </a:extLst>
          </p:cNvPr>
          <p:cNvSpPr>
            <a:spLocks noGrp="1"/>
          </p:cNvSpPr>
          <p:nvPr>
            <p:ph type="title"/>
          </p:nvPr>
        </p:nvSpPr>
        <p:spPr>
          <a:xfrm>
            <a:off x="838200" y="365126"/>
            <a:ext cx="10515600" cy="1325563"/>
          </a:xfrm>
        </p:spPr>
        <p:txBody>
          <a:bodyPr/>
          <a:lstStyle/>
          <a:p>
            <a:r>
              <a:rPr lang="en-US" dirty="0"/>
              <a:t>Real-World Incidents Showing Automation Need</a:t>
            </a:r>
          </a:p>
        </p:txBody>
      </p:sp>
      <p:sp>
        <p:nvSpPr>
          <p:cNvPr id="3" name="Text Placeholder 2">
            <a:extLst>
              <a:ext uri="{FF2B5EF4-FFF2-40B4-BE49-F238E27FC236}">
                <a16:creationId xmlns:a16="http://schemas.microsoft.com/office/drawing/2014/main" id="{F2BAB593-CE0A-49F5-8683-1DEB9DF9A715}"/>
              </a:ext>
            </a:extLst>
          </p:cNvPr>
          <p:cNvSpPr>
            <a:spLocks noGrp="1"/>
          </p:cNvSpPr>
          <p:nvPr>
            <p:ph type="body" idx="1"/>
          </p:nvPr>
        </p:nvSpPr>
        <p:spPr>
          <a:xfrm>
            <a:off x="838200" y="1825625"/>
            <a:ext cx="10515600" cy="4351338"/>
          </a:xfrm>
        </p:spPr>
        <p:txBody>
          <a:bodyPr/>
          <a:lstStyle/>
          <a:p>
            <a:pPr lvl="0"/>
            <a:r>
              <a:rPr lang="en-US" dirty="0"/>
              <a:t>WannaCry ransomware: Spread across networks within minutes, proving humans alone cannot respond fast enough.</a:t>
            </a:r>
          </a:p>
          <a:p>
            <a:pPr lvl="0"/>
            <a:r>
              <a:rPr lang="en-US" dirty="0"/>
              <a:t>Scattered Spider MFA attacks: Automated identity lockouts can stop social engineering attempts.</a:t>
            </a:r>
          </a:p>
          <a:p>
            <a:pPr lvl="0"/>
            <a:r>
              <a:rPr lang="en-US" dirty="0"/>
              <a:t>Cloud credential abuse: Automated revocation of API keys prevents large-scale cloud exploitation.</a:t>
            </a:r>
          </a:p>
          <a:p>
            <a:pPr lvl="0"/>
            <a:endParaRPr lang="en-US" dirty="0"/>
          </a:p>
        </p:txBody>
      </p:sp>
      <p:sp>
        <p:nvSpPr>
          <p:cNvPr id="5" name="TextBox 4">
            <a:extLst>
              <a:ext uri="{FF2B5EF4-FFF2-40B4-BE49-F238E27FC236}">
                <a16:creationId xmlns:a16="http://schemas.microsoft.com/office/drawing/2014/main" id="{836DBC82-AF51-4388-91A2-7C26E2EA8A56}"/>
              </a:ext>
            </a:extLst>
          </p:cNvPr>
          <p:cNvSpPr txBox="1"/>
          <p:nvPr/>
        </p:nvSpPr>
        <p:spPr>
          <a:xfrm>
            <a:off x="1080795" y="5177231"/>
            <a:ext cx="8772331" cy="369332"/>
          </a:xfrm>
          <a:prstGeom prst="rect">
            <a:avLst/>
          </a:prstGeom>
          <a:noFill/>
        </p:spPr>
        <p:txBody>
          <a:bodyPr wrap="square">
            <a:spAutoFit/>
          </a:bodyPr>
          <a:lstStyle/>
          <a:p>
            <a:r>
              <a:rPr lang="en-US" dirty="0">
                <a:hlinkClick r:id="rId2"/>
              </a:rPr>
              <a:t>https://www.kaspersky.com/resource-center/threats/ransomware-wannacry</a:t>
            </a:r>
            <a:r>
              <a:rPr lang="en-US" dirty="0"/>
              <a:t> </a:t>
            </a:r>
          </a:p>
        </p:txBody>
      </p:sp>
      <p:sp>
        <p:nvSpPr>
          <p:cNvPr id="7" name="TextBox 6">
            <a:extLst>
              <a:ext uri="{FF2B5EF4-FFF2-40B4-BE49-F238E27FC236}">
                <a16:creationId xmlns:a16="http://schemas.microsoft.com/office/drawing/2014/main" id="{0A497258-8CAA-4D24-A710-C3506E5101B0}"/>
              </a:ext>
            </a:extLst>
          </p:cNvPr>
          <p:cNvSpPr txBox="1"/>
          <p:nvPr/>
        </p:nvSpPr>
        <p:spPr>
          <a:xfrm>
            <a:off x="1080795" y="5492431"/>
            <a:ext cx="7756071" cy="369332"/>
          </a:xfrm>
          <a:prstGeom prst="rect">
            <a:avLst/>
          </a:prstGeom>
          <a:noFill/>
        </p:spPr>
        <p:txBody>
          <a:bodyPr wrap="square">
            <a:spAutoFit/>
          </a:bodyPr>
          <a:lstStyle/>
          <a:p>
            <a:r>
              <a:rPr lang="en-US" dirty="0">
                <a:hlinkClick r:id="rId3"/>
              </a:rPr>
              <a:t>https://www.cisa.gov/news-events/cybersecurity-advisories/aa23-320a</a:t>
            </a:r>
            <a:r>
              <a:rPr lang="en-US" dirty="0"/>
              <a:t> </a:t>
            </a:r>
          </a:p>
        </p:txBody>
      </p:sp>
    </p:spTree>
    <p:extLst>
      <p:ext uri="{BB962C8B-B14F-4D97-AF65-F5344CB8AC3E}">
        <p14:creationId xmlns:p14="http://schemas.microsoft.com/office/powerpoint/2010/main" val="399542149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7EB427-6361-469B-BE04-78BE4E293C5A}"/>
              </a:ext>
            </a:extLst>
          </p:cNvPr>
          <p:cNvSpPr>
            <a:spLocks noGrp="1"/>
          </p:cNvSpPr>
          <p:nvPr>
            <p:ph type="title"/>
          </p:nvPr>
        </p:nvSpPr>
        <p:spPr>
          <a:xfrm>
            <a:off x="838200" y="365126"/>
            <a:ext cx="10515600" cy="1325563"/>
          </a:xfrm>
        </p:spPr>
        <p:txBody>
          <a:bodyPr/>
          <a:lstStyle/>
          <a:p>
            <a:r>
              <a:rPr lang="en-US" dirty="0"/>
              <a:t>Autonomous SOC Model</a:t>
            </a:r>
          </a:p>
        </p:txBody>
      </p:sp>
      <p:sp>
        <p:nvSpPr>
          <p:cNvPr id="3" name="Text Placeholder 2">
            <a:extLst>
              <a:ext uri="{FF2B5EF4-FFF2-40B4-BE49-F238E27FC236}">
                <a16:creationId xmlns:a16="http://schemas.microsoft.com/office/drawing/2014/main" id="{785B8010-7EC1-44F6-ADCA-74FC94BA53E2}"/>
              </a:ext>
            </a:extLst>
          </p:cNvPr>
          <p:cNvSpPr>
            <a:spLocks noGrp="1"/>
          </p:cNvSpPr>
          <p:nvPr>
            <p:ph type="body" idx="1"/>
          </p:nvPr>
        </p:nvSpPr>
        <p:spPr>
          <a:xfrm>
            <a:off x="838200" y="1825625"/>
            <a:ext cx="10515600" cy="4351338"/>
          </a:xfrm>
        </p:spPr>
        <p:txBody>
          <a:bodyPr/>
          <a:lstStyle/>
          <a:p>
            <a:pPr lvl="0"/>
            <a:r>
              <a:rPr lang="en-US"/>
              <a:t>Continuous control validation: BAS tools test SOC readiness daily.</a:t>
            </a:r>
          </a:p>
          <a:p>
            <a:pPr lvl="0"/>
            <a:r>
              <a:rPr lang="en-US"/>
              <a:t>Self-healing: Systems automatically rebuild compromised machines or rotate credentials.</a:t>
            </a:r>
          </a:p>
          <a:p>
            <a:pPr lvl="0"/>
            <a:r>
              <a:rPr lang="en-US"/>
              <a:t>Lateral movement detection: AI tracks relationships between systems to identify attacker pivoting.</a:t>
            </a:r>
          </a:p>
          <a:p>
            <a:pPr lvl="0"/>
            <a:endParaRPr lang="en-US"/>
          </a:p>
        </p:txBody>
      </p:sp>
    </p:spTree>
    <p:extLst>
      <p:ext uri="{BB962C8B-B14F-4D97-AF65-F5344CB8AC3E}">
        <p14:creationId xmlns:p14="http://schemas.microsoft.com/office/powerpoint/2010/main" val="387650881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846C8A-B6BC-46F5-92A1-C5B00892FDBE}"/>
              </a:ext>
            </a:extLst>
          </p:cNvPr>
          <p:cNvSpPr>
            <a:spLocks noGrp="1"/>
          </p:cNvSpPr>
          <p:nvPr>
            <p:ph type="title"/>
          </p:nvPr>
        </p:nvSpPr>
        <p:spPr>
          <a:xfrm>
            <a:off x="838200" y="365126"/>
            <a:ext cx="10515600" cy="1325563"/>
          </a:xfrm>
        </p:spPr>
        <p:txBody>
          <a:bodyPr/>
          <a:lstStyle/>
          <a:p>
            <a:r>
              <a:rPr lang="en-US" dirty="0"/>
              <a:t>Future SOC Architecture</a:t>
            </a:r>
          </a:p>
        </p:txBody>
      </p:sp>
      <p:sp>
        <p:nvSpPr>
          <p:cNvPr id="3" name="Text Placeholder 2">
            <a:extLst>
              <a:ext uri="{FF2B5EF4-FFF2-40B4-BE49-F238E27FC236}">
                <a16:creationId xmlns:a16="http://schemas.microsoft.com/office/drawing/2014/main" id="{48764D05-944F-4C61-971D-A1B8183E8A22}"/>
              </a:ext>
            </a:extLst>
          </p:cNvPr>
          <p:cNvSpPr>
            <a:spLocks noGrp="1"/>
          </p:cNvSpPr>
          <p:nvPr>
            <p:ph type="body" idx="1"/>
          </p:nvPr>
        </p:nvSpPr>
        <p:spPr>
          <a:xfrm>
            <a:off x="838200" y="1825625"/>
            <a:ext cx="10515600" cy="4351338"/>
          </a:xfrm>
        </p:spPr>
        <p:txBody>
          <a:bodyPr>
            <a:normAutofit/>
          </a:bodyPr>
          <a:lstStyle/>
          <a:p>
            <a:pPr lvl="0"/>
            <a:r>
              <a:rPr lang="en-US" sz="2400" dirty="0"/>
              <a:t>Unified platforms: SIEM, SOAR, EDR, ASM, and TIP integrated into one ecosystem.</a:t>
            </a:r>
          </a:p>
          <a:p>
            <a:pPr lvl="0"/>
            <a:r>
              <a:rPr lang="en-US" sz="2400" dirty="0"/>
              <a:t>Identity-centric security: User accounts and identities become the new security perimeter.</a:t>
            </a:r>
          </a:p>
          <a:p>
            <a:pPr lvl="0"/>
            <a:r>
              <a:rPr lang="en-US" sz="2400" dirty="0"/>
              <a:t>Zero Trust SOC: Continuous verification of all requests and activities.</a:t>
            </a:r>
          </a:p>
          <a:p>
            <a:pPr lvl="0"/>
            <a:r>
              <a:rPr lang="en-US" sz="2400" dirty="0"/>
              <a:t>Cloud-native operations: Monitoring through cloud APIs and automated pipelines.</a:t>
            </a:r>
          </a:p>
          <a:p>
            <a:pPr lvl="0"/>
            <a:r>
              <a:rPr lang="en-US" sz="2400" dirty="0"/>
              <a:t>Hybrid SOC model: Combining automation with human expertise for strategic decisions.</a:t>
            </a:r>
          </a:p>
          <a:p>
            <a:pPr lvl="0"/>
            <a:endParaRPr lang="en-US" sz="2400" dirty="0"/>
          </a:p>
        </p:txBody>
      </p:sp>
    </p:spTree>
    <p:extLst>
      <p:ext uri="{BB962C8B-B14F-4D97-AF65-F5344CB8AC3E}">
        <p14:creationId xmlns:p14="http://schemas.microsoft.com/office/powerpoint/2010/main" val="236904382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667BF9-4150-4E60-9A64-31FB60533BBD}"/>
              </a:ext>
            </a:extLst>
          </p:cNvPr>
          <p:cNvSpPr>
            <a:spLocks noGrp="1"/>
          </p:cNvSpPr>
          <p:nvPr>
            <p:ph type="title"/>
          </p:nvPr>
        </p:nvSpPr>
        <p:spPr>
          <a:xfrm>
            <a:off x="838200" y="365126"/>
            <a:ext cx="6840894" cy="1325563"/>
          </a:xfrm>
        </p:spPr>
        <p:txBody>
          <a:bodyPr/>
          <a:lstStyle/>
          <a:p>
            <a:r>
              <a:rPr lang="en-US" dirty="0"/>
              <a:t>Skills for Next-Generation SOC Analysts</a:t>
            </a:r>
          </a:p>
        </p:txBody>
      </p:sp>
      <p:sp>
        <p:nvSpPr>
          <p:cNvPr id="3" name="Text Placeholder 2">
            <a:extLst>
              <a:ext uri="{FF2B5EF4-FFF2-40B4-BE49-F238E27FC236}">
                <a16:creationId xmlns:a16="http://schemas.microsoft.com/office/drawing/2014/main" id="{56C1A28B-52D1-4CA6-8D9B-BB57023FEB0E}"/>
              </a:ext>
            </a:extLst>
          </p:cNvPr>
          <p:cNvSpPr>
            <a:spLocks noGrp="1"/>
          </p:cNvSpPr>
          <p:nvPr>
            <p:ph type="body" idx="1"/>
          </p:nvPr>
        </p:nvSpPr>
        <p:spPr>
          <a:xfrm>
            <a:off x="838200" y="1825625"/>
            <a:ext cx="6551645" cy="4351338"/>
          </a:xfrm>
        </p:spPr>
        <p:txBody>
          <a:bodyPr>
            <a:normAutofit lnSpcReduction="10000"/>
          </a:bodyPr>
          <a:lstStyle/>
          <a:p>
            <a:pPr lvl="0"/>
            <a:r>
              <a:rPr lang="en-US" sz="2400" dirty="0"/>
              <a:t>Threat intelligence analysis: Understanding attacker techniques, TTPs, and threat actor </a:t>
            </a:r>
            <a:r>
              <a:rPr lang="en-US" sz="2400" dirty="0" err="1"/>
              <a:t>behaviour</a:t>
            </a:r>
            <a:r>
              <a:rPr lang="en-US" sz="2400" dirty="0"/>
              <a:t>.</a:t>
            </a:r>
          </a:p>
          <a:p>
            <a:pPr lvl="0"/>
            <a:r>
              <a:rPr lang="en-US" sz="2400" dirty="0"/>
              <a:t>Cloud and identity expertise: SOC analysts must master Azure AD, AWS IAM, and federated identity systems.</a:t>
            </a:r>
          </a:p>
          <a:p>
            <a:pPr lvl="0"/>
            <a:r>
              <a:rPr lang="en-US" sz="2400" dirty="0"/>
              <a:t>ML/AI knowledge: Ability to tune and validate models.</a:t>
            </a:r>
          </a:p>
          <a:p>
            <a:pPr lvl="0"/>
            <a:r>
              <a:rPr lang="en-US" sz="2400" dirty="0"/>
              <a:t>Automation skills: Python scripting, playbook creation, and SOAR management.</a:t>
            </a:r>
          </a:p>
          <a:p>
            <a:pPr lvl="0"/>
            <a:r>
              <a:rPr lang="en-US" sz="2400" dirty="0"/>
              <a:t>OT/IoT monitoring: Understanding industrial network patterns.</a:t>
            </a:r>
          </a:p>
          <a:p>
            <a:pPr lvl="0"/>
            <a:endParaRPr lang="en-US" sz="2400" dirty="0"/>
          </a:p>
        </p:txBody>
      </p:sp>
      <p:pic>
        <p:nvPicPr>
          <p:cNvPr id="4" name="Picture 3">
            <a:extLst>
              <a:ext uri="{FF2B5EF4-FFF2-40B4-BE49-F238E27FC236}">
                <a16:creationId xmlns:a16="http://schemas.microsoft.com/office/drawing/2014/main" id="{BC44D2A2-3A25-4BFB-AB92-895E25F9EA44}"/>
              </a:ext>
            </a:extLst>
          </p:cNvPr>
          <p:cNvPicPr>
            <a:picLocks noChangeAspect="1"/>
          </p:cNvPicPr>
          <p:nvPr/>
        </p:nvPicPr>
        <p:blipFill rotWithShape="1">
          <a:blip r:embed="rId2"/>
          <a:srcRect l="30701" r="31888"/>
          <a:stretch/>
        </p:blipFill>
        <p:spPr>
          <a:xfrm>
            <a:off x="7778621" y="0"/>
            <a:ext cx="4413379" cy="6872041"/>
          </a:xfrm>
          <a:prstGeom prst="rect">
            <a:avLst/>
          </a:prstGeom>
        </p:spPr>
      </p:pic>
    </p:spTree>
    <p:extLst>
      <p:ext uri="{BB962C8B-B14F-4D97-AF65-F5344CB8AC3E}">
        <p14:creationId xmlns:p14="http://schemas.microsoft.com/office/powerpoint/2010/main" val="214435965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B1FCE1-03E7-4CFE-B194-D797ABC661BE}"/>
              </a:ext>
            </a:extLst>
          </p:cNvPr>
          <p:cNvSpPr>
            <a:spLocks noGrp="1"/>
          </p:cNvSpPr>
          <p:nvPr>
            <p:ph type="title"/>
          </p:nvPr>
        </p:nvSpPr>
        <p:spPr>
          <a:xfrm>
            <a:off x="838200" y="365126"/>
            <a:ext cx="10515600" cy="1325563"/>
          </a:xfrm>
        </p:spPr>
        <p:txBody>
          <a:bodyPr/>
          <a:lstStyle/>
          <a:p>
            <a:r>
              <a:rPr lang="en-US" dirty="0"/>
              <a:t>Strategic Benefits</a:t>
            </a:r>
          </a:p>
        </p:txBody>
      </p:sp>
      <p:sp>
        <p:nvSpPr>
          <p:cNvPr id="3" name="Text Placeholder 2">
            <a:extLst>
              <a:ext uri="{FF2B5EF4-FFF2-40B4-BE49-F238E27FC236}">
                <a16:creationId xmlns:a16="http://schemas.microsoft.com/office/drawing/2014/main" id="{175FB2C6-4A21-49A9-86DE-CAC5F698B108}"/>
              </a:ext>
            </a:extLst>
          </p:cNvPr>
          <p:cNvSpPr>
            <a:spLocks noGrp="1"/>
          </p:cNvSpPr>
          <p:nvPr>
            <p:ph type="body" idx="1"/>
          </p:nvPr>
        </p:nvSpPr>
        <p:spPr>
          <a:xfrm>
            <a:off x="838200" y="1825625"/>
            <a:ext cx="10515600" cy="4351338"/>
          </a:xfrm>
        </p:spPr>
        <p:txBody>
          <a:bodyPr/>
          <a:lstStyle/>
          <a:p>
            <a:pPr lvl="0"/>
            <a:r>
              <a:rPr lang="en-US" dirty="0"/>
              <a:t>Faster detection and response reduces impact of incidents.</a:t>
            </a:r>
          </a:p>
          <a:p>
            <a:pPr lvl="0"/>
            <a:r>
              <a:rPr lang="en-US" dirty="0"/>
              <a:t>Reduced analyst fatigue as automation handles repetitive tasks.</a:t>
            </a:r>
          </a:p>
          <a:p>
            <a:pPr lvl="0"/>
            <a:r>
              <a:rPr lang="en-US" dirty="0"/>
              <a:t>Better alignment with business risks through threat-led prioritization.</a:t>
            </a:r>
          </a:p>
          <a:p>
            <a:pPr lvl="0"/>
            <a:r>
              <a:rPr lang="en-US" dirty="0"/>
              <a:t>Scalable operations supporting cloud, on-prem, and OT environments.</a:t>
            </a:r>
          </a:p>
          <a:p>
            <a:pPr lvl="0"/>
            <a:endParaRPr lang="en-US" dirty="0"/>
          </a:p>
        </p:txBody>
      </p:sp>
    </p:spTree>
    <p:extLst>
      <p:ext uri="{BB962C8B-B14F-4D97-AF65-F5344CB8AC3E}">
        <p14:creationId xmlns:p14="http://schemas.microsoft.com/office/powerpoint/2010/main" val="282298417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854FE6-626E-4691-8573-4CB1C2B403D3}"/>
              </a:ext>
            </a:extLst>
          </p:cNvPr>
          <p:cNvSpPr>
            <a:spLocks noGrp="1"/>
          </p:cNvSpPr>
          <p:nvPr>
            <p:ph type="title"/>
          </p:nvPr>
        </p:nvSpPr>
        <p:spPr/>
        <p:txBody>
          <a:bodyPr/>
          <a:lstStyle/>
          <a:p>
            <a:r>
              <a:rPr lang="en-US" dirty="0"/>
              <a:t>References</a:t>
            </a:r>
          </a:p>
        </p:txBody>
      </p:sp>
      <p:sp>
        <p:nvSpPr>
          <p:cNvPr id="3" name="Text Placeholder 2">
            <a:extLst>
              <a:ext uri="{FF2B5EF4-FFF2-40B4-BE49-F238E27FC236}">
                <a16:creationId xmlns:a16="http://schemas.microsoft.com/office/drawing/2014/main" id="{822B1FCF-D954-48F9-B4CD-4F74290EBCF3}"/>
              </a:ext>
            </a:extLst>
          </p:cNvPr>
          <p:cNvSpPr>
            <a:spLocks noGrp="1"/>
          </p:cNvSpPr>
          <p:nvPr>
            <p:ph type="body" idx="1"/>
          </p:nvPr>
        </p:nvSpPr>
        <p:spPr/>
        <p:txBody>
          <a:bodyPr>
            <a:normAutofit/>
          </a:bodyPr>
          <a:lstStyle/>
          <a:p>
            <a:r>
              <a:rPr lang="en-US" sz="1400" dirty="0"/>
              <a:t>Nathans, D. (2014). </a:t>
            </a:r>
            <a:r>
              <a:rPr lang="en-US" sz="1400" i="1" dirty="0"/>
              <a:t>Designing and building security operations center</a:t>
            </a:r>
            <a:r>
              <a:rPr lang="en-US" sz="1400" dirty="0"/>
              <a:t>. Syngress/Elsevier.</a:t>
            </a:r>
            <a:endParaRPr lang="en-US" sz="1400" b="1" dirty="0"/>
          </a:p>
          <a:p>
            <a:r>
              <a:rPr lang="en-US" sz="1400" dirty="0"/>
              <a:t>Muniz, J., Lakhani, A., Santos, O., &amp; Brown, D. (2021). </a:t>
            </a:r>
            <a:r>
              <a:rPr lang="en-US" sz="1400" i="1" dirty="0"/>
              <a:t>The modern security operations center: The people, process, and technology for operating SOC services</a:t>
            </a:r>
            <a:r>
              <a:rPr lang="en-US" sz="1400" dirty="0"/>
              <a:t>. Cisco Press.</a:t>
            </a:r>
          </a:p>
          <a:p>
            <a:r>
              <a:rPr lang="en-US" sz="1400" dirty="0"/>
              <a:t>Srinivasan, K. (2025). </a:t>
            </a:r>
            <a:r>
              <a:rPr lang="en-US" sz="1400" i="1" dirty="0"/>
              <a:t>Establishing security operations center</a:t>
            </a:r>
            <a:r>
              <a:rPr lang="en-US" sz="1400" dirty="0"/>
              <a:t>. BPB Publications. </a:t>
            </a:r>
            <a:r>
              <a:rPr lang="en-US" sz="1400" dirty="0">
                <a:hlinkClick r:id="rId2"/>
              </a:rPr>
              <a:t>https://bpbonline.com/products/establishing-security-operations-center</a:t>
            </a:r>
            <a:endParaRPr lang="en-US" sz="1400" dirty="0"/>
          </a:p>
          <a:p>
            <a:r>
              <a:rPr lang="en-US" sz="1400" dirty="0"/>
              <a:t>Ali, A. (2025). Automating Security Operations Centers (SOCs) with AI: Benefits and challenges. </a:t>
            </a:r>
            <a:r>
              <a:rPr lang="en-US" sz="1400" i="1" dirty="0"/>
              <a:t>International Journal of Cyber Security and Digital Forensics, 14</a:t>
            </a:r>
            <a:r>
              <a:rPr lang="en-US" sz="1400" dirty="0"/>
              <a:t>(1), 22–36. </a:t>
            </a:r>
            <a:r>
              <a:rPr lang="en-US" sz="1400" dirty="0">
                <a:hlinkClick r:id="rId3"/>
              </a:rPr>
              <a:t>https://www.researchgate.net/publication/390114218</a:t>
            </a:r>
            <a:r>
              <a:rPr lang="en-US" sz="1400" dirty="0"/>
              <a:t> </a:t>
            </a:r>
          </a:p>
          <a:p>
            <a:r>
              <a:rPr lang="en-US" sz="1400" dirty="0"/>
              <a:t>de </a:t>
            </a:r>
            <a:r>
              <a:rPr lang="en-US" sz="1400" dirty="0" err="1"/>
              <a:t>Filippi</a:t>
            </a:r>
            <a:r>
              <a:rPr lang="en-US" sz="1400" dirty="0"/>
              <a:t>, F., </a:t>
            </a:r>
            <a:r>
              <a:rPr lang="en-US" sz="1400" dirty="0" err="1"/>
              <a:t>Ororbia</a:t>
            </a:r>
            <a:r>
              <a:rPr lang="en-US" sz="1400" dirty="0"/>
              <a:t>, A., &amp; Hassan, H. (2025). A unified framework for human–AI collaboration in security operations centers with trusted autonomy. </a:t>
            </a:r>
            <a:r>
              <a:rPr lang="en-US" sz="1400" i="1" dirty="0" err="1"/>
              <a:t>arXiv</a:t>
            </a:r>
            <a:r>
              <a:rPr lang="en-US" sz="1400" i="1" dirty="0"/>
              <a:t> Preprint</a:t>
            </a:r>
            <a:r>
              <a:rPr lang="en-US" sz="1400" dirty="0"/>
              <a:t>. </a:t>
            </a:r>
            <a:r>
              <a:rPr lang="en-US" sz="1400" dirty="0">
                <a:hlinkClick r:id="rId4"/>
              </a:rPr>
              <a:t>https://arxiv.org/abs/2505.23397</a:t>
            </a:r>
            <a:endParaRPr lang="en-US" sz="1400" dirty="0"/>
          </a:p>
          <a:p>
            <a:r>
              <a:rPr lang="en-US" sz="1400" dirty="0"/>
              <a:t>Ahmad, A., </a:t>
            </a:r>
            <a:r>
              <a:rPr lang="en-US" sz="1400" dirty="0" err="1"/>
              <a:t>Desmedt</a:t>
            </a:r>
            <a:r>
              <a:rPr lang="en-US" sz="1400" dirty="0"/>
              <a:t>, Y., &amp; </a:t>
            </a:r>
            <a:r>
              <a:rPr lang="en-US" sz="1400" dirty="0" err="1"/>
              <a:t>Moulds</a:t>
            </a:r>
            <a:r>
              <a:rPr lang="en-US" sz="1400" dirty="0"/>
              <a:t>, B. (2023). </a:t>
            </a:r>
            <a:r>
              <a:rPr lang="en-US" sz="1400" i="1" dirty="0"/>
              <a:t>Open-source Security Operations Center (SOC): A complete guide to establishing, managing, and maintaining a modern SOC</a:t>
            </a:r>
            <a:r>
              <a:rPr lang="en-US" sz="1400" dirty="0"/>
              <a:t>. Wiley. </a:t>
            </a:r>
            <a:r>
              <a:rPr lang="en-US" sz="1400" dirty="0">
                <a:hlinkClick r:id="rId5"/>
              </a:rPr>
              <a:t>https://www.wiley.com/en-us/Open-Source+Security+Operations+Center+%28SOC%29%3A+A+Complete+Guide+to+Establishing%2C+Managing%2C+and+Maintaining+a+Modern+SOC-p-9781394201624</a:t>
            </a:r>
            <a:r>
              <a:rPr lang="en-US" sz="1400" dirty="0"/>
              <a:t> </a:t>
            </a:r>
          </a:p>
          <a:p>
            <a:r>
              <a:rPr lang="en-US" sz="1400" dirty="0" err="1"/>
              <a:t>Onwubiko</a:t>
            </a:r>
            <a:r>
              <a:rPr lang="en-US" sz="1400" dirty="0"/>
              <a:t>, C. (2016). </a:t>
            </a:r>
            <a:r>
              <a:rPr lang="en-US" sz="1400" i="1" dirty="0"/>
              <a:t>Security operations center: Building, operating, and maintaining your SOC</a:t>
            </a:r>
            <a:r>
              <a:rPr lang="en-US" sz="1400" dirty="0"/>
              <a:t>. </a:t>
            </a:r>
            <a:r>
              <a:rPr lang="en-US" sz="1400" dirty="0" err="1"/>
              <a:t>Newnes</a:t>
            </a:r>
            <a:r>
              <a:rPr lang="en-US" sz="1400" dirty="0"/>
              <a:t>/Elsevier.</a:t>
            </a:r>
          </a:p>
          <a:p>
            <a:endParaRPr lang="en-US" sz="1400" dirty="0"/>
          </a:p>
        </p:txBody>
      </p:sp>
    </p:spTree>
    <p:extLst>
      <p:ext uri="{BB962C8B-B14F-4D97-AF65-F5344CB8AC3E}">
        <p14:creationId xmlns:p14="http://schemas.microsoft.com/office/powerpoint/2010/main" val="205935451"/>
      </p:ext>
    </p:extLst>
  </p:cSld>
  <p:clrMapOvr>
    <a:masterClrMapping/>
  </p:clrMapOvr>
</p:sld>
</file>

<file path=ppt/theme/theme1.xml><?xml version="1.0" encoding="utf-8"?>
<a:theme xmlns:a="http://schemas.openxmlformats.org/drawingml/2006/main" name="UTAS_PPT_THEME">
  <a:themeElements>
    <a:clrScheme name="UTAS">
      <a:dk1>
        <a:sysClr val="windowText" lastClr="000000"/>
      </a:dk1>
      <a:lt1>
        <a:sysClr val="window" lastClr="FFFFFF"/>
      </a:lt1>
      <a:dk2>
        <a:srgbClr val="7F7F7F"/>
      </a:dk2>
      <a:lt2>
        <a:srgbClr val="E7E6E6"/>
      </a:lt2>
      <a:accent1>
        <a:srgbClr val="2B328C"/>
      </a:accent1>
      <a:accent2>
        <a:srgbClr val="415CAD"/>
      </a:accent2>
      <a:accent3>
        <a:srgbClr val="E46825"/>
      </a:accent3>
      <a:accent4>
        <a:srgbClr val="F88D2A"/>
      </a:accent4>
      <a:accent5>
        <a:srgbClr val="F1B721"/>
      </a:accent5>
      <a:accent6>
        <a:srgbClr val="70479C"/>
      </a:accent6>
      <a:hlink>
        <a:srgbClr val="3C9FC0"/>
      </a:hlink>
      <a:folHlink>
        <a:srgbClr val="948D2A"/>
      </a:folHlink>
    </a:clrScheme>
    <a:fontScheme name="Trebuchet MS">
      <a:majorFont>
        <a:latin typeface="Trebuchet MS" panose="020B0603020202020204"/>
        <a:ea typeface=""/>
        <a:cs typeface=""/>
        <a:font script="Jpan" typeface="HGｺﾞｼｯｸM"/>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HG丸ｺﾞｼｯｸM-PRO"/>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UTAS_PPT_THEME" id="{21D37FD8-F586-4FB4-85E3-46F0175EBF65}" vid="{96743AEB-0C85-4F49-B963-9884536DE63B}"/>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247F44AC08C22843AA6B00621437D67C" ma:contentTypeVersion="8" ma:contentTypeDescription="Create a new document." ma:contentTypeScope="" ma:versionID="85accf2fcf5ab104785b9850b78f1698">
  <xsd:schema xmlns:xsd="http://www.w3.org/2001/XMLSchema" xmlns:xs="http://www.w3.org/2001/XMLSchema" xmlns:p="http://schemas.microsoft.com/office/2006/metadata/properties" xmlns:ns2="084f926a-dc4b-4f8e-a8dc-31dc72d5aeff" targetNamespace="http://schemas.microsoft.com/office/2006/metadata/properties" ma:root="true" ma:fieldsID="106e0b6b8c56e2a4021e0f03184b8b62" ns2:_="">
    <xsd:import namespace="084f926a-dc4b-4f8e-a8dc-31dc72d5aeff"/>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MediaServiceDateTaken"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84f926a-dc4b-4f8e-a8dc-31dc72d5aef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69F82E36-A460-423D-A8FB-67ECC4EE35B1}"/>
</file>

<file path=customXml/itemProps2.xml><?xml version="1.0" encoding="utf-8"?>
<ds:datastoreItem xmlns:ds="http://schemas.openxmlformats.org/officeDocument/2006/customXml" ds:itemID="{43C9843E-113A-446E-AEA4-A18CC26688A2}"/>
</file>

<file path=customXml/itemProps3.xml><?xml version="1.0" encoding="utf-8"?>
<ds:datastoreItem xmlns:ds="http://schemas.openxmlformats.org/officeDocument/2006/customXml" ds:itemID="{FDEBC052-AC88-425D-9F63-B34E2E2AEE5B}"/>
</file>

<file path=docProps/app.xml><?xml version="1.0" encoding="utf-8"?>
<Properties xmlns="http://schemas.openxmlformats.org/officeDocument/2006/extended-properties" xmlns:vt="http://schemas.openxmlformats.org/officeDocument/2006/docPropsVTypes">
  <Template>UTAS_PPT_THEME</Template>
  <TotalTime>61</TotalTime>
  <Words>2777</Words>
  <Application>Microsoft Office PowerPoint</Application>
  <PresentationFormat>Widescreen</PresentationFormat>
  <Paragraphs>208</Paragraphs>
  <Slides>42</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42</vt:i4>
      </vt:variant>
    </vt:vector>
  </HeadingPairs>
  <TitlesOfParts>
    <vt:vector size="47" baseType="lpstr">
      <vt:lpstr>Arial</vt:lpstr>
      <vt:lpstr>Courier New</vt:lpstr>
      <vt:lpstr>DIN Next LT Arabic</vt:lpstr>
      <vt:lpstr>Trebuchet MS</vt:lpstr>
      <vt:lpstr>UTAS_PPT_THEME</vt:lpstr>
      <vt:lpstr>Emerging Trends in SOC</vt:lpstr>
      <vt:lpstr>Emerging Trends in SOC: Cloud Monitoring and Challenges</vt:lpstr>
      <vt:lpstr>Introduction to Cloud-Centric SOC Operations</vt:lpstr>
      <vt:lpstr>Key Characteristics of Cloud Environments</vt:lpstr>
      <vt:lpstr>Core Cloud Monitoring Requirements</vt:lpstr>
      <vt:lpstr>Common Threats in Cloud Environments</vt:lpstr>
      <vt:lpstr>Notable Real-World Incidents</vt:lpstr>
      <vt:lpstr>Threat Actors Targeting Cloud</vt:lpstr>
      <vt:lpstr>Cloud Monitoring Tools</vt:lpstr>
      <vt:lpstr>Challenges in Cloud Monitoring</vt:lpstr>
      <vt:lpstr>Best Practices for SOC Teams</vt:lpstr>
      <vt:lpstr>Emerging Trends in SOC: IoT/OT Security in SOC Operations</vt:lpstr>
      <vt:lpstr>Introduction</vt:lpstr>
      <vt:lpstr>IoT &amp; OT Landscape</vt:lpstr>
      <vt:lpstr>IoT/OT Security Risks</vt:lpstr>
      <vt:lpstr>Real-World Attacks</vt:lpstr>
      <vt:lpstr>SOC Challenges in IoT/OT Monitoring</vt:lpstr>
      <vt:lpstr>Specialized IoT/OT Security Tools</vt:lpstr>
      <vt:lpstr>SOC Procedures for IoT/OT Monitoring</vt:lpstr>
      <vt:lpstr>Case Studies</vt:lpstr>
      <vt:lpstr>Future Directions</vt:lpstr>
      <vt:lpstr>Emerging Trends in SOC: AI &amp; ML Applications in SOCs</vt:lpstr>
      <vt:lpstr>Introduction</vt:lpstr>
      <vt:lpstr>AI and ML Use Cases</vt:lpstr>
      <vt:lpstr>Real-World Examples</vt:lpstr>
      <vt:lpstr>ML Techniques Used</vt:lpstr>
      <vt:lpstr>Attacks Targeting AI/ML</vt:lpstr>
      <vt:lpstr>Tools and Platforms</vt:lpstr>
      <vt:lpstr>Benefits of AI in SOC</vt:lpstr>
      <vt:lpstr>Challenges of AI Adoption</vt:lpstr>
      <vt:lpstr>Future Directions</vt:lpstr>
      <vt:lpstr>Emerging Trends in SOC: Future SOC Design – Threat-Led, Automation-Driven</vt:lpstr>
      <vt:lpstr>Introduction</vt:lpstr>
      <vt:lpstr>Characteristics of Threat-Led SOC</vt:lpstr>
      <vt:lpstr>Tools Used in Threat-Led SOC</vt:lpstr>
      <vt:lpstr>Automation in SOC</vt:lpstr>
      <vt:lpstr>Real-World Incidents Showing Automation Need</vt:lpstr>
      <vt:lpstr>Autonomous SOC Model</vt:lpstr>
      <vt:lpstr>Future SOC Architecture</vt:lpstr>
      <vt:lpstr>Skills for Next-Generation SOC Analysts</vt:lpstr>
      <vt:lpstr>Strategic Benefits</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Qais Al Janabi</dc:creator>
  <cp:lastModifiedBy>Qais Al Janabi</cp:lastModifiedBy>
  <cp:revision>7</cp:revision>
  <dcterms:created xsi:type="dcterms:W3CDTF">2025-12-02T10:09:34Z</dcterms:created>
  <dcterms:modified xsi:type="dcterms:W3CDTF">2025-12-04T09:04:59Z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0x010100247F44AC08C22843AA6B00621437D67C</vt:lpwstr>
  </property>
</Properties>
</file>