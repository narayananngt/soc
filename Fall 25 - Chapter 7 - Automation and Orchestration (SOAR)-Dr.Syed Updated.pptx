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3.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4.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5.xml" ContentType="application/vnd.openxmlformats-officedocument.theme+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ink/ink15.xml" ContentType="application/inkml+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66" r:id="rId5"/>
    <p:sldMasterId id="2147483684" r:id="rId6"/>
    <p:sldMasterId id="2147483702" r:id="rId7"/>
    <p:sldMasterId id="2147483720" r:id="rId8"/>
    <p:sldMasterId id="2147483738" r:id="rId9"/>
  </p:sldMasterIdLst>
  <p:notesMasterIdLst>
    <p:notesMasterId r:id="rId31"/>
  </p:notesMasterIdLst>
  <p:sldIdLst>
    <p:sldId id="256" r:id="rId10"/>
    <p:sldId id="257" r:id="rId11"/>
    <p:sldId id="292" r:id="rId12"/>
    <p:sldId id="293" r:id="rId13"/>
    <p:sldId id="294" r:id="rId14"/>
    <p:sldId id="295" r:id="rId15"/>
    <p:sldId id="340" r:id="rId16"/>
    <p:sldId id="341" r:id="rId17"/>
    <p:sldId id="342" r:id="rId18"/>
    <p:sldId id="343" r:id="rId19"/>
    <p:sldId id="351" r:id="rId20"/>
    <p:sldId id="348" r:id="rId21"/>
    <p:sldId id="344" r:id="rId22"/>
    <p:sldId id="345" r:id="rId23"/>
    <p:sldId id="349" r:id="rId24"/>
    <p:sldId id="352" r:id="rId25"/>
    <p:sldId id="338" r:id="rId26"/>
    <p:sldId id="339" r:id="rId27"/>
    <p:sldId id="316" r:id="rId28"/>
    <p:sldId id="321" r:id="rId29"/>
    <p:sldId id="353"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59A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 Type="http://schemas.openxmlformats.org/officeDocument/2006/relationships/customXml" Target="../customXml/item3.xml"/><Relationship Id="rId21" Type="http://schemas.openxmlformats.org/officeDocument/2006/relationships/slide" Target="slides/slide12.xml"/><Relationship Id="rId34" Type="http://schemas.openxmlformats.org/officeDocument/2006/relationships/theme" Target="theme/theme1.xml"/><Relationship Id="rId7" Type="http://schemas.openxmlformats.org/officeDocument/2006/relationships/slideMaster" Target="slideMasters/slideMaster4.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7.xml"/><Relationship Id="rId20" Type="http://schemas.openxmlformats.org/officeDocument/2006/relationships/slide" Target="slides/slide11.xml"/><Relationship Id="rId29" Type="http://schemas.openxmlformats.org/officeDocument/2006/relationships/slide" Target="slides/slide20.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microsoft.com/office/2016/11/relationships/changesInfo" Target="changesInfos/changesInfo1.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tableStyles" Target="tableStyles.xml"/><Relationship Id="rId8" Type="http://schemas.openxmlformats.org/officeDocument/2006/relationships/slideMaster" Target="slideMasters/slideMaster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ya Said Mubarak Said Alkhatri" userId="6fd48af9-c252-442d-b070-c12b7b696791" providerId="ADAL" clId="{8656E695-FBFE-45D6-B8B4-211BD86D88AD}"/>
    <pc:docChg chg="undo custSel addSld delSld modSld">
      <pc:chgData name="Aya Said Mubarak Said Alkhatri" userId="6fd48af9-c252-442d-b070-c12b7b696791" providerId="ADAL" clId="{8656E695-FBFE-45D6-B8B4-211BD86D88AD}" dt="2025-11-16T08:56:51.605" v="218"/>
      <pc:docMkLst>
        <pc:docMk/>
      </pc:docMkLst>
      <pc:sldChg chg="addSp delSp modSp">
        <pc:chgData name="Aya Said Mubarak Said Alkhatri" userId="6fd48af9-c252-442d-b070-c12b7b696791" providerId="ADAL" clId="{8656E695-FBFE-45D6-B8B4-211BD86D88AD}" dt="2025-11-16T08:56:51.605" v="218"/>
        <pc:sldMkLst>
          <pc:docMk/>
          <pc:sldMk cId="0" sldId="294"/>
        </pc:sldMkLst>
        <pc:spChg chg="mod">
          <ac:chgData name="Aya Said Mubarak Said Alkhatri" userId="6fd48af9-c252-442d-b070-c12b7b696791" providerId="ADAL" clId="{8656E695-FBFE-45D6-B8B4-211BD86D88AD}" dt="2025-11-16T08:56:41.753" v="212" actId="20577"/>
          <ac:spMkLst>
            <pc:docMk/>
            <pc:sldMk cId="0" sldId="294"/>
            <ac:spMk id="3" creationId="{00000000-0000-0000-0000-000000000000}"/>
          </ac:spMkLst>
        </pc:spChg>
        <pc:inkChg chg="add del">
          <ac:chgData name="Aya Said Mubarak Said Alkhatri" userId="6fd48af9-c252-442d-b070-c12b7b696791" providerId="ADAL" clId="{8656E695-FBFE-45D6-B8B4-211BD86D88AD}" dt="2025-11-16T08:18:25.592" v="13"/>
          <ac:inkMkLst>
            <pc:docMk/>
            <pc:sldMk cId="0" sldId="294"/>
            <ac:inkMk id="4" creationId="{BFF7C9F7-7370-8937-6024-5C585325565A}"/>
          </ac:inkMkLst>
        </pc:inkChg>
        <pc:inkChg chg="add del">
          <ac:chgData name="Aya Said Mubarak Said Alkhatri" userId="6fd48af9-c252-442d-b070-c12b7b696791" providerId="ADAL" clId="{8656E695-FBFE-45D6-B8B4-211BD86D88AD}" dt="2025-11-16T08:18:25.592" v="13"/>
          <ac:inkMkLst>
            <pc:docMk/>
            <pc:sldMk cId="0" sldId="294"/>
            <ac:inkMk id="5" creationId="{60E80412-2D7F-DEFA-2A6B-6008B4031201}"/>
          </ac:inkMkLst>
        </pc:inkChg>
        <pc:inkChg chg="add">
          <ac:chgData name="Aya Said Mubarak Said Alkhatri" userId="6fd48af9-c252-442d-b070-c12b7b696791" providerId="ADAL" clId="{8656E695-FBFE-45D6-B8B4-211BD86D88AD}" dt="2025-11-16T08:18:21.142" v="2"/>
          <ac:inkMkLst>
            <pc:docMk/>
            <pc:sldMk cId="0" sldId="294"/>
            <ac:inkMk id="6" creationId="{A2759152-6706-5F91-8DAA-7E811053ECE3}"/>
          </ac:inkMkLst>
        </pc:inkChg>
        <pc:inkChg chg="add del">
          <ac:chgData name="Aya Said Mubarak Said Alkhatri" userId="6fd48af9-c252-442d-b070-c12b7b696791" providerId="ADAL" clId="{8656E695-FBFE-45D6-B8B4-211BD86D88AD}" dt="2025-11-16T08:18:25.592" v="13"/>
          <ac:inkMkLst>
            <pc:docMk/>
            <pc:sldMk cId="0" sldId="294"/>
            <ac:inkMk id="7" creationId="{C7B491F2-F567-9BEE-C772-3E01DD210D56}"/>
          </ac:inkMkLst>
        </pc:inkChg>
        <pc:inkChg chg="add del">
          <ac:chgData name="Aya Said Mubarak Said Alkhatri" userId="6fd48af9-c252-442d-b070-c12b7b696791" providerId="ADAL" clId="{8656E695-FBFE-45D6-B8B4-211BD86D88AD}" dt="2025-11-16T08:18:25.592" v="13"/>
          <ac:inkMkLst>
            <pc:docMk/>
            <pc:sldMk cId="0" sldId="294"/>
            <ac:inkMk id="8" creationId="{3FC5B7CB-35F3-8E48-8B9E-382894FE0768}"/>
          </ac:inkMkLst>
        </pc:inkChg>
        <pc:inkChg chg="add del">
          <ac:chgData name="Aya Said Mubarak Said Alkhatri" userId="6fd48af9-c252-442d-b070-c12b7b696791" providerId="ADAL" clId="{8656E695-FBFE-45D6-B8B4-211BD86D88AD}" dt="2025-11-16T08:18:25.592" v="13"/>
          <ac:inkMkLst>
            <pc:docMk/>
            <pc:sldMk cId="0" sldId="294"/>
            <ac:inkMk id="9" creationId="{F2F71868-3FDA-917D-A2F0-A195121E12D7}"/>
          </ac:inkMkLst>
        </pc:inkChg>
        <pc:inkChg chg="add del">
          <ac:chgData name="Aya Said Mubarak Said Alkhatri" userId="6fd48af9-c252-442d-b070-c12b7b696791" providerId="ADAL" clId="{8656E695-FBFE-45D6-B8B4-211BD86D88AD}" dt="2025-11-16T08:18:25.592" v="13"/>
          <ac:inkMkLst>
            <pc:docMk/>
            <pc:sldMk cId="0" sldId="294"/>
            <ac:inkMk id="10" creationId="{9D55BF35-F5E6-E44C-2376-36D788A1B900}"/>
          </ac:inkMkLst>
        </pc:inkChg>
        <pc:inkChg chg="add">
          <ac:chgData name="Aya Said Mubarak Said Alkhatri" userId="6fd48af9-c252-442d-b070-c12b7b696791" providerId="ADAL" clId="{8656E695-FBFE-45D6-B8B4-211BD86D88AD}" dt="2025-11-16T08:18:22.789" v="7"/>
          <ac:inkMkLst>
            <pc:docMk/>
            <pc:sldMk cId="0" sldId="294"/>
            <ac:inkMk id="11" creationId="{0D8363E3-AE50-BC15-72A8-CABB78775507}"/>
          </ac:inkMkLst>
        </pc:inkChg>
        <pc:inkChg chg="add del">
          <ac:chgData name="Aya Said Mubarak Said Alkhatri" userId="6fd48af9-c252-442d-b070-c12b7b696791" providerId="ADAL" clId="{8656E695-FBFE-45D6-B8B4-211BD86D88AD}" dt="2025-11-16T08:18:25.592" v="13"/>
          <ac:inkMkLst>
            <pc:docMk/>
            <pc:sldMk cId="0" sldId="294"/>
            <ac:inkMk id="12" creationId="{B5185245-0BF7-01AF-A51E-79430DA3C3B3}"/>
          </ac:inkMkLst>
        </pc:inkChg>
        <pc:inkChg chg="add">
          <ac:chgData name="Aya Said Mubarak Said Alkhatri" userId="6fd48af9-c252-442d-b070-c12b7b696791" providerId="ADAL" clId="{8656E695-FBFE-45D6-B8B4-211BD86D88AD}" dt="2025-11-16T08:18:23.627" v="9"/>
          <ac:inkMkLst>
            <pc:docMk/>
            <pc:sldMk cId="0" sldId="294"/>
            <ac:inkMk id="13" creationId="{EBB304D0-7764-287B-2E56-3CE2405C22A0}"/>
          </ac:inkMkLst>
        </pc:inkChg>
        <pc:inkChg chg="add">
          <ac:chgData name="Aya Said Mubarak Said Alkhatri" userId="6fd48af9-c252-442d-b070-c12b7b696791" providerId="ADAL" clId="{8656E695-FBFE-45D6-B8B4-211BD86D88AD}" dt="2025-11-16T08:18:23.822" v="10"/>
          <ac:inkMkLst>
            <pc:docMk/>
            <pc:sldMk cId="0" sldId="294"/>
            <ac:inkMk id="14" creationId="{57E45EB6-C42A-0024-7039-191C51FA4C31}"/>
          </ac:inkMkLst>
        </pc:inkChg>
        <pc:inkChg chg="add del">
          <ac:chgData name="Aya Said Mubarak Said Alkhatri" userId="6fd48af9-c252-442d-b070-c12b7b696791" providerId="ADAL" clId="{8656E695-FBFE-45D6-B8B4-211BD86D88AD}" dt="2025-11-16T08:18:25.592" v="13"/>
          <ac:inkMkLst>
            <pc:docMk/>
            <pc:sldMk cId="0" sldId="294"/>
            <ac:inkMk id="15" creationId="{AB527AFC-C0E4-0270-84FA-DD908C14E8E0}"/>
          </ac:inkMkLst>
        </pc:inkChg>
        <pc:inkChg chg="add del">
          <ac:chgData name="Aya Said Mubarak Said Alkhatri" userId="6fd48af9-c252-442d-b070-c12b7b696791" providerId="ADAL" clId="{8656E695-FBFE-45D6-B8B4-211BD86D88AD}" dt="2025-11-16T08:18:25.592" v="13"/>
          <ac:inkMkLst>
            <pc:docMk/>
            <pc:sldMk cId="0" sldId="294"/>
            <ac:inkMk id="16" creationId="{CE9666FA-55A5-4471-4678-32B0EC0F0886}"/>
          </ac:inkMkLst>
        </pc:inkChg>
        <pc:inkChg chg="add reco">
          <ac:chgData name="Aya Said Mubarak Said Alkhatri" userId="6fd48af9-c252-442d-b070-c12b7b696791" providerId="ADAL" clId="{8656E695-FBFE-45D6-B8B4-211BD86D88AD}" dt="2025-11-16T08:18:25.592" v="13"/>
          <ac:inkMkLst>
            <pc:docMk/>
            <pc:sldMk cId="0" sldId="294"/>
            <ac:inkMk id="17" creationId="{5393E71C-6DEA-1380-1C71-C9BC04F92F76}"/>
          </ac:inkMkLst>
        </pc:inkChg>
        <pc:inkChg chg="add">
          <ac:chgData name="Aya Said Mubarak Said Alkhatri" userId="6fd48af9-c252-442d-b070-c12b7b696791" providerId="ADAL" clId="{8656E695-FBFE-45D6-B8B4-211BD86D88AD}" dt="2025-11-16T08:18:27.359" v="14"/>
          <ac:inkMkLst>
            <pc:docMk/>
            <pc:sldMk cId="0" sldId="294"/>
            <ac:inkMk id="18" creationId="{DDE74732-E45E-5FB5-4497-0AE402CCC0C7}"/>
          </ac:inkMkLst>
        </pc:inkChg>
        <pc:inkChg chg="add del">
          <ac:chgData name="Aya Said Mubarak Said Alkhatri" userId="6fd48af9-c252-442d-b070-c12b7b696791" providerId="ADAL" clId="{8656E695-FBFE-45D6-B8B4-211BD86D88AD}" dt="2025-11-16T08:56:51.602" v="217"/>
          <ac:inkMkLst>
            <pc:docMk/>
            <pc:sldMk cId="0" sldId="294"/>
            <ac:inkMk id="19" creationId="{8D5F3042-10EF-598D-30BE-8BB3E8B60EFD}"/>
          </ac:inkMkLst>
        </pc:inkChg>
        <pc:inkChg chg="add del">
          <ac:chgData name="Aya Said Mubarak Said Alkhatri" userId="6fd48af9-c252-442d-b070-c12b7b696791" providerId="ADAL" clId="{8656E695-FBFE-45D6-B8B4-211BD86D88AD}" dt="2025-11-16T08:56:51.594" v="214"/>
          <ac:inkMkLst>
            <pc:docMk/>
            <pc:sldMk cId="0" sldId="294"/>
            <ac:inkMk id="20" creationId="{A7D57EE2-2797-BA20-E60B-9926B02DF021}"/>
          </ac:inkMkLst>
        </pc:inkChg>
        <pc:inkChg chg="add del">
          <ac:chgData name="Aya Said Mubarak Said Alkhatri" userId="6fd48af9-c252-442d-b070-c12b7b696791" providerId="ADAL" clId="{8656E695-FBFE-45D6-B8B4-211BD86D88AD}" dt="2025-11-16T08:56:51.590" v="213"/>
          <ac:inkMkLst>
            <pc:docMk/>
            <pc:sldMk cId="0" sldId="294"/>
            <ac:inkMk id="21" creationId="{7EB6D55D-0C45-BD32-2632-FDC3A3713352}"/>
          </ac:inkMkLst>
        </pc:inkChg>
        <pc:inkChg chg="add del">
          <ac:chgData name="Aya Said Mubarak Said Alkhatri" userId="6fd48af9-c252-442d-b070-c12b7b696791" providerId="ADAL" clId="{8656E695-FBFE-45D6-B8B4-211BD86D88AD}" dt="2025-11-16T08:56:51.605" v="218"/>
          <ac:inkMkLst>
            <pc:docMk/>
            <pc:sldMk cId="0" sldId="294"/>
            <ac:inkMk id="22" creationId="{8E27DD4E-338D-F5F4-EB9B-3621461645BE}"/>
          </ac:inkMkLst>
        </pc:inkChg>
        <pc:inkChg chg="add del">
          <ac:chgData name="Aya Said Mubarak Said Alkhatri" userId="6fd48af9-c252-442d-b070-c12b7b696791" providerId="ADAL" clId="{8656E695-FBFE-45D6-B8B4-211BD86D88AD}" dt="2025-11-16T08:56:51.599" v="216"/>
          <ac:inkMkLst>
            <pc:docMk/>
            <pc:sldMk cId="0" sldId="294"/>
            <ac:inkMk id="23" creationId="{524B22B3-41EE-96D6-F1A7-ADAD027AB169}"/>
          </ac:inkMkLst>
        </pc:inkChg>
        <pc:inkChg chg="add del">
          <ac:chgData name="Aya Said Mubarak Said Alkhatri" userId="6fd48af9-c252-442d-b070-c12b7b696791" providerId="ADAL" clId="{8656E695-FBFE-45D6-B8B4-211BD86D88AD}" dt="2025-11-16T08:56:51.597" v="215"/>
          <ac:inkMkLst>
            <pc:docMk/>
            <pc:sldMk cId="0" sldId="294"/>
            <ac:inkMk id="24" creationId="{152D89DA-D452-5C4C-C271-272A90D490A4}"/>
          </ac:inkMkLst>
        </pc:inkChg>
      </pc:sldChg>
      <pc:sldChg chg="addSp">
        <pc:chgData name="Aya Said Mubarak Said Alkhatri" userId="6fd48af9-c252-442d-b070-c12b7b696791" providerId="ADAL" clId="{8656E695-FBFE-45D6-B8B4-211BD86D88AD}" dt="2025-11-16T08:23:20.998" v="29"/>
        <pc:sldMkLst>
          <pc:docMk/>
          <pc:sldMk cId="0" sldId="295"/>
        </pc:sldMkLst>
        <pc:inkChg chg="add">
          <ac:chgData name="Aya Said Mubarak Said Alkhatri" userId="6fd48af9-c252-442d-b070-c12b7b696791" providerId="ADAL" clId="{8656E695-FBFE-45D6-B8B4-211BD86D88AD}" dt="2025-11-16T08:22:57.634" v="21"/>
          <ac:inkMkLst>
            <pc:docMk/>
            <pc:sldMk cId="0" sldId="295"/>
            <ac:inkMk id="4" creationId="{DECDE58F-8486-728F-D109-092AA8C51641}"/>
          </ac:inkMkLst>
        </pc:inkChg>
        <pc:inkChg chg="add">
          <ac:chgData name="Aya Said Mubarak Said Alkhatri" userId="6fd48af9-c252-442d-b070-c12b7b696791" providerId="ADAL" clId="{8656E695-FBFE-45D6-B8B4-211BD86D88AD}" dt="2025-11-16T08:22:58.176" v="22"/>
          <ac:inkMkLst>
            <pc:docMk/>
            <pc:sldMk cId="0" sldId="295"/>
            <ac:inkMk id="5" creationId="{2F5B9F26-5DCA-97EB-9834-BF32F3E13502}"/>
          </ac:inkMkLst>
        </pc:inkChg>
        <pc:inkChg chg="add">
          <ac:chgData name="Aya Said Mubarak Said Alkhatri" userId="6fd48af9-c252-442d-b070-c12b7b696791" providerId="ADAL" clId="{8656E695-FBFE-45D6-B8B4-211BD86D88AD}" dt="2025-11-16T08:22:58.710" v="23"/>
          <ac:inkMkLst>
            <pc:docMk/>
            <pc:sldMk cId="0" sldId="295"/>
            <ac:inkMk id="6" creationId="{E16E517C-CF9C-90A2-D066-2E0F13B28A7C}"/>
          </ac:inkMkLst>
        </pc:inkChg>
        <pc:inkChg chg="add">
          <ac:chgData name="Aya Said Mubarak Said Alkhatri" userId="6fd48af9-c252-442d-b070-c12b7b696791" providerId="ADAL" clId="{8656E695-FBFE-45D6-B8B4-211BD86D88AD}" dt="2025-11-16T08:22:59.115" v="24"/>
          <ac:inkMkLst>
            <pc:docMk/>
            <pc:sldMk cId="0" sldId="295"/>
            <ac:inkMk id="7" creationId="{30EE32BA-0404-A446-3BCC-CB18A2949811}"/>
          </ac:inkMkLst>
        </pc:inkChg>
        <pc:inkChg chg="add">
          <ac:chgData name="Aya Said Mubarak Said Alkhatri" userId="6fd48af9-c252-442d-b070-c12b7b696791" providerId="ADAL" clId="{8656E695-FBFE-45D6-B8B4-211BD86D88AD}" dt="2025-11-16T08:22:59.691" v="25"/>
          <ac:inkMkLst>
            <pc:docMk/>
            <pc:sldMk cId="0" sldId="295"/>
            <ac:inkMk id="8" creationId="{C9106AE0-8A3E-1FB6-2FE6-31FF0F74DAD5}"/>
          </ac:inkMkLst>
        </pc:inkChg>
        <pc:inkChg chg="add">
          <ac:chgData name="Aya Said Mubarak Said Alkhatri" userId="6fd48af9-c252-442d-b070-c12b7b696791" providerId="ADAL" clId="{8656E695-FBFE-45D6-B8B4-211BD86D88AD}" dt="2025-11-16T08:23:01.349" v="26"/>
          <ac:inkMkLst>
            <pc:docMk/>
            <pc:sldMk cId="0" sldId="295"/>
            <ac:inkMk id="9" creationId="{F3BE7FE1-F70B-A9F3-F183-E45AD9BE678E}"/>
          </ac:inkMkLst>
        </pc:inkChg>
        <pc:inkChg chg="add">
          <ac:chgData name="Aya Said Mubarak Said Alkhatri" userId="6fd48af9-c252-442d-b070-c12b7b696791" providerId="ADAL" clId="{8656E695-FBFE-45D6-B8B4-211BD86D88AD}" dt="2025-11-16T08:23:01.880" v="27"/>
          <ac:inkMkLst>
            <pc:docMk/>
            <pc:sldMk cId="0" sldId="295"/>
            <ac:inkMk id="10" creationId="{9D79E8A6-F4BD-F527-8CD8-7A362707F2BB}"/>
          </ac:inkMkLst>
        </pc:inkChg>
        <pc:inkChg chg="add">
          <ac:chgData name="Aya Said Mubarak Said Alkhatri" userId="6fd48af9-c252-442d-b070-c12b7b696791" providerId="ADAL" clId="{8656E695-FBFE-45D6-B8B4-211BD86D88AD}" dt="2025-11-16T08:23:19.182" v="28"/>
          <ac:inkMkLst>
            <pc:docMk/>
            <pc:sldMk cId="0" sldId="295"/>
            <ac:inkMk id="11" creationId="{DB0F3D82-1526-047D-F19E-8945402BDE0B}"/>
          </ac:inkMkLst>
        </pc:inkChg>
        <pc:inkChg chg="add">
          <ac:chgData name="Aya Said Mubarak Said Alkhatri" userId="6fd48af9-c252-442d-b070-c12b7b696791" providerId="ADAL" clId="{8656E695-FBFE-45D6-B8B4-211BD86D88AD}" dt="2025-11-16T08:23:20.998" v="29"/>
          <ac:inkMkLst>
            <pc:docMk/>
            <pc:sldMk cId="0" sldId="295"/>
            <ac:inkMk id="12" creationId="{8BD185E3-7C41-B761-23B1-6D66E10F2493}"/>
          </ac:inkMkLst>
        </pc:inkChg>
      </pc:sldChg>
      <pc:sldChg chg="del">
        <pc:chgData name="Aya Said Mubarak Said Alkhatri" userId="6fd48af9-c252-442d-b070-c12b7b696791" providerId="ADAL" clId="{8656E695-FBFE-45D6-B8B4-211BD86D88AD}" dt="2025-11-16T08:44:30.961" v="82" actId="2696"/>
        <pc:sldMkLst>
          <pc:docMk/>
          <pc:sldMk cId="0" sldId="322"/>
        </pc:sldMkLst>
      </pc:sldChg>
      <pc:sldChg chg="del">
        <pc:chgData name="Aya Said Mubarak Said Alkhatri" userId="6fd48af9-c252-442d-b070-c12b7b696791" providerId="ADAL" clId="{8656E695-FBFE-45D6-B8B4-211BD86D88AD}" dt="2025-11-16T08:44:30.961" v="82" actId="2696"/>
        <pc:sldMkLst>
          <pc:docMk/>
          <pc:sldMk cId="0" sldId="328"/>
        </pc:sldMkLst>
      </pc:sldChg>
      <pc:sldChg chg="del mod modShow">
        <pc:chgData name="Aya Said Mubarak Said Alkhatri" userId="6fd48af9-c252-442d-b070-c12b7b696791" providerId="ADAL" clId="{8656E695-FBFE-45D6-B8B4-211BD86D88AD}" dt="2025-11-16T08:41:32.321" v="80" actId="2696"/>
        <pc:sldMkLst>
          <pc:docMk/>
          <pc:sldMk cId="0" sldId="332"/>
        </pc:sldMkLst>
      </pc:sldChg>
      <pc:sldChg chg="del mod modShow">
        <pc:chgData name="Aya Said Mubarak Said Alkhatri" userId="6fd48af9-c252-442d-b070-c12b7b696791" providerId="ADAL" clId="{8656E695-FBFE-45D6-B8B4-211BD86D88AD}" dt="2025-11-16T08:41:32.321" v="80" actId="2696"/>
        <pc:sldMkLst>
          <pc:docMk/>
          <pc:sldMk cId="0" sldId="333"/>
        </pc:sldMkLst>
      </pc:sldChg>
      <pc:sldChg chg="del mod modShow">
        <pc:chgData name="Aya Said Mubarak Said Alkhatri" userId="6fd48af9-c252-442d-b070-c12b7b696791" providerId="ADAL" clId="{8656E695-FBFE-45D6-B8B4-211BD86D88AD}" dt="2025-11-16T08:41:32.321" v="80" actId="2696"/>
        <pc:sldMkLst>
          <pc:docMk/>
          <pc:sldMk cId="0" sldId="334"/>
        </pc:sldMkLst>
      </pc:sldChg>
      <pc:sldChg chg="modSp del">
        <pc:chgData name="Aya Said Mubarak Said Alkhatri" userId="6fd48af9-c252-442d-b070-c12b7b696791" providerId="ADAL" clId="{8656E695-FBFE-45D6-B8B4-211BD86D88AD}" dt="2025-11-16T08:54:55.264" v="186" actId="2696"/>
        <pc:sldMkLst>
          <pc:docMk/>
          <pc:sldMk cId="0" sldId="336"/>
        </pc:sldMkLst>
        <pc:spChg chg="mod">
          <ac:chgData name="Aya Said Mubarak Said Alkhatri" userId="6fd48af9-c252-442d-b070-c12b7b696791" providerId="ADAL" clId="{8656E695-FBFE-45D6-B8B4-211BD86D88AD}" dt="2025-11-16T08:54:00.614" v="173" actId="27636"/>
          <ac:spMkLst>
            <pc:docMk/>
            <pc:sldMk cId="0" sldId="336"/>
            <ac:spMk id="3" creationId="{00000000-0000-0000-0000-000000000000}"/>
          </ac:spMkLst>
        </pc:spChg>
      </pc:sldChg>
      <pc:sldChg chg="del mod modShow">
        <pc:chgData name="Aya Said Mubarak Said Alkhatri" userId="6fd48af9-c252-442d-b070-c12b7b696791" providerId="ADAL" clId="{8656E695-FBFE-45D6-B8B4-211BD86D88AD}" dt="2025-11-16T08:44:50.438" v="83" actId="2696"/>
        <pc:sldMkLst>
          <pc:docMk/>
          <pc:sldMk cId="0" sldId="337"/>
        </pc:sldMkLst>
      </pc:sldChg>
      <pc:sldChg chg="modSp">
        <pc:chgData name="Aya Said Mubarak Said Alkhatri" userId="6fd48af9-c252-442d-b070-c12b7b696791" providerId="ADAL" clId="{8656E695-FBFE-45D6-B8B4-211BD86D88AD}" dt="2025-11-16T08:55:40.545" v="197" actId="27636"/>
        <pc:sldMkLst>
          <pc:docMk/>
          <pc:sldMk cId="0" sldId="338"/>
        </pc:sldMkLst>
        <pc:spChg chg="mod">
          <ac:chgData name="Aya Said Mubarak Said Alkhatri" userId="6fd48af9-c252-442d-b070-c12b7b696791" providerId="ADAL" clId="{8656E695-FBFE-45D6-B8B4-211BD86D88AD}" dt="2025-11-16T08:55:40.545" v="197" actId="27636"/>
          <ac:spMkLst>
            <pc:docMk/>
            <pc:sldMk cId="0" sldId="338"/>
            <ac:spMk id="3" creationId="{00000000-0000-0000-0000-000000000000}"/>
          </ac:spMkLst>
        </pc:spChg>
      </pc:sldChg>
      <pc:sldChg chg="addSp delSp">
        <pc:chgData name="Aya Said Mubarak Said Alkhatri" userId="6fd48af9-c252-442d-b070-c12b7b696791" providerId="ADAL" clId="{8656E695-FBFE-45D6-B8B4-211BD86D88AD}" dt="2025-11-16T08:29:18.118" v="54"/>
        <pc:sldMkLst>
          <pc:docMk/>
          <pc:sldMk cId="0" sldId="341"/>
        </pc:sldMkLst>
        <pc:inkChg chg="add">
          <ac:chgData name="Aya Said Mubarak Said Alkhatri" userId="6fd48af9-c252-442d-b070-c12b7b696791" providerId="ADAL" clId="{8656E695-FBFE-45D6-B8B4-211BD86D88AD}" dt="2025-11-16T08:29:06.116" v="30"/>
          <ac:inkMkLst>
            <pc:docMk/>
            <pc:sldMk cId="0" sldId="341"/>
            <ac:inkMk id="3" creationId="{D4162C17-B15B-4EA3-4A30-71005BDDD2F8}"/>
          </ac:inkMkLst>
        </pc:inkChg>
        <pc:inkChg chg="add">
          <ac:chgData name="Aya Said Mubarak Said Alkhatri" userId="6fd48af9-c252-442d-b070-c12b7b696791" providerId="ADAL" clId="{8656E695-FBFE-45D6-B8B4-211BD86D88AD}" dt="2025-11-16T08:29:06.879" v="31"/>
          <ac:inkMkLst>
            <pc:docMk/>
            <pc:sldMk cId="0" sldId="341"/>
            <ac:inkMk id="5" creationId="{FB4EC9D1-FC4E-CA84-1E97-3A3DE5D97906}"/>
          </ac:inkMkLst>
        </pc:inkChg>
        <pc:inkChg chg="add del">
          <ac:chgData name="Aya Said Mubarak Said Alkhatri" userId="6fd48af9-c252-442d-b070-c12b7b696791" providerId="ADAL" clId="{8656E695-FBFE-45D6-B8B4-211BD86D88AD}" dt="2025-11-16T08:29:18.118" v="54"/>
          <ac:inkMkLst>
            <pc:docMk/>
            <pc:sldMk cId="0" sldId="341"/>
            <ac:inkMk id="6" creationId="{26269B71-EBBD-6867-3F31-DA9837514461}"/>
          </ac:inkMkLst>
        </pc:inkChg>
        <pc:inkChg chg="add">
          <ac:chgData name="Aya Said Mubarak Said Alkhatri" userId="6fd48af9-c252-442d-b070-c12b7b696791" providerId="ADAL" clId="{8656E695-FBFE-45D6-B8B4-211BD86D88AD}" dt="2025-11-16T08:29:07.384" v="33"/>
          <ac:inkMkLst>
            <pc:docMk/>
            <pc:sldMk cId="0" sldId="341"/>
            <ac:inkMk id="7" creationId="{078246B6-2169-C1A4-1E2C-7F1C1DBA8463}"/>
          </ac:inkMkLst>
        </pc:inkChg>
        <pc:inkChg chg="add">
          <ac:chgData name="Aya Said Mubarak Said Alkhatri" userId="6fd48af9-c252-442d-b070-c12b7b696791" providerId="ADAL" clId="{8656E695-FBFE-45D6-B8B4-211BD86D88AD}" dt="2025-11-16T08:29:07.545" v="34"/>
          <ac:inkMkLst>
            <pc:docMk/>
            <pc:sldMk cId="0" sldId="341"/>
            <ac:inkMk id="8" creationId="{A403549F-8C68-A530-E5FA-AF5DA48A8E09}"/>
          </ac:inkMkLst>
        </pc:inkChg>
        <pc:inkChg chg="add">
          <ac:chgData name="Aya Said Mubarak Said Alkhatri" userId="6fd48af9-c252-442d-b070-c12b7b696791" providerId="ADAL" clId="{8656E695-FBFE-45D6-B8B4-211BD86D88AD}" dt="2025-11-16T08:29:07.948" v="35"/>
          <ac:inkMkLst>
            <pc:docMk/>
            <pc:sldMk cId="0" sldId="341"/>
            <ac:inkMk id="9" creationId="{2F593FA1-743A-08FF-9E25-722D4B0F097E}"/>
          </ac:inkMkLst>
        </pc:inkChg>
        <pc:inkChg chg="add del">
          <ac:chgData name="Aya Said Mubarak Said Alkhatri" userId="6fd48af9-c252-442d-b070-c12b7b696791" providerId="ADAL" clId="{8656E695-FBFE-45D6-B8B4-211BD86D88AD}" dt="2025-11-16T08:29:18.118" v="54"/>
          <ac:inkMkLst>
            <pc:docMk/>
            <pc:sldMk cId="0" sldId="341"/>
            <ac:inkMk id="10" creationId="{99564461-BBEB-EFB9-46D2-7F1C96D4FCC8}"/>
          </ac:inkMkLst>
        </pc:inkChg>
        <pc:inkChg chg="add">
          <ac:chgData name="Aya Said Mubarak Said Alkhatri" userId="6fd48af9-c252-442d-b070-c12b7b696791" providerId="ADAL" clId="{8656E695-FBFE-45D6-B8B4-211BD86D88AD}" dt="2025-11-16T08:29:08.665" v="37"/>
          <ac:inkMkLst>
            <pc:docMk/>
            <pc:sldMk cId="0" sldId="341"/>
            <ac:inkMk id="11" creationId="{1B1B73CB-DF14-3A81-98CD-D91AEE0329A2}"/>
          </ac:inkMkLst>
        </pc:inkChg>
        <pc:inkChg chg="add del">
          <ac:chgData name="Aya Said Mubarak Said Alkhatri" userId="6fd48af9-c252-442d-b070-c12b7b696791" providerId="ADAL" clId="{8656E695-FBFE-45D6-B8B4-211BD86D88AD}" dt="2025-11-16T08:29:18.118" v="54"/>
          <ac:inkMkLst>
            <pc:docMk/>
            <pc:sldMk cId="0" sldId="341"/>
            <ac:inkMk id="12" creationId="{86304BCD-8970-D483-003A-EEF4DDE3C94D}"/>
          </ac:inkMkLst>
        </pc:inkChg>
        <pc:inkChg chg="add">
          <ac:chgData name="Aya Said Mubarak Said Alkhatri" userId="6fd48af9-c252-442d-b070-c12b7b696791" providerId="ADAL" clId="{8656E695-FBFE-45D6-B8B4-211BD86D88AD}" dt="2025-11-16T08:29:10.231" v="39"/>
          <ac:inkMkLst>
            <pc:docMk/>
            <pc:sldMk cId="0" sldId="341"/>
            <ac:inkMk id="13" creationId="{C2F4CF0B-5A1C-7E6A-E596-17EE24C70F13}"/>
          </ac:inkMkLst>
        </pc:inkChg>
        <pc:inkChg chg="add del">
          <ac:chgData name="Aya Said Mubarak Said Alkhatri" userId="6fd48af9-c252-442d-b070-c12b7b696791" providerId="ADAL" clId="{8656E695-FBFE-45D6-B8B4-211BD86D88AD}" dt="2025-11-16T08:29:18.118" v="54"/>
          <ac:inkMkLst>
            <pc:docMk/>
            <pc:sldMk cId="0" sldId="341"/>
            <ac:inkMk id="14" creationId="{2711EC27-77A7-DC41-D174-4E26D5E341E9}"/>
          </ac:inkMkLst>
        </pc:inkChg>
        <pc:inkChg chg="add del">
          <ac:chgData name="Aya Said Mubarak Said Alkhatri" userId="6fd48af9-c252-442d-b070-c12b7b696791" providerId="ADAL" clId="{8656E695-FBFE-45D6-B8B4-211BD86D88AD}" dt="2025-11-16T08:29:18.118" v="54"/>
          <ac:inkMkLst>
            <pc:docMk/>
            <pc:sldMk cId="0" sldId="341"/>
            <ac:inkMk id="15" creationId="{36DE50BD-2B0D-3B6C-979D-425F66B103D3}"/>
          </ac:inkMkLst>
        </pc:inkChg>
        <pc:inkChg chg="add">
          <ac:chgData name="Aya Said Mubarak Said Alkhatri" userId="6fd48af9-c252-442d-b070-c12b7b696791" providerId="ADAL" clId="{8656E695-FBFE-45D6-B8B4-211BD86D88AD}" dt="2025-11-16T08:29:11.897" v="42"/>
          <ac:inkMkLst>
            <pc:docMk/>
            <pc:sldMk cId="0" sldId="341"/>
            <ac:inkMk id="16" creationId="{F994BC16-C1E0-9873-02A1-086E315BAA30}"/>
          </ac:inkMkLst>
        </pc:inkChg>
        <pc:inkChg chg="add">
          <ac:chgData name="Aya Said Mubarak Said Alkhatri" userId="6fd48af9-c252-442d-b070-c12b7b696791" providerId="ADAL" clId="{8656E695-FBFE-45D6-B8B4-211BD86D88AD}" dt="2025-11-16T08:29:12.314" v="43"/>
          <ac:inkMkLst>
            <pc:docMk/>
            <pc:sldMk cId="0" sldId="341"/>
            <ac:inkMk id="17" creationId="{E0D9A734-2B53-16C4-F546-31B68B563247}"/>
          </ac:inkMkLst>
        </pc:inkChg>
        <pc:inkChg chg="add">
          <ac:chgData name="Aya Said Mubarak Said Alkhatri" userId="6fd48af9-c252-442d-b070-c12b7b696791" providerId="ADAL" clId="{8656E695-FBFE-45D6-B8B4-211BD86D88AD}" dt="2025-11-16T08:29:12.781" v="44"/>
          <ac:inkMkLst>
            <pc:docMk/>
            <pc:sldMk cId="0" sldId="341"/>
            <ac:inkMk id="18" creationId="{9D05D6D4-7116-6B88-E70A-C12285A6E5E5}"/>
          </ac:inkMkLst>
        </pc:inkChg>
        <pc:inkChg chg="add">
          <ac:chgData name="Aya Said Mubarak Said Alkhatri" userId="6fd48af9-c252-442d-b070-c12b7b696791" providerId="ADAL" clId="{8656E695-FBFE-45D6-B8B4-211BD86D88AD}" dt="2025-11-16T08:29:13.229" v="45"/>
          <ac:inkMkLst>
            <pc:docMk/>
            <pc:sldMk cId="0" sldId="341"/>
            <ac:inkMk id="19" creationId="{03E094D2-0E7A-1542-5F14-8B5FD7F66CB6}"/>
          </ac:inkMkLst>
        </pc:inkChg>
        <pc:inkChg chg="add">
          <ac:chgData name="Aya Said Mubarak Said Alkhatri" userId="6fd48af9-c252-442d-b070-c12b7b696791" providerId="ADAL" clId="{8656E695-FBFE-45D6-B8B4-211BD86D88AD}" dt="2025-11-16T08:29:13.748" v="46"/>
          <ac:inkMkLst>
            <pc:docMk/>
            <pc:sldMk cId="0" sldId="341"/>
            <ac:inkMk id="20" creationId="{950A529B-47C3-4248-2A1B-8797BF6C137B}"/>
          </ac:inkMkLst>
        </pc:inkChg>
        <pc:inkChg chg="add">
          <ac:chgData name="Aya Said Mubarak Said Alkhatri" userId="6fd48af9-c252-442d-b070-c12b7b696791" providerId="ADAL" clId="{8656E695-FBFE-45D6-B8B4-211BD86D88AD}" dt="2025-11-16T08:29:14.979" v="47"/>
          <ac:inkMkLst>
            <pc:docMk/>
            <pc:sldMk cId="0" sldId="341"/>
            <ac:inkMk id="21" creationId="{B5EC92F0-B27F-9CEC-A44E-96AC5D9FE387}"/>
          </ac:inkMkLst>
        </pc:inkChg>
        <pc:inkChg chg="add">
          <ac:chgData name="Aya Said Mubarak Said Alkhatri" userId="6fd48af9-c252-442d-b070-c12b7b696791" providerId="ADAL" clId="{8656E695-FBFE-45D6-B8B4-211BD86D88AD}" dt="2025-11-16T08:29:15.743" v="48"/>
          <ac:inkMkLst>
            <pc:docMk/>
            <pc:sldMk cId="0" sldId="341"/>
            <ac:inkMk id="22" creationId="{1253E90E-B184-635B-8455-08C10F407CB7}"/>
          </ac:inkMkLst>
        </pc:inkChg>
        <pc:inkChg chg="add del">
          <ac:chgData name="Aya Said Mubarak Said Alkhatri" userId="6fd48af9-c252-442d-b070-c12b7b696791" providerId="ADAL" clId="{8656E695-FBFE-45D6-B8B4-211BD86D88AD}" dt="2025-11-16T08:29:18.118" v="54"/>
          <ac:inkMkLst>
            <pc:docMk/>
            <pc:sldMk cId="0" sldId="341"/>
            <ac:inkMk id="23" creationId="{D0CAA745-9AB9-BB0B-F4B9-017CD5324873}"/>
          </ac:inkMkLst>
        </pc:inkChg>
        <pc:inkChg chg="add">
          <ac:chgData name="Aya Said Mubarak Said Alkhatri" userId="6fd48af9-c252-442d-b070-c12b7b696791" providerId="ADAL" clId="{8656E695-FBFE-45D6-B8B4-211BD86D88AD}" dt="2025-11-16T08:29:16.178" v="50"/>
          <ac:inkMkLst>
            <pc:docMk/>
            <pc:sldMk cId="0" sldId="341"/>
            <ac:inkMk id="24" creationId="{D7FB9EDB-C3E7-D29D-8866-CE70CD49ABC8}"/>
          </ac:inkMkLst>
        </pc:inkChg>
        <pc:inkChg chg="add">
          <ac:chgData name="Aya Said Mubarak Said Alkhatri" userId="6fd48af9-c252-442d-b070-c12b7b696791" providerId="ADAL" clId="{8656E695-FBFE-45D6-B8B4-211BD86D88AD}" dt="2025-11-16T08:29:16.288" v="51"/>
          <ac:inkMkLst>
            <pc:docMk/>
            <pc:sldMk cId="0" sldId="341"/>
            <ac:inkMk id="25" creationId="{B2E3BF2C-2332-6CDA-64FD-02D1F2DCC7ED}"/>
          </ac:inkMkLst>
        </pc:inkChg>
        <pc:inkChg chg="add del">
          <ac:chgData name="Aya Said Mubarak Said Alkhatri" userId="6fd48af9-c252-442d-b070-c12b7b696791" providerId="ADAL" clId="{8656E695-FBFE-45D6-B8B4-211BD86D88AD}" dt="2025-11-16T08:29:18.118" v="54"/>
          <ac:inkMkLst>
            <pc:docMk/>
            <pc:sldMk cId="0" sldId="341"/>
            <ac:inkMk id="26" creationId="{C32B01BA-438A-6619-2D60-7AC804107B3D}"/>
          </ac:inkMkLst>
        </pc:inkChg>
        <pc:inkChg chg="add">
          <ac:chgData name="Aya Said Mubarak Said Alkhatri" userId="6fd48af9-c252-442d-b070-c12b7b696791" providerId="ADAL" clId="{8656E695-FBFE-45D6-B8B4-211BD86D88AD}" dt="2025-11-16T08:29:17.441" v="53"/>
          <ac:inkMkLst>
            <pc:docMk/>
            <pc:sldMk cId="0" sldId="341"/>
            <ac:inkMk id="27" creationId="{672EF6A5-8F22-B658-F38B-4533C795DB99}"/>
          </ac:inkMkLst>
        </pc:inkChg>
        <pc:inkChg chg="add reco">
          <ac:chgData name="Aya Said Mubarak Said Alkhatri" userId="6fd48af9-c252-442d-b070-c12b7b696791" providerId="ADAL" clId="{8656E695-FBFE-45D6-B8B4-211BD86D88AD}" dt="2025-11-16T08:29:18.118" v="54"/>
          <ac:inkMkLst>
            <pc:docMk/>
            <pc:sldMk cId="0" sldId="341"/>
            <ac:inkMk id="28" creationId="{A93AC13D-64EF-E412-520B-94229B69E932}"/>
          </ac:inkMkLst>
        </pc:inkChg>
        <pc:inkChg chg="add reco">
          <ac:chgData name="Aya Said Mubarak Said Alkhatri" userId="6fd48af9-c252-442d-b070-c12b7b696791" providerId="ADAL" clId="{8656E695-FBFE-45D6-B8B4-211BD86D88AD}" dt="2025-11-16T08:29:18.118" v="54"/>
          <ac:inkMkLst>
            <pc:docMk/>
            <pc:sldMk cId="0" sldId="341"/>
            <ac:inkMk id="29" creationId="{8B992D10-16E7-52CE-6D3C-22C33FF4C7A4}"/>
          </ac:inkMkLst>
        </pc:inkChg>
        <pc:inkChg chg="add reco">
          <ac:chgData name="Aya Said Mubarak Said Alkhatri" userId="6fd48af9-c252-442d-b070-c12b7b696791" providerId="ADAL" clId="{8656E695-FBFE-45D6-B8B4-211BD86D88AD}" dt="2025-11-16T08:29:18.118" v="54"/>
          <ac:inkMkLst>
            <pc:docMk/>
            <pc:sldMk cId="0" sldId="341"/>
            <ac:inkMk id="30" creationId="{F3596135-94FA-2671-FCD8-F7451024401C}"/>
          </ac:inkMkLst>
        </pc:inkChg>
      </pc:sldChg>
      <pc:sldChg chg="addSp delSp">
        <pc:chgData name="Aya Said Mubarak Said Alkhatri" userId="6fd48af9-c252-442d-b070-c12b7b696791" providerId="ADAL" clId="{8656E695-FBFE-45D6-B8B4-211BD86D88AD}" dt="2025-11-16T08:30:46.444" v="72"/>
        <pc:sldMkLst>
          <pc:docMk/>
          <pc:sldMk cId="0" sldId="342"/>
        </pc:sldMkLst>
        <pc:inkChg chg="add">
          <ac:chgData name="Aya Said Mubarak Said Alkhatri" userId="6fd48af9-c252-442d-b070-c12b7b696791" providerId="ADAL" clId="{8656E695-FBFE-45D6-B8B4-211BD86D88AD}" dt="2025-11-16T08:30:38.991" v="55"/>
          <ac:inkMkLst>
            <pc:docMk/>
            <pc:sldMk cId="0" sldId="342"/>
            <ac:inkMk id="2" creationId="{12971793-4AD7-66E9-E4CA-6138DDB11726}"/>
          </ac:inkMkLst>
        </pc:inkChg>
        <pc:inkChg chg="add del">
          <ac:chgData name="Aya Said Mubarak Said Alkhatri" userId="6fd48af9-c252-442d-b070-c12b7b696791" providerId="ADAL" clId="{8656E695-FBFE-45D6-B8B4-211BD86D88AD}" dt="2025-11-16T08:30:46.444" v="72"/>
          <ac:inkMkLst>
            <pc:docMk/>
            <pc:sldMk cId="0" sldId="342"/>
            <ac:inkMk id="3" creationId="{873BBF7B-1821-B916-63E2-E27316FA57F4}"/>
          </ac:inkMkLst>
        </pc:inkChg>
        <pc:inkChg chg="add del">
          <ac:chgData name="Aya Said Mubarak Said Alkhatri" userId="6fd48af9-c252-442d-b070-c12b7b696791" providerId="ADAL" clId="{8656E695-FBFE-45D6-B8B4-211BD86D88AD}" dt="2025-11-16T08:30:46.444" v="72"/>
          <ac:inkMkLst>
            <pc:docMk/>
            <pc:sldMk cId="0" sldId="342"/>
            <ac:inkMk id="4" creationId="{D8AB8893-95A6-C608-F68F-DD93386FA64E}"/>
          </ac:inkMkLst>
        </pc:inkChg>
        <pc:inkChg chg="add del">
          <ac:chgData name="Aya Said Mubarak Said Alkhatri" userId="6fd48af9-c252-442d-b070-c12b7b696791" providerId="ADAL" clId="{8656E695-FBFE-45D6-B8B4-211BD86D88AD}" dt="2025-11-16T08:30:46.444" v="72"/>
          <ac:inkMkLst>
            <pc:docMk/>
            <pc:sldMk cId="0" sldId="342"/>
            <ac:inkMk id="5" creationId="{E8BC41EF-F942-0416-5083-7E6E4C093F27}"/>
          </ac:inkMkLst>
        </pc:inkChg>
        <pc:inkChg chg="add">
          <ac:chgData name="Aya Said Mubarak Said Alkhatri" userId="6fd48af9-c252-442d-b070-c12b7b696791" providerId="ADAL" clId="{8656E695-FBFE-45D6-B8B4-211BD86D88AD}" dt="2025-11-16T08:30:41.390" v="59"/>
          <ac:inkMkLst>
            <pc:docMk/>
            <pc:sldMk cId="0" sldId="342"/>
            <ac:inkMk id="6" creationId="{59AA63D0-8CB1-AF98-B82E-36727462F504}"/>
          </ac:inkMkLst>
        </pc:inkChg>
        <pc:inkChg chg="add del">
          <ac:chgData name="Aya Said Mubarak Said Alkhatri" userId="6fd48af9-c252-442d-b070-c12b7b696791" providerId="ADAL" clId="{8656E695-FBFE-45D6-B8B4-211BD86D88AD}" dt="2025-11-16T08:30:46.444" v="72"/>
          <ac:inkMkLst>
            <pc:docMk/>
            <pc:sldMk cId="0" sldId="342"/>
            <ac:inkMk id="8" creationId="{5EC3A8AB-9E22-9039-1C23-2EC8B213416F}"/>
          </ac:inkMkLst>
        </pc:inkChg>
        <pc:inkChg chg="add">
          <ac:chgData name="Aya Said Mubarak Said Alkhatri" userId="6fd48af9-c252-442d-b070-c12b7b696791" providerId="ADAL" clId="{8656E695-FBFE-45D6-B8B4-211BD86D88AD}" dt="2025-11-16T08:30:42.105" v="61"/>
          <ac:inkMkLst>
            <pc:docMk/>
            <pc:sldMk cId="0" sldId="342"/>
            <ac:inkMk id="9" creationId="{839A3072-1642-EEAB-1868-63095B3CFA98}"/>
          </ac:inkMkLst>
        </pc:inkChg>
        <pc:inkChg chg="add">
          <ac:chgData name="Aya Said Mubarak Said Alkhatri" userId="6fd48af9-c252-442d-b070-c12b7b696791" providerId="ADAL" clId="{8656E695-FBFE-45D6-B8B4-211BD86D88AD}" dt="2025-11-16T08:30:42.439" v="62"/>
          <ac:inkMkLst>
            <pc:docMk/>
            <pc:sldMk cId="0" sldId="342"/>
            <ac:inkMk id="10" creationId="{DFA0622B-A4DF-60B9-D947-00AC8D68D99A}"/>
          </ac:inkMkLst>
        </pc:inkChg>
        <pc:inkChg chg="add del">
          <ac:chgData name="Aya Said Mubarak Said Alkhatri" userId="6fd48af9-c252-442d-b070-c12b7b696791" providerId="ADAL" clId="{8656E695-FBFE-45D6-B8B4-211BD86D88AD}" dt="2025-11-16T08:30:46.444" v="72"/>
          <ac:inkMkLst>
            <pc:docMk/>
            <pc:sldMk cId="0" sldId="342"/>
            <ac:inkMk id="11" creationId="{736034C6-9020-B696-C940-A1468917C8CA}"/>
          </ac:inkMkLst>
        </pc:inkChg>
        <pc:inkChg chg="add del">
          <ac:chgData name="Aya Said Mubarak Said Alkhatri" userId="6fd48af9-c252-442d-b070-c12b7b696791" providerId="ADAL" clId="{8656E695-FBFE-45D6-B8B4-211BD86D88AD}" dt="2025-11-16T08:30:46.444" v="72"/>
          <ac:inkMkLst>
            <pc:docMk/>
            <pc:sldMk cId="0" sldId="342"/>
            <ac:inkMk id="13" creationId="{EBC3511F-F954-DFD3-5F52-B8F5C9848B2D}"/>
          </ac:inkMkLst>
        </pc:inkChg>
        <pc:inkChg chg="add del">
          <ac:chgData name="Aya Said Mubarak Said Alkhatri" userId="6fd48af9-c252-442d-b070-c12b7b696791" providerId="ADAL" clId="{8656E695-FBFE-45D6-B8B4-211BD86D88AD}" dt="2025-11-16T08:30:46.444" v="72"/>
          <ac:inkMkLst>
            <pc:docMk/>
            <pc:sldMk cId="0" sldId="342"/>
            <ac:inkMk id="14" creationId="{D0A721BB-789F-C5E2-2196-EEDEF60CF038}"/>
          </ac:inkMkLst>
        </pc:inkChg>
        <pc:inkChg chg="add del">
          <ac:chgData name="Aya Said Mubarak Said Alkhatri" userId="6fd48af9-c252-442d-b070-c12b7b696791" providerId="ADAL" clId="{8656E695-FBFE-45D6-B8B4-211BD86D88AD}" dt="2025-11-16T08:30:46.444" v="72"/>
          <ac:inkMkLst>
            <pc:docMk/>
            <pc:sldMk cId="0" sldId="342"/>
            <ac:inkMk id="15" creationId="{367F5DFF-63B5-8B63-5860-ED912D245E0F}"/>
          </ac:inkMkLst>
        </pc:inkChg>
        <pc:inkChg chg="add">
          <ac:chgData name="Aya Said Mubarak Said Alkhatri" userId="6fd48af9-c252-442d-b070-c12b7b696791" providerId="ADAL" clId="{8656E695-FBFE-45D6-B8B4-211BD86D88AD}" dt="2025-11-16T08:30:44.321" v="67"/>
          <ac:inkMkLst>
            <pc:docMk/>
            <pc:sldMk cId="0" sldId="342"/>
            <ac:inkMk id="16" creationId="{CF74610D-FB7F-C1E7-F4E9-903F56654934}"/>
          </ac:inkMkLst>
        </pc:inkChg>
        <pc:inkChg chg="add">
          <ac:chgData name="Aya Said Mubarak Said Alkhatri" userId="6fd48af9-c252-442d-b070-c12b7b696791" providerId="ADAL" clId="{8656E695-FBFE-45D6-B8B4-211BD86D88AD}" dt="2025-11-16T08:30:44.589" v="68"/>
          <ac:inkMkLst>
            <pc:docMk/>
            <pc:sldMk cId="0" sldId="342"/>
            <ac:inkMk id="17" creationId="{14DA8F4B-B609-0D58-D2E9-536BECD4B85B}"/>
          </ac:inkMkLst>
        </pc:inkChg>
        <pc:inkChg chg="add">
          <ac:chgData name="Aya Said Mubarak Said Alkhatri" userId="6fd48af9-c252-442d-b070-c12b7b696791" providerId="ADAL" clId="{8656E695-FBFE-45D6-B8B4-211BD86D88AD}" dt="2025-11-16T08:30:44.766" v="69"/>
          <ac:inkMkLst>
            <pc:docMk/>
            <pc:sldMk cId="0" sldId="342"/>
            <ac:inkMk id="18" creationId="{806B0ED8-B51D-D93F-2D73-E6822726F0EB}"/>
          </ac:inkMkLst>
        </pc:inkChg>
        <pc:inkChg chg="add">
          <ac:chgData name="Aya Said Mubarak Said Alkhatri" userId="6fd48af9-c252-442d-b070-c12b7b696791" providerId="ADAL" clId="{8656E695-FBFE-45D6-B8B4-211BD86D88AD}" dt="2025-11-16T08:30:45.539" v="70"/>
          <ac:inkMkLst>
            <pc:docMk/>
            <pc:sldMk cId="0" sldId="342"/>
            <ac:inkMk id="19" creationId="{75BF016C-8327-5400-6A67-BEAA0855C4A4}"/>
          </ac:inkMkLst>
        </pc:inkChg>
        <pc:inkChg chg="add del">
          <ac:chgData name="Aya Said Mubarak Said Alkhatri" userId="6fd48af9-c252-442d-b070-c12b7b696791" providerId="ADAL" clId="{8656E695-FBFE-45D6-B8B4-211BD86D88AD}" dt="2025-11-16T08:30:46.444" v="72"/>
          <ac:inkMkLst>
            <pc:docMk/>
            <pc:sldMk cId="0" sldId="342"/>
            <ac:inkMk id="20" creationId="{A983C83A-5C92-1709-6A9E-8B58F2E69243}"/>
          </ac:inkMkLst>
        </pc:inkChg>
        <pc:inkChg chg="add reco">
          <ac:chgData name="Aya Said Mubarak Said Alkhatri" userId="6fd48af9-c252-442d-b070-c12b7b696791" providerId="ADAL" clId="{8656E695-FBFE-45D6-B8B4-211BD86D88AD}" dt="2025-11-16T08:30:46.444" v="72"/>
          <ac:inkMkLst>
            <pc:docMk/>
            <pc:sldMk cId="0" sldId="342"/>
            <ac:inkMk id="21" creationId="{E3F371A7-C5F7-F910-6EFB-C713D0EC85C5}"/>
          </ac:inkMkLst>
        </pc:inkChg>
      </pc:sldChg>
      <pc:sldChg chg="del">
        <pc:chgData name="Aya Said Mubarak Said Alkhatri" userId="6fd48af9-c252-442d-b070-c12b7b696791" providerId="ADAL" clId="{8656E695-FBFE-45D6-B8B4-211BD86D88AD}" dt="2025-11-16T08:44:30.961" v="82" actId="2696"/>
        <pc:sldMkLst>
          <pc:docMk/>
          <pc:sldMk cId="0" sldId="347"/>
        </pc:sldMkLst>
      </pc:sldChg>
      <pc:sldChg chg="addSp delSp modSp">
        <pc:chgData name="Aya Said Mubarak Said Alkhatri" userId="6fd48af9-c252-442d-b070-c12b7b696791" providerId="ADAL" clId="{8656E695-FBFE-45D6-B8B4-211BD86D88AD}" dt="2025-11-16T08:37:59.017" v="76" actId="21"/>
        <pc:sldMkLst>
          <pc:docMk/>
          <pc:sldMk cId="4047299673" sldId="348"/>
        </pc:sldMkLst>
        <pc:spChg chg="add del mod">
          <ac:chgData name="Aya Said Mubarak Said Alkhatri" userId="6fd48af9-c252-442d-b070-c12b7b696791" providerId="ADAL" clId="{8656E695-FBFE-45D6-B8B4-211BD86D88AD}" dt="2025-11-16T08:37:59.017" v="76" actId="21"/>
          <ac:spMkLst>
            <pc:docMk/>
            <pc:sldMk cId="4047299673" sldId="348"/>
            <ac:spMk id="3" creationId="{70C9B5BF-0EDA-85BF-FB06-258F528B8092}"/>
          </ac:spMkLst>
        </pc:spChg>
      </pc:sldChg>
      <pc:sldChg chg="modSp">
        <pc:chgData name="Aya Said Mubarak Said Alkhatri" userId="6fd48af9-c252-442d-b070-c12b7b696791" providerId="ADAL" clId="{8656E695-FBFE-45D6-B8B4-211BD86D88AD}" dt="2025-11-16T08:54:50.337" v="185" actId="255"/>
        <pc:sldMkLst>
          <pc:docMk/>
          <pc:sldMk cId="3209392409" sldId="352"/>
        </pc:sldMkLst>
        <pc:spChg chg="mod">
          <ac:chgData name="Aya Said Mubarak Said Alkhatri" userId="6fd48af9-c252-442d-b070-c12b7b696791" providerId="ADAL" clId="{8656E695-FBFE-45D6-B8B4-211BD86D88AD}" dt="2025-11-16T08:54:50.337" v="185" actId="255"/>
          <ac:spMkLst>
            <pc:docMk/>
            <pc:sldMk cId="3209392409" sldId="352"/>
            <ac:spMk id="3" creationId="{65DEED04-B669-A0AF-B0AF-4921DC9A44CF}"/>
          </ac:spMkLst>
        </pc:spChg>
      </pc:sldChg>
      <pc:sldChg chg="del">
        <pc:chgData name="Aya Said Mubarak Said Alkhatri" userId="6fd48af9-c252-442d-b070-c12b7b696791" providerId="ADAL" clId="{8656E695-FBFE-45D6-B8B4-211BD86D88AD}" dt="2025-11-16T08:44:50.438" v="83" actId="2696"/>
        <pc:sldMkLst>
          <pc:docMk/>
          <pc:sldMk cId="1258903056" sldId="354"/>
        </pc:sldMkLst>
      </pc:sldChg>
      <pc:sldChg chg="new del">
        <pc:chgData name="Aya Said Mubarak Said Alkhatri" userId="6fd48af9-c252-442d-b070-c12b7b696791" providerId="ADAL" clId="{8656E695-FBFE-45D6-B8B4-211BD86D88AD}" dt="2025-11-16T08:38:23.659" v="78" actId="680"/>
        <pc:sldMkLst>
          <pc:docMk/>
          <pc:sldMk cId="2471024688" sldId="355"/>
        </pc:sldMkLst>
      </pc:sldChg>
    </pc:docChg>
  </pc:docChgLst>
  <pc:docChgLst>
    <pc:chgData name="Mary Amirtha Sagayee" userId="S::mary.sagayee@utas.edu.om::b75c8abc-d205-4f1e-9a2a-a4bdcf66b55d" providerId="AD" clId="Web-{18CA424E-682F-BF1B-EEB6-1CD6A3376575}"/>
    <pc:docChg chg="modSld">
      <pc:chgData name="Mary Amirtha Sagayee" userId="S::mary.sagayee@utas.edu.om::b75c8abc-d205-4f1e-9a2a-a4bdcf66b55d" providerId="AD" clId="Web-{18CA424E-682F-BF1B-EEB6-1CD6A3376575}" dt="2025-10-25T20:12:36.045" v="0" actId="1076"/>
      <pc:docMkLst>
        <pc:docMk/>
      </pc:docMkLst>
      <pc:sldChg chg="modSp">
        <pc:chgData name="Mary Amirtha Sagayee" userId="S::mary.sagayee@utas.edu.om::b75c8abc-d205-4f1e-9a2a-a4bdcf66b55d" providerId="AD" clId="Web-{18CA424E-682F-BF1B-EEB6-1CD6A3376575}" dt="2025-10-25T20:12:36.045" v="0" actId="1076"/>
        <pc:sldMkLst>
          <pc:docMk/>
          <pc:sldMk cId="1258903056" sldId="354"/>
        </pc:sldMkLst>
      </pc:sldChg>
    </pc:docChg>
  </pc:docChgLst>
  <pc:docChgLst>
    <pc:chgData name="Mary Amirtha Sagayee" userId="S::mary.sagayee@utas.edu.om::b75c8abc-d205-4f1e-9a2a-a4bdcf66b55d" providerId="AD" clId="Web-{63C3D9F1-470F-2A3B-A9FB-B5BC73C9BE1B}"/>
    <pc:docChg chg="modSld">
      <pc:chgData name="Mary Amirtha Sagayee" userId="S::mary.sagayee@utas.edu.om::b75c8abc-d205-4f1e-9a2a-a4bdcf66b55d" providerId="AD" clId="Web-{63C3D9F1-470F-2A3B-A9FB-B5BC73C9BE1B}" dt="2025-11-02T09:26:51.506" v="7" actId="14100"/>
      <pc:docMkLst>
        <pc:docMk/>
      </pc:docMkLst>
      <pc:sldChg chg="modSp">
        <pc:chgData name="Mary Amirtha Sagayee" userId="S::mary.sagayee@utas.edu.om::b75c8abc-d205-4f1e-9a2a-a4bdcf66b55d" providerId="AD" clId="Web-{63C3D9F1-470F-2A3B-A9FB-B5BC73C9BE1B}" dt="2025-11-02T09:26:51.506" v="7" actId="14100"/>
        <pc:sldMkLst>
          <pc:docMk/>
          <pc:sldMk cId="0" sldId="341"/>
        </pc:sldMkLst>
        <pc:spChg chg="mod">
          <ac:chgData name="Mary Amirtha Sagayee" userId="S::mary.sagayee@utas.edu.om::b75c8abc-d205-4f1e-9a2a-a4bdcf66b55d" providerId="AD" clId="Web-{63C3D9F1-470F-2A3B-A9FB-B5BC73C9BE1B}" dt="2025-11-02T09:26:51.506" v="7" actId="14100"/>
          <ac:spMkLst>
            <pc:docMk/>
            <pc:sldMk cId="0" sldId="341"/>
            <ac:spMk id="2" creationId="{00000000-0000-0000-0000-000000000000}"/>
          </ac:spMkLst>
        </pc:spChg>
        <pc:picChg chg="mod">
          <ac:chgData name="Mary Amirtha Sagayee" userId="S::mary.sagayee@utas.edu.om::b75c8abc-d205-4f1e-9a2a-a4bdcf66b55d" providerId="AD" clId="Web-{63C3D9F1-470F-2A3B-A9FB-B5BC73C9BE1B}" dt="2025-11-02T09:26:46.818" v="6" actId="1076"/>
          <ac:picMkLst>
            <pc:docMk/>
            <pc:sldMk cId="0" sldId="341"/>
            <ac:picMk id="4" creationId="{00000000-0000-0000-0000-000000000000}"/>
          </ac:picMkLst>
        </pc:pic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diagrams/_rels/data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s>
</file>

<file path=ppt/diagrams/_rels/data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svg"/><Relationship Id="rId1" Type="http://schemas.openxmlformats.org/officeDocument/2006/relationships/image" Target="../media/image40.png"/><Relationship Id="rId6" Type="http://schemas.openxmlformats.org/officeDocument/2006/relationships/image" Target="../media/image45.svg"/><Relationship Id="rId5" Type="http://schemas.openxmlformats.org/officeDocument/2006/relationships/image" Target="../media/image44.png"/><Relationship Id="rId4" Type="http://schemas.openxmlformats.org/officeDocument/2006/relationships/image" Target="../media/image43.svg"/></Relationships>
</file>

<file path=ppt/diagrams/_rels/drawing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diagrams/_rels/drawing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s>
</file>

<file path=ppt/diagrams/_rels/drawing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svg"/><Relationship Id="rId1" Type="http://schemas.openxmlformats.org/officeDocument/2006/relationships/image" Target="../media/image40.png"/><Relationship Id="rId6" Type="http://schemas.openxmlformats.org/officeDocument/2006/relationships/image" Target="../media/image45.svg"/><Relationship Id="rId5" Type="http://schemas.openxmlformats.org/officeDocument/2006/relationships/image" Target="../media/image44.png"/><Relationship Id="rId4" Type="http://schemas.openxmlformats.org/officeDocument/2006/relationships/image" Target="../media/image43.sv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5F49C78-18B9-4CDC-89B9-31B1405D5E1A}" type="doc">
      <dgm:prSet loTypeId="urn:microsoft.com/office/officeart/2008/layout/LinedList" loCatId="list" qsTypeId="urn:microsoft.com/office/officeart/2005/8/quickstyle/simple2" qsCatId="simple" csTypeId="urn:microsoft.com/office/officeart/2005/8/colors/accent3_2" csCatId="accent3" phldr="1"/>
      <dgm:spPr/>
      <dgm:t>
        <a:bodyPr/>
        <a:lstStyle/>
        <a:p>
          <a:endParaRPr lang="en-US"/>
        </a:p>
      </dgm:t>
    </dgm:pt>
    <dgm:pt modelId="{BEAF808F-7CEA-40E9-B3DF-1319787A56FC}">
      <dgm:prSet custT="1"/>
      <dgm:spPr/>
      <dgm:t>
        <a:bodyPr/>
        <a:lstStyle/>
        <a:p>
          <a:r>
            <a:rPr lang="en-US" sz="3600" b="0">
              <a:latin typeface="Arial" panose="020B0604020202020204" pitchFamily="34" charset="0"/>
              <a:cs typeface="Arial" panose="020B0604020202020204" pitchFamily="34" charset="0"/>
            </a:rPr>
            <a:t>After studying this chapter, you should be able to:</a:t>
          </a:r>
        </a:p>
      </dgm:t>
    </dgm:pt>
    <dgm:pt modelId="{3F67942B-988A-4F50-B6B9-D988E88992BF}" type="parTrans" cxnId="{8E6C7A41-4AF1-4EF6-A891-6C024FF0E6BF}">
      <dgm:prSet/>
      <dgm:spPr/>
      <dgm:t>
        <a:bodyPr/>
        <a:lstStyle/>
        <a:p>
          <a:endParaRPr lang="en-US"/>
        </a:p>
      </dgm:t>
    </dgm:pt>
    <dgm:pt modelId="{0E1B1C46-F9B7-4009-9A6B-5339E8B4D37F}" type="sibTrans" cxnId="{8E6C7A41-4AF1-4EF6-A891-6C024FF0E6BF}">
      <dgm:prSet/>
      <dgm:spPr/>
      <dgm:t>
        <a:bodyPr/>
        <a:lstStyle/>
        <a:p>
          <a:endParaRPr lang="en-US"/>
        </a:p>
      </dgm:t>
    </dgm:pt>
    <dgm:pt modelId="{00EDAA04-B21B-40D8-BF5A-A6AD48B24CB7}">
      <dgm:prSet custT="1"/>
      <dgm:spPr/>
      <dgm:t>
        <a:bodyPr/>
        <a:lstStyle/>
        <a:p>
          <a:r>
            <a:rPr lang="en-US" sz="3600" b="0">
              <a:latin typeface="Arial" panose="020B0604020202020204" pitchFamily="34" charset="0"/>
              <a:cs typeface="Arial" panose="020B0604020202020204" pitchFamily="34" charset="0"/>
            </a:rPr>
            <a:t>1. Understand What is SOAR?</a:t>
          </a:r>
        </a:p>
      </dgm:t>
    </dgm:pt>
    <dgm:pt modelId="{E96946C9-5BEC-4295-9437-19CD54240A31}" type="parTrans" cxnId="{511AADC1-F0FB-42B9-8792-F690B6243A52}">
      <dgm:prSet/>
      <dgm:spPr/>
      <dgm:t>
        <a:bodyPr/>
        <a:lstStyle/>
        <a:p>
          <a:endParaRPr lang="en-US"/>
        </a:p>
      </dgm:t>
    </dgm:pt>
    <dgm:pt modelId="{2BE207A4-27ED-442B-9611-9CE3078F765A}" type="sibTrans" cxnId="{511AADC1-F0FB-42B9-8792-F690B6243A52}">
      <dgm:prSet/>
      <dgm:spPr/>
      <dgm:t>
        <a:bodyPr/>
        <a:lstStyle/>
        <a:p>
          <a:endParaRPr lang="en-US"/>
        </a:p>
      </dgm:t>
    </dgm:pt>
    <dgm:pt modelId="{6AFA42C8-18EB-4EF9-AEDF-3CD71B158869}">
      <dgm:prSet custT="1"/>
      <dgm:spPr/>
      <dgm:t>
        <a:bodyPr/>
        <a:lstStyle/>
        <a:p>
          <a:r>
            <a:rPr lang="en-US" sz="3600" b="0">
              <a:latin typeface="Arial" panose="020B0604020202020204" pitchFamily="34" charset="0"/>
              <a:cs typeface="Arial" panose="020B0604020202020204" pitchFamily="34" charset="0"/>
            </a:rPr>
            <a:t>2. Understand different aspects of SOAR</a:t>
          </a:r>
        </a:p>
      </dgm:t>
    </dgm:pt>
    <dgm:pt modelId="{7B41AA37-7ACB-4117-9E72-790CC8C37BF6}" type="parTrans" cxnId="{7BFE9FDD-14A6-4A42-9687-E94862284990}">
      <dgm:prSet/>
      <dgm:spPr/>
      <dgm:t>
        <a:bodyPr/>
        <a:lstStyle/>
        <a:p>
          <a:endParaRPr lang="en-US"/>
        </a:p>
      </dgm:t>
    </dgm:pt>
    <dgm:pt modelId="{060D6F51-4835-4313-A40D-1590423E6067}" type="sibTrans" cxnId="{7BFE9FDD-14A6-4A42-9687-E94862284990}">
      <dgm:prSet/>
      <dgm:spPr/>
      <dgm:t>
        <a:bodyPr/>
        <a:lstStyle/>
        <a:p>
          <a:endParaRPr lang="en-US"/>
        </a:p>
      </dgm:t>
    </dgm:pt>
    <dgm:pt modelId="{A868E38F-374D-4B52-BC08-EB154DFFB864}">
      <dgm:prSet custT="1"/>
      <dgm:spPr/>
      <dgm:t>
        <a:bodyPr/>
        <a:lstStyle/>
        <a:p>
          <a:r>
            <a:rPr lang="en-US" sz="3600" b="0">
              <a:latin typeface="Arial" panose="020B0604020202020204" pitchFamily="34" charset="0"/>
              <a:cs typeface="Arial" panose="020B0604020202020204" pitchFamily="34" charset="0"/>
            </a:rPr>
            <a:t>3. Why an investigation is essential?</a:t>
          </a:r>
        </a:p>
      </dgm:t>
    </dgm:pt>
    <dgm:pt modelId="{04EDCB56-F705-4167-AFD4-2CB0D52C3157}" type="parTrans" cxnId="{470A412A-9146-40F5-A1E5-8A5F8E836285}">
      <dgm:prSet/>
      <dgm:spPr/>
      <dgm:t>
        <a:bodyPr/>
        <a:lstStyle/>
        <a:p>
          <a:endParaRPr lang="en-US"/>
        </a:p>
      </dgm:t>
    </dgm:pt>
    <dgm:pt modelId="{A61B5BC3-4F6B-4179-AAA3-93337DAF4FCF}" type="sibTrans" cxnId="{470A412A-9146-40F5-A1E5-8A5F8E836285}">
      <dgm:prSet/>
      <dgm:spPr/>
      <dgm:t>
        <a:bodyPr/>
        <a:lstStyle/>
        <a:p>
          <a:endParaRPr lang="en-US"/>
        </a:p>
      </dgm:t>
    </dgm:pt>
    <dgm:pt modelId="{4D783745-43C0-4EEA-B675-FB6234642000}">
      <dgm:prSet custT="1"/>
      <dgm:spPr/>
      <dgm:t>
        <a:bodyPr/>
        <a:lstStyle/>
        <a:p>
          <a:r>
            <a:rPr lang="en-US" sz="3600" b="0">
              <a:latin typeface="Arial" panose="020B0604020202020204" pitchFamily="34" charset="0"/>
              <a:cs typeface="Arial" panose="020B0604020202020204" pitchFamily="34" charset="0"/>
            </a:rPr>
            <a:t>4. Explore common use cases for SOAR</a:t>
          </a:r>
        </a:p>
      </dgm:t>
    </dgm:pt>
    <dgm:pt modelId="{441E992E-6416-4E18-8E3B-656682AE5730}" type="parTrans" cxnId="{09B00897-B98E-4584-A5BD-4725033DFD66}">
      <dgm:prSet/>
      <dgm:spPr/>
      <dgm:t>
        <a:bodyPr/>
        <a:lstStyle/>
        <a:p>
          <a:endParaRPr lang="en-US"/>
        </a:p>
      </dgm:t>
    </dgm:pt>
    <dgm:pt modelId="{739020D0-822D-49F4-A3FA-8565C2459F47}" type="sibTrans" cxnId="{09B00897-B98E-4584-A5BD-4725033DFD66}">
      <dgm:prSet/>
      <dgm:spPr/>
      <dgm:t>
        <a:bodyPr/>
        <a:lstStyle/>
        <a:p>
          <a:endParaRPr lang="en-US"/>
        </a:p>
      </dgm:t>
    </dgm:pt>
    <dgm:pt modelId="{A787FD5D-3DA1-450E-A7B9-C44589DE7098}">
      <dgm:prSet custT="1"/>
      <dgm:spPr/>
      <dgm:t>
        <a:bodyPr/>
        <a:lstStyle/>
        <a:p>
          <a:r>
            <a:rPr lang="en-GB" sz="3600" b="0">
              <a:latin typeface="Arial" panose="020B0604020202020204" pitchFamily="34" charset="0"/>
              <a:cs typeface="Arial" panose="020B0604020202020204" pitchFamily="34" charset="0"/>
            </a:rPr>
            <a:t>5. Benefits and challenges of orchestration</a:t>
          </a:r>
          <a:endParaRPr lang="en-US" sz="3600" b="0">
            <a:latin typeface="Arial" panose="020B0604020202020204" pitchFamily="34" charset="0"/>
            <a:cs typeface="Arial" panose="020B0604020202020204" pitchFamily="34" charset="0"/>
          </a:endParaRPr>
        </a:p>
      </dgm:t>
    </dgm:pt>
    <dgm:pt modelId="{900AB0A2-1961-4252-B0AB-98D2DAF6A438}" type="parTrans" cxnId="{7EF143F3-B7EB-4B71-9426-BD8EB1785FFC}">
      <dgm:prSet/>
      <dgm:spPr/>
      <dgm:t>
        <a:bodyPr/>
        <a:lstStyle/>
        <a:p>
          <a:endParaRPr lang="en-US"/>
        </a:p>
      </dgm:t>
    </dgm:pt>
    <dgm:pt modelId="{0CE044CB-3BC1-41CD-A04B-1A126020A71F}" type="sibTrans" cxnId="{7EF143F3-B7EB-4B71-9426-BD8EB1785FFC}">
      <dgm:prSet/>
      <dgm:spPr/>
      <dgm:t>
        <a:bodyPr/>
        <a:lstStyle/>
        <a:p>
          <a:endParaRPr lang="en-US"/>
        </a:p>
      </dgm:t>
    </dgm:pt>
    <dgm:pt modelId="{193FACF3-5D8E-44C0-A23B-CD186E43CA63}" type="pres">
      <dgm:prSet presAssocID="{C5F49C78-18B9-4CDC-89B9-31B1405D5E1A}" presName="vert0" presStyleCnt="0">
        <dgm:presLayoutVars>
          <dgm:dir/>
          <dgm:animOne val="branch"/>
          <dgm:animLvl val="lvl"/>
        </dgm:presLayoutVars>
      </dgm:prSet>
      <dgm:spPr/>
    </dgm:pt>
    <dgm:pt modelId="{2421A605-74A1-4894-B3B5-B09A6AEA40E5}" type="pres">
      <dgm:prSet presAssocID="{BEAF808F-7CEA-40E9-B3DF-1319787A56FC}" presName="thickLine" presStyleLbl="alignNode1" presStyleIdx="0" presStyleCnt="6"/>
      <dgm:spPr/>
    </dgm:pt>
    <dgm:pt modelId="{969C869F-7194-44DD-A095-BEE13FF7E0D3}" type="pres">
      <dgm:prSet presAssocID="{BEAF808F-7CEA-40E9-B3DF-1319787A56FC}" presName="horz1" presStyleCnt="0"/>
      <dgm:spPr/>
    </dgm:pt>
    <dgm:pt modelId="{1C34761F-5078-4364-8079-FCCF1598428F}" type="pres">
      <dgm:prSet presAssocID="{BEAF808F-7CEA-40E9-B3DF-1319787A56FC}" presName="tx1" presStyleLbl="revTx" presStyleIdx="0" presStyleCnt="6"/>
      <dgm:spPr/>
    </dgm:pt>
    <dgm:pt modelId="{13D7B1CC-B7D7-4459-A658-D4DE03351348}" type="pres">
      <dgm:prSet presAssocID="{BEAF808F-7CEA-40E9-B3DF-1319787A56FC}" presName="vert1" presStyleCnt="0"/>
      <dgm:spPr/>
    </dgm:pt>
    <dgm:pt modelId="{6201E9D5-3053-4D90-BD24-BE724BD07C52}" type="pres">
      <dgm:prSet presAssocID="{00EDAA04-B21B-40D8-BF5A-A6AD48B24CB7}" presName="thickLine" presStyleLbl="alignNode1" presStyleIdx="1" presStyleCnt="6"/>
      <dgm:spPr/>
    </dgm:pt>
    <dgm:pt modelId="{E8781382-F9EA-496A-961D-50D14E4AFF1E}" type="pres">
      <dgm:prSet presAssocID="{00EDAA04-B21B-40D8-BF5A-A6AD48B24CB7}" presName="horz1" presStyleCnt="0"/>
      <dgm:spPr/>
    </dgm:pt>
    <dgm:pt modelId="{ED881DDE-DD93-4A3B-A267-FDCF1E1B2B68}" type="pres">
      <dgm:prSet presAssocID="{00EDAA04-B21B-40D8-BF5A-A6AD48B24CB7}" presName="tx1" presStyleLbl="revTx" presStyleIdx="1" presStyleCnt="6" custLinFactNeighborX="10121"/>
      <dgm:spPr/>
    </dgm:pt>
    <dgm:pt modelId="{EAE6BC0C-B326-405F-90BF-BEC1B246944C}" type="pres">
      <dgm:prSet presAssocID="{00EDAA04-B21B-40D8-BF5A-A6AD48B24CB7}" presName="vert1" presStyleCnt="0"/>
      <dgm:spPr/>
    </dgm:pt>
    <dgm:pt modelId="{ADB9D897-4CB4-4562-88C3-45B277834D66}" type="pres">
      <dgm:prSet presAssocID="{6AFA42C8-18EB-4EF9-AEDF-3CD71B158869}" presName="thickLine" presStyleLbl="alignNode1" presStyleIdx="2" presStyleCnt="6"/>
      <dgm:spPr/>
    </dgm:pt>
    <dgm:pt modelId="{C2919717-4AF1-4C8F-BEED-A63AA22536BF}" type="pres">
      <dgm:prSet presAssocID="{6AFA42C8-18EB-4EF9-AEDF-3CD71B158869}" presName="horz1" presStyleCnt="0"/>
      <dgm:spPr/>
    </dgm:pt>
    <dgm:pt modelId="{1169BF8B-AEA5-4352-860D-D780EE683CF1}" type="pres">
      <dgm:prSet presAssocID="{6AFA42C8-18EB-4EF9-AEDF-3CD71B158869}" presName="tx1" presStyleLbl="revTx" presStyleIdx="2" presStyleCnt="6"/>
      <dgm:spPr/>
    </dgm:pt>
    <dgm:pt modelId="{69C7C343-FD6B-434B-80E7-48C56AA2D4A5}" type="pres">
      <dgm:prSet presAssocID="{6AFA42C8-18EB-4EF9-AEDF-3CD71B158869}" presName="vert1" presStyleCnt="0"/>
      <dgm:spPr/>
    </dgm:pt>
    <dgm:pt modelId="{3C3006D8-FFF7-40BA-801E-CFC16B9354B1}" type="pres">
      <dgm:prSet presAssocID="{A868E38F-374D-4B52-BC08-EB154DFFB864}" presName="thickLine" presStyleLbl="alignNode1" presStyleIdx="3" presStyleCnt="6"/>
      <dgm:spPr/>
    </dgm:pt>
    <dgm:pt modelId="{550CEB5A-A3CE-4D5A-94B5-353C86CE393B}" type="pres">
      <dgm:prSet presAssocID="{A868E38F-374D-4B52-BC08-EB154DFFB864}" presName="horz1" presStyleCnt="0"/>
      <dgm:spPr/>
    </dgm:pt>
    <dgm:pt modelId="{433BE340-E2D6-4357-BC42-503D951C15F3}" type="pres">
      <dgm:prSet presAssocID="{A868E38F-374D-4B52-BC08-EB154DFFB864}" presName="tx1" presStyleLbl="revTx" presStyleIdx="3" presStyleCnt="6"/>
      <dgm:spPr/>
    </dgm:pt>
    <dgm:pt modelId="{74B2485B-33FD-4960-B0F2-44677DA44DC3}" type="pres">
      <dgm:prSet presAssocID="{A868E38F-374D-4B52-BC08-EB154DFFB864}" presName="vert1" presStyleCnt="0"/>
      <dgm:spPr/>
    </dgm:pt>
    <dgm:pt modelId="{118B445B-9F92-494B-8CD8-957D915E19C8}" type="pres">
      <dgm:prSet presAssocID="{4D783745-43C0-4EEA-B675-FB6234642000}" presName="thickLine" presStyleLbl="alignNode1" presStyleIdx="4" presStyleCnt="6"/>
      <dgm:spPr/>
    </dgm:pt>
    <dgm:pt modelId="{61D6382A-E6CE-462A-8E55-64ABE3B6F247}" type="pres">
      <dgm:prSet presAssocID="{4D783745-43C0-4EEA-B675-FB6234642000}" presName="horz1" presStyleCnt="0"/>
      <dgm:spPr/>
    </dgm:pt>
    <dgm:pt modelId="{DB744A3C-47E1-42D2-9208-2B43F296C160}" type="pres">
      <dgm:prSet presAssocID="{4D783745-43C0-4EEA-B675-FB6234642000}" presName="tx1" presStyleLbl="revTx" presStyleIdx="4" presStyleCnt="6"/>
      <dgm:spPr/>
    </dgm:pt>
    <dgm:pt modelId="{A56BC025-65FE-41C7-AAB1-1633C5B7FFE3}" type="pres">
      <dgm:prSet presAssocID="{4D783745-43C0-4EEA-B675-FB6234642000}" presName="vert1" presStyleCnt="0"/>
      <dgm:spPr/>
    </dgm:pt>
    <dgm:pt modelId="{3A56AC4D-DD28-4F97-A1D0-466CA4A2A10E}" type="pres">
      <dgm:prSet presAssocID="{A787FD5D-3DA1-450E-A7B9-C44589DE7098}" presName="thickLine" presStyleLbl="alignNode1" presStyleIdx="5" presStyleCnt="6"/>
      <dgm:spPr/>
    </dgm:pt>
    <dgm:pt modelId="{2C01CC05-8079-4423-85C0-B8FD99D79AA5}" type="pres">
      <dgm:prSet presAssocID="{A787FD5D-3DA1-450E-A7B9-C44589DE7098}" presName="horz1" presStyleCnt="0"/>
      <dgm:spPr/>
    </dgm:pt>
    <dgm:pt modelId="{0B8A3F22-2EF9-4D07-8052-BC414D3F0519}" type="pres">
      <dgm:prSet presAssocID="{A787FD5D-3DA1-450E-A7B9-C44589DE7098}" presName="tx1" presStyleLbl="revTx" presStyleIdx="5" presStyleCnt="6"/>
      <dgm:spPr/>
    </dgm:pt>
    <dgm:pt modelId="{AAF88FDA-BCA7-48A7-9B8A-1E22CD2547E5}" type="pres">
      <dgm:prSet presAssocID="{A787FD5D-3DA1-450E-A7B9-C44589DE7098}" presName="vert1" presStyleCnt="0"/>
      <dgm:spPr/>
    </dgm:pt>
  </dgm:ptLst>
  <dgm:cxnLst>
    <dgm:cxn modelId="{DFCC1915-800A-4982-9DBF-3436498CF42B}" type="presOf" srcId="{C5F49C78-18B9-4CDC-89B9-31B1405D5E1A}" destId="{193FACF3-5D8E-44C0-A23B-CD186E43CA63}" srcOrd="0" destOrd="0" presId="urn:microsoft.com/office/officeart/2008/layout/LinedList"/>
    <dgm:cxn modelId="{470A412A-9146-40F5-A1E5-8A5F8E836285}" srcId="{C5F49C78-18B9-4CDC-89B9-31B1405D5E1A}" destId="{A868E38F-374D-4B52-BC08-EB154DFFB864}" srcOrd="3" destOrd="0" parTransId="{04EDCB56-F705-4167-AFD4-2CB0D52C3157}" sibTransId="{A61B5BC3-4F6B-4179-AAA3-93337DAF4FCF}"/>
    <dgm:cxn modelId="{17453635-864E-4812-9C76-2A1378238A07}" type="presOf" srcId="{00EDAA04-B21B-40D8-BF5A-A6AD48B24CB7}" destId="{ED881DDE-DD93-4A3B-A267-FDCF1E1B2B68}" srcOrd="0" destOrd="0" presId="urn:microsoft.com/office/officeart/2008/layout/LinedList"/>
    <dgm:cxn modelId="{8E6C7A41-4AF1-4EF6-A891-6C024FF0E6BF}" srcId="{C5F49C78-18B9-4CDC-89B9-31B1405D5E1A}" destId="{BEAF808F-7CEA-40E9-B3DF-1319787A56FC}" srcOrd="0" destOrd="0" parTransId="{3F67942B-988A-4F50-B6B9-D988E88992BF}" sibTransId="{0E1B1C46-F9B7-4009-9A6B-5339E8B4D37F}"/>
    <dgm:cxn modelId="{7A641677-2B48-4BE6-9094-B487435BF1CD}" type="presOf" srcId="{6AFA42C8-18EB-4EF9-AEDF-3CD71B158869}" destId="{1169BF8B-AEA5-4352-860D-D780EE683CF1}" srcOrd="0" destOrd="0" presId="urn:microsoft.com/office/officeart/2008/layout/LinedList"/>
    <dgm:cxn modelId="{E7516A96-1603-45AA-9B98-9BCEFDFF6672}" type="presOf" srcId="{4D783745-43C0-4EEA-B675-FB6234642000}" destId="{DB744A3C-47E1-42D2-9208-2B43F296C160}" srcOrd="0" destOrd="0" presId="urn:microsoft.com/office/officeart/2008/layout/LinedList"/>
    <dgm:cxn modelId="{09B00897-B98E-4584-A5BD-4725033DFD66}" srcId="{C5F49C78-18B9-4CDC-89B9-31B1405D5E1A}" destId="{4D783745-43C0-4EEA-B675-FB6234642000}" srcOrd="4" destOrd="0" parTransId="{441E992E-6416-4E18-8E3B-656682AE5730}" sibTransId="{739020D0-822D-49F4-A3FA-8565C2459F47}"/>
    <dgm:cxn modelId="{818727AD-40BC-4EAE-89B1-1F388CD5769B}" type="presOf" srcId="{BEAF808F-7CEA-40E9-B3DF-1319787A56FC}" destId="{1C34761F-5078-4364-8079-FCCF1598428F}" srcOrd="0" destOrd="0" presId="urn:microsoft.com/office/officeart/2008/layout/LinedList"/>
    <dgm:cxn modelId="{768A65BD-B689-46BB-8641-B76FC0BD2ACB}" type="presOf" srcId="{A868E38F-374D-4B52-BC08-EB154DFFB864}" destId="{433BE340-E2D6-4357-BC42-503D951C15F3}" srcOrd="0" destOrd="0" presId="urn:microsoft.com/office/officeart/2008/layout/LinedList"/>
    <dgm:cxn modelId="{511AADC1-F0FB-42B9-8792-F690B6243A52}" srcId="{C5F49C78-18B9-4CDC-89B9-31B1405D5E1A}" destId="{00EDAA04-B21B-40D8-BF5A-A6AD48B24CB7}" srcOrd="1" destOrd="0" parTransId="{E96946C9-5BEC-4295-9437-19CD54240A31}" sibTransId="{2BE207A4-27ED-442B-9611-9CE3078F765A}"/>
    <dgm:cxn modelId="{7BFE9FDD-14A6-4A42-9687-E94862284990}" srcId="{C5F49C78-18B9-4CDC-89B9-31B1405D5E1A}" destId="{6AFA42C8-18EB-4EF9-AEDF-3CD71B158869}" srcOrd="2" destOrd="0" parTransId="{7B41AA37-7ACB-4117-9E72-790CC8C37BF6}" sibTransId="{060D6F51-4835-4313-A40D-1590423E6067}"/>
    <dgm:cxn modelId="{DD7613F2-0C9E-4DDA-AEA7-5E553749937B}" type="presOf" srcId="{A787FD5D-3DA1-450E-A7B9-C44589DE7098}" destId="{0B8A3F22-2EF9-4D07-8052-BC414D3F0519}" srcOrd="0" destOrd="0" presId="urn:microsoft.com/office/officeart/2008/layout/LinedList"/>
    <dgm:cxn modelId="{7EF143F3-B7EB-4B71-9426-BD8EB1785FFC}" srcId="{C5F49C78-18B9-4CDC-89B9-31B1405D5E1A}" destId="{A787FD5D-3DA1-450E-A7B9-C44589DE7098}" srcOrd="5" destOrd="0" parTransId="{900AB0A2-1961-4252-B0AB-98D2DAF6A438}" sibTransId="{0CE044CB-3BC1-41CD-A04B-1A126020A71F}"/>
    <dgm:cxn modelId="{F2A71F6D-B53D-4AC3-B253-7FC831265381}" type="presParOf" srcId="{193FACF3-5D8E-44C0-A23B-CD186E43CA63}" destId="{2421A605-74A1-4894-B3B5-B09A6AEA40E5}" srcOrd="0" destOrd="0" presId="urn:microsoft.com/office/officeart/2008/layout/LinedList"/>
    <dgm:cxn modelId="{F8B9C989-B9E6-4828-ADD0-F1FFAB5FA22C}" type="presParOf" srcId="{193FACF3-5D8E-44C0-A23B-CD186E43CA63}" destId="{969C869F-7194-44DD-A095-BEE13FF7E0D3}" srcOrd="1" destOrd="0" presId="urn:microsoft.com/office/officeart/2008/layout/LinedList"/>
    <dgm:cxn modelId="{A857724F-16C6-46B8-BA6E-2AC79D4CF642}" type="presParOf" srcId="{969C869F-7194-44DD-A095-BEE13FF7E0D3}" destId="{1C34761F-5078-4364-8079-FCCF1598428F}" srcOrd="0" destOrd="0" presId="urn:microsoft.com/office/officeart/2008/layout/LinedList"/>
    <dgm:cxn modelId="{373F0C56-3A2F-488D-BA12-943080D5FCD2}" type="presParOf" srcId="{969C869F-7194-44DD-A095-BEE13FF7E0D3}" destId="{13D7B1CC-B7D7-4459-A658-D4DE03351348}" srcOrd="1" destOrd="0" presId="urn:microsoft.com/office/officeart/2008/layout/LinedList"/>
    <dgm:cxn modelId="{F17995AF-41AB-4FBA-85F2-B3581F148C82}" type="presParOf" srcId="{193FACF3-5D8E-44C0-A23B-CD186E43CA63}" destId="{6201E9D5-3053-4D90-BD24-BE724BD07C52}" srcOrd="2" destOrd="0" presId="urn:microsoft.com/office/officeart/2008/layout/LinedList"/>
    <dgm:cxn modelId="{D2622323-8251-4819-8B47-AAEF77A40EA0}" type="presParOf" srcId="{193FACF3-5D8E-44C0-A23B-CD186E43CA63}" destId="{E8781382-F9EA-496A-961D-50D14E4AFF1E}" srcOrd="3" destOrd="0" presId="urn:microsoft.com/office/officeart/2008/layout/LinedList"/>
    <dgm:cxn modelId="{54AA1AA6-0FF4-4349-A7FF-F35358373C14}" type="presParOf" srcId="{E8781382-F9EA-496A-961D-50D14E4AFF1E}" destId="{ED881DDE-DD93-4A3B-A267-FDCF1E1B2B68}" srcOrd="0" destOrd="0" presId="urn:microsoft.com/office/officeart/2008/layout/LinedList"/>
    <dgm:cxn modelId="{3BA55B11-B085-4392-9FFE-A5000CF9026B}" type="presParOf" srcId="{E8781382-F9EA-496A-961D-50D14E4AFF1E}" destId="{EAE6BC0C-B326-405F-90BF-BEC1B246944C}" srcOrd="1" destOrd="0" presId="urn:microsoft.com/office/officeart/2008/layout/LinedList"/>
    <dgm:cxn modelId="{9758C6F6-72F3-4992-A0A8-332D41AE237C}" type="presParOf" srcId="{193FACF3-5D8E-44C0-A23B-CD186E43CA63}" destId="{ADB9D897-4CB4-4562-88C3-45B277834D66}" srcOrd="4" destOrd="0" presId="urn:microsoft.com/office/officeart/2008/layout/LinedList"/>
    <dgm:cxn modelId="{FDD1F5AB-E98F-43FF-AF20-B923F1F4BA7A}" type="presParOf" srcId="{193FACF3-5D8E-44C0-A23B-CD186E43CA63}" destId="{C2919717-4AF1-4C8F-BEED-A63AA22536BF}" srcOrd="5" destOrd="0" presId="urn:microsoft.com/office/officeart/2008/layout/LinedList"/>
    <dgm:cxn modelId="{698786B0-1657-491F-B616-75FD79D50120}" type="presParOf" srcId="{C2919717-4AF1-4C8F-BEED-A63AA22536BF}" destId="{1169BF8B-AEA5-4352-860D-D780EE683CF1}" srcOrd="0" destOrd="0" presId="urn:microsoft.com/office/officeart/2008/layout/LinedList"/>
    <dgm:cxn modelId="{5EFD2F7E-EEC1-4E90-994D-300850FDEE5C}" type="presParOf" srcId="{C2919717-4AF1-4C8F-BEED-A63AA22536BF}" destId="{69C7C343-FD6B-434B-80E7-48C56AA2D4A5}" srcOrd="1" destOrd="0" presId="urn:microsoft.com/office/officeart/2008/layout/LinedList"/>
    <dgm:cxn modelId="{B36D86B5-24E1-4839-8754-219CC30C9665}" type="presParOf" srcId="{193FACF3-5D8E-44C0-A23B-CD186E43CA63}" destId="{3C3006D8-FFF7-40BA-801E-CFC16B9354B1}" srcOrd="6" destOrd="0" presId="urn:microsoft.com/office/officeart/2008/layout/LinedList"/>
    <dgm:cxn modelId="{E81E5983-5ADD-4B39-8ECD-9CD2998E3B88}" type="presParOf" srcId="{193FACF3-5D8E-44C0-A23B-CD186E43CA63}" destId="{550CEB5A-A3CE-4D5A-94B5-353C86CE393B}" srcOrd="7" destOrd="0" presId="urn:microsoft.com/office/officeart/2008/layout/LinedList"/>
    <dgm:cxn modelId="{DC1D067E-90FF-433C-9FE1-93E41534DBC8}" type="presParOf" srcId="{550CEB5A-A3CE-4D5A-94B5-353C86CE393B}" destId="{433BE340-E2D6-4357-BC42-503D951C15F3}" srcOrd="0" destOrd="0" presId="urn:microsoft.com/office/officeart/2008/layout/LinedList"/>
    <dgm:cxn modelId="{828D7B25-D4AC-45ED-95B9-C4D15A631C2D}" type="presParOf" srcId="{550CEB5A-A3CE-4D5A-94B5-353C86CE393B}" destId="{74B2485B-33FD-4960-B0F2-44677DA44DC3}" srcOrd="1" destOrd="0" presId="urn:microsoft.com/office/officeart/2008/layout/LinedList"/>
    <dgm:cxn modelId="{295A9BC9-445D-4411-8B3E-A66F50C58075}" type="presParOf" srcId="{193FACF3-5D8E-44C0-A23B-CD186E43CA63}" destId="{118B445B-9F92-494B-8CD8-957D915E19C8}" srcOrd="8" destOrd="0" presId="urn:microsoft.com/office/officeart/2008/layout/LinedList"/>
    <dgm:cxn modelId="{B96F7C15-1367-426F-959C-14929721EB9B}" type="presParOf" srcId="{193FACF3-5D8E-44C0-A23B-CD186E43CA63}" destId="{61D6382A-E6CE-462A-8E55-64ABE3B6F247}" srcOrd="9" destOrd="0" presId="urn:microsoft.com/office/officeart/2008/layout/LinedList"/>
    <dgm:cxn modelId="{8AEBF7F9-E869-418C-99FA-53CEAE945A38}" type="presParOf" srcId="{61D6382A-E6CE-462A-8E55-64ABE3B6F247}" destId="{DB744A3C-47E1-42D2-9208-2B43F296C160}" srcOrd="0" destOrd="0" presId="urn:microsoft.com/office/officeart/2008/layout/LinedList"/>
    <dgm:cxn modelId="{F57821F2-DB7C-43D7-A023-F93A1DA95D2E}" type="presParOf" srcId="{61D6382A-E6CE-462A-8E55-64ABE3B6F247}" destId="{A56BC025-65FE-41C7-AAB1-1633C5B7FFE3}" srcOrd="1" destOrd="0" presId="urn:microsoft.com/office/officeart/2008/layout/LinedList"/>
    <dgm:cxn modelId="{FB75AFF0-A5C8-4355-922F-5C7BD1939DD4}" type="presParOf" srcId="{193FACF3-5D8E-44C0-A23B-CD186E43CA63}" destId="{3A56AC4D-DD28-4F97-A1D0-466CA4A2A10E}" srcOrd="10" destOrd="0" presId="urn:microsoft.com/office/officeart/2008/layout/LinedList"/>
    <dgm:cxn modelId="{CF2D7B27-FB29-409D-87AC-48B8BB3BA3A3}" type="presParOf" srcId="{193FACF3-5D8E-44C0-A23B-CD186E43CA63}" destId="{2C01CC05-8079-4423-85C0-B8FD99D79AA5}" srcOrd="11" destOrd="0" presId="urn:microsoft.com/office/officeart/2008/layout/LinedList"/>
    <dgm:cxn modelId="{37FD9EC1-DBB1-416E-BC04-C8DA3BFDF98B}" type="presParOf" srcId="{2C01CC05-8079-4423-85C0-B8FD99D79AA5}" destId="{0B8A3F22-2EF9-4D07-8052-BC414D3F0519}" srcOrd="0" destOrd="0" presId="urn:microsoft.com/office/officeart/2008/layout/LinedList"/>
    <dgm:cxn modelId="{BDC2060C-5B86-42C0-8F3C-AE9F1F3C0640}" type="presParOf" srcId="{2C01CC05-8079-4423-85C0-B8FD99D79AA5}" destId="{AAF88FDA-BCA7-48A7-9B8A-1E22CD2547E5}"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D052B99-CFAA-478E-9581-800BB6D9C3E8}"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7AF6488C-AD1A-431F-9D4C-8072BA6CB81C}">
      <dgm:prSet custT="1"/>
      <dgm:spPr/>
      <dgm:t>
        <a:bodyPr/>
        <a:lstStyle/>
        <a:p>
          <a:pPr algn="just">
            <a:lnSpc>
              <a:spcPct val="100000"/>
            </a:lnSpc>
          </a:pPr>
          <a:r>
            <a:rPr lang="en-US" sz="1800" b="1">
              <a:latin typeface="Arial" panose="020B0604020202020204" pitchFamily="34" charset="0"/>
              <a:cs typeface="Arial" panose="020B0604020202020204" pitchFamily="34" charset="0"/>
            </a:rPr>
            <a:t>Security information and event management (SIEM): </a:t>
          </a:r>
          <a:r>
            <a:rPr lang="en-US" sz="1800">
              <a:latin typeface="Arial" panose="020B0604020202020204" pitchFamily="34" charset="0"/>
              <a:cs typeface="Arial" panose="020B0604020202020204" pitchFamily="34" charset="0"/>
            </a:rPr>
            <a:t>SIEM tools monitor various sources for machine data, correlate and aggregate them for context, and provide real-time detection and monitoring of alerts generated by applications and network hardware. These tools are useful for alert detection and initial enrichment</a:t>
          </a:r>
          <a:r>
            <a:rPr lang="en-US" sz="1600">
              <a:latin typeface="Arial" panose="020B0604020202020204" pitchFamily="34" charset="0"/>
              <a:cs typeface="Arial" panose="020B0604020202020204" pitchFamily="34" charset="0"/>
            </a:rPr>
            <a:t>.</a:t>
          </a:r>
        </a:p>
      </dgm:t>
    </dgm:pt>
    <dgm:pt modelId="{0F3367E1-9EEE-465F-BB73-41B787E9B1AE}" type="parTrans" cxnId="{F28039BC-84AD-4690-BF7D-927E48B03317}">
      <dgm:prSet/>
      <dgm:spPr/>
      <dgm:t>
        <a:bodyPr/>
        <a:lstStyle/>
        <a:p>
          <a:endParaRPr lang="en-US"/>
        </a:p>
      </dgm:t>
    </dgm:pt>
    <dgm:pt modelId="{D01297B3-CDEC-4E70-8A8E-81248BFE3D0D}" type="sibTrans" cxnId="{F28039BC-84AD-4690-BF7D-927E48B03317}">
      <dgm:prSet/>
      <dgm:spPr/>
      <dgm:t>
        <a:bodyPr/>
        <a:lstStyle/>
        <a:p>
          <a:endParaRPr lang="en-US"/>
        </a:p>
      </dgm:t>
    </dgm:pt>
    <dgm:pt modelId="{D4302E94-5C09-4E46-8F3E-914DD956DE09}">
      <dgm:prSet custT="1"/>
      <dgm:spPr/>
      <dgm:t>
        <a:bodyPr/>
        <a:lstStyle/>
        <a:p>
          <a:pPr algn="just">
            <a:lnSpc>
              <a:spcPct val="100000"/>
            </a:lnSpc>
          </a:pPr>
          <a:r>
            <a:rPr lang="en-US" sz="1800" b="1">
              <a:latin typeface="Arial" panose="020B0604020202020204" pitchFamily="34" charset="0"/>
              <a:cs typeface="Arial" panose="020B0604020202020204" pitchFamily="34" charset="0"/>
            </a:rPr>
            <a:t>Threat intelligence: </a:t>
          </a:r>
          <a:r>
            <a:rPr lang="en-US" sz="1800">
              <a:latin typeface="Arial" panose="020B0604020202020204" pitchFamily="34" charset="0"/>
              <a:cs typeface="Arial" panose="020B0604020202020204" pitchFamily="34" charset="0"/>
            </a:rPr>
            <a:t>Threat intelligence tools collect and correlate data from external and internal sources to provide information regarding the malice of an incident or indicator. These tools are useful for alert enrichment.</a:t>
          </a:r>
        </a:p>
      </dgm:t>
    </dgm:pt>
    <dgm:pt modelId="{3FF397F9-0730-4034-99DC-DF1BB2F24CFA}" type="parTrans" cxnId="{81E78CC4-10A6-4145-BBB5-8FB74DE5A441}">
      <dgm:prSet/>
      <dgm:spPr/>
      <dgm:t>
        <a:bodyPr/>
        <a:lstStyle/>
        <a:p>
          <a:endParaRPr lang="en-US"/>
        </a:p>
      </dgm:t>
    </dgm:pt>
    <dgm:pt modelId="{97E9F9B9-3618-49E7-B0C6-79DD2E9EB513}" type="sibTrans" cxnId="{81E78CC4-10A6-4145-BBB5-8FB74DE5A441}">
      <dgm:prSet/>
      <dgm:spPr/>
      <dgm:t>
        <a:bodyPr/>
        <a:lstStyle/>
        <a:p>
          <a:endParaRPr lang="en-US"/>
        </a:p>
      </dgm:t>
    </dgm:pt>
    <dgm:pt modelId="{13C4AEE8-7AA9-4F17-98DE-2F0A296E716B}">
      <dgm:prSet custT="1"/>
      <dgm:spPr/>
      <dgm:t>
        <a:bodyPr/>
        <a:lstStyle/>
        <a:p>
          <a:pPr algn="just">
            <a:lnSpc>
              <a:spcPct val="100000"/>
            </a:lnSpc>
          </a:pPr>
          <a:r>
            <a:rPr lang="en-US" sz="1800" b="1">
              <a:latin typeface="Arial" panose="020B0604020202020204" pitchFamily="34" charset="0"/>
              <a:cs typeface="Arial" panose="020B0604020202020204" pitchFamily="34" charset="0"/>
            </a:rPr>
            <a:t>Endpoint security: </a:t>
          </a:r>
          <a:r>
            <a:rPr lang="en-US" sz="1800">
              <a:latin typeface="Arial" panose="020B0604020202020204" pitchFamily="34" charset="0"/>
              <a:cs typeface="Arial" panose="020B0604020202020204" pitchFamily="34" charset="0"/>
            </a:rPr>
            <a:t>Endpoint security tools are responsible for the protection of devices such as laptops, mobile phones, and desktops that are connected to organizational networks. These tools help with detection, enrichment, and response actions.</a:t>
          </a:r>
        </a:p>
      </dgm:t>
    </dgm:pt>
    <dgm:pt modelId="{67079685-40FC-4DEF-88BE-C15999A50143}" type="parTrans" cxnId="{C5C7D5F3-059D-4671-9015-C14FE4B38CC8}">
      <dgm:prSet/>
      <dgm:spPr/>
      <dgm:t>
        <a:bodyPr/>
        <a:lstStyle/>
        <a:p>
          <a:endParaRPr lang="en-US"/>
        </a:p>
      </dgm:t>
    </dgm:pt>
    <dgm:pt modelId="{D62A8EEB-F26A-4E24-B6A6-51A19FB84735}" type="sibTrans" cxnId="{C5C7D5F3-059D-4671-9015-C14FE4B38CC8}">
      <dgm:prSet/>
      <dgm:spPr/>
      <dgm:t>
        <a:bodyPr/>
        <a:lstStyle/>
        <a:p>
          <a:endParaRPr lang="en-US"/>
        </a:p>
      </dgm:t>
    </dgm:pt>
    <dgm:pt modelId="{BEB70E94-C93B-47DF-AD78-B029F6BE7A5F}" type="pres">
      <dgm:prSet presAssocID="{0D052B99-CFAA-478E-9581-800BB6D9C3E8}" presName="root" presStyleCnt="0">
        <dgm:presLayoutVars>
          <dgm:dir/>
          <dgm:resizeHandles val="exact"/>
        </dgm:presLayoutVars>
      </dgm:prSet>
      <dgm:spPr/>
    </dgm:pt>
    <dgm:pt modelId="{7285B2EE-C6CB-43BB-88FC-A8C2AEBD36A8}" type="pres">
      <dgm:prSet presAssocID="{7AF6488C-AD1A-431F-9D4C-8072BA6CB81C}" presName="compNode" presStyleCnt="0"/>
      <dgm:spPr/>
    </dgm:pt>
    <dgm:pt modelId="{ACE45D75-82B9-47DD-A0D3-16E8570285ED}" type="pres">
      <dgm:prSet presAssocID="{7AF6488C-AD1A-431F-9D4C-8072BA6CB81C}" presName="bgRect" presStyleLbl="bgShp" presStyleIdx="0" presStyleCnt="3"/>
      <dgm:spPr/>
    </dgm:pt>
    <dgm:pt modelId="{D495CA01-1639-4D5A-AE72-2D4EC8C20116}" type="pres">
      <dgm:prSet presAssocID="{7AF6488C-AD1A-431F-9D4C-8072BA6CB81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134E3E00-88A0-4589-927C-21851587BEEA}" type="pres">
      <dgm:prSet presAssocID="{7AF6488C-AD1A-431F-9D4C-8072BA6CB81C}" presName="spaceRect" presStyleCnt="0"/>
      <dgm:spPr/>
    </dgm:pt>
    <dgm:pt modelId="{189218EB-14B4-4AB5-84FA-B87C6AB9C87A}" type="pres">
      <dgm:prSet presAssocID="{7AF6488C-AD1A-431F-9D4C-8072BA6CB81C}" presName="parTx" presStyleLbl="revTx" presStyleIdx="0" presStyleCnt="3" custScaleX="100106" custLinFactNeighborX="161" custLinFactNeighborY="18456">
        <dgm:presLayoutVars>
          <dgm:chMax val="0"/>
          <dgm:chPref val="0"/>
        </dgm:presLayoutVars>
      </dgm:prSet>
      <dgm:spPr/>
    </dgm:pt>
    <dgm:pt modelId="{4FCBFE2D-BCDA-4944-B1EB-08E446E2A681}" type="pres">
      <dgm:prSet presAssocID="{D01297B3-CDEC-4E70-8A8E-81248BFE3D0D}" presName="sibTrans" presStyleCnt="0"/>
      <dgm:spPr/>
    </dgm:pt>
    <dgm:pt modelId="{6F429744-D392-4235-868F-13E09489700F}" type="pres">
      <dgm:prSet presAssocID="{D4302E94-5C09-4E46-8F3E-914DD956DE09}" presName="compNode" presStyleCnt="0"/>
      <dgm:spPr/>
    </dgm:pt>
    <dgm:pt modelId="{097AC6FA-FAA8-445E-B0EF-91C2389F6B9A}" type="pres">
      <dgm:prSet presAssocID="{D4302E94-5C09-4E46-8F3E-914DD956DE09}" presName="bgRect" presStyleLbl="bgShp" presStyleIdx="1" presStyleCnt="3" custScaleY="92159"/>
      <dgm:spPr/>
    </dgm:pt>
    <dgm:pt modelId="{174345A4-BC31-41B6-8415-6BDA233A4725}" type="pres">
      <dgm:prSet presAssocID="{D4302E94-5C09-4E46-8F3E-914DD956DE0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gnifying glass"/>
        </a:ext>
      </dgm:extLst>
    </dgm:pt>
    <dgm:pt modelId="{E4B4EADF-EFE4-4DB6-A080-B1EA91CD4E25}" type="pres">
      <dgm:prSet presAssocID="{D4302E94-5C09-4E46-8F3E-914DD956DE09}" presName="spaceRect" presStyleCnt="0"/>
      <dgm:spPr/>
    </dgm:pt>
    <dgm:pt modelId="{9B29B714-11A4-4B7D-A44A-7164BC66DE80}" type="pres">
      <dgm:prSet presAssocID="{D4302E94-5C09-4E46-8F3E-914DD956DE09}" presName="parTx" presStyleLbl="revTx" presStyleIdx="1" presStyleCnt="3" custScaleX="96426" custScaleY="84263" custLinFactNeighborX="-876" custLinFactNeighborY="4381">
        <dgm:presLayoutVars>
          <dgm:chMax val="0"/>
          <dgm:chPref val="0"/>
        </dgm:presLayoutVars>
      </dgm:prSet>
      <dgm:spPr/>
    </dgm:pt>
    <dgm:pt modelId="{EA31DE25-E89D-4FC4-A65B-AF9F4BA2AB29}" type="pres">
      <dgm:prSet presAssocID="{97E9F9B9-3618-49E7-B0C6-79DD2E9EB513}" presName="sibTrans" presStyleCnt="0"/>
      <dgm:spPr/>
    </dgm:pt>
    <dgm:pt modelId="{0B8EDEF0-FEE4-4602-A071-94230F342590}" type="pres">
      <dgm:prSet presAssocID="{13C4AEE8-7AA9-4F17-98DE-2F0A296E716B}" presName="compNode" presStyleCnt="0"/>
      <dgm:spPr/>
    </dgm:pt>
    <dgm:pt modelId="{93002B81-E3C7-4C5E-94C8-FD25EE4BE6DC}" type="pres">
      <dgm:prSet presAssocID="{13C4AEE8-7AA9-4F17-98DE-2F0A296E716B}" presName="bgRect" presStyleLbl="bgShp" presStyleIdx="2" presStyleCnt="3"/>
      <dgm:spPr/>
    </dgm:pt>
    <dgm:pt modelId="{D38B4F99-3557-441C-85EF-B99030C91807}" type="pres">
      <dgm:prSet presAssocID="{13C4AEE8-7AA9-4F17-98DE-2F0A296E716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aptop"/>
        </a:ext>
      </dgm:extLst>
    </dgm:pt>
    <dgm:pt modelId="{86CB1329-CF0B-40DE-95C4-6F32018044DB}" type="pres">
      <dgm:prSet presAssocID="{13C4AEE8-7AA9-4F17-98DE-2F0A296E716B}" presName="spaceRect" presStyleCnt="0"/>
      <dgm:spPr/>
    </dgm:pt>
    <dgm:pt modelId="{5061CAA3-BDFE-4892-8D68-A4410204A31B}" type="pres">
      <dgm:prSet presAssocID="{13C4AEE8-7AA9-4F17-98DE-2F0A296E716B}" presName="parTx" presStyleLbl="revTx" presStyleIdx="2" presStyleCnt="3" custScaleX="98601" custScaleY="90918" custLinFactNeighborX="966" custLinFactNeighborY="16610">
        <dgm:presLayoutVars>
          <dgm:chMax val="0"/>
          <dgm:chPref val="0"/>
        </dgm:presLayoutVars>
      </dgm:prSet>
      <dgm:spPr/>
    </dgm:pt>
  </dgm:ptLst>
  <dgm:cxnLst>
    <dgm:cxn modelId="{41246846-95AA-43DE-A13B-234D392EE905}" type="presOf" srcId="{7AF6488C-AD1A-431F-9D4C-8072BA6CB81C}" destId="{189218EB-14B4-4AB5-84FA-B87C6AB9C87A}" srcOrd="0" destOrd="0" presId="urn:microsoft.com/office/officeart/2018/2/layout/IconVerticalSolidList"/>
    <dgm:cxn modelId="{072A83AE-7385-4E9C-A4C8-BD9C38CDA173}" type="presOf" srcId="{13C4AEE8-7AA9-4F17-98DE-2F0A296E716B}" destId="{5061CAA3-BDFE-4892-8D68-A4410204A31B}" srcOrd="0" destOrd="0" presId="urn:microsoft.com/office/officeart/2018/2/layout/IconVerticalSolidList"/>
    <dgm:cxn modelId="{F28039BC-84AD-4690-BF7D-927E48B03317}" srcId="{0D052B99-CFAA-478E-9581-800BB6D9C3E8}" destId="{7AF6488C-AD1A-431F-9D4C-8072BA6CB81C}" srcOrd="0" destOrd="0" parTransId="{0F3367E1-9EEE-465F-BB73-41B787E9B1AE}" sibTransId="{D01297B3-CDEC-4E70-8A8E-81248BFE3D0D}"/>
    <dgm:cxn modelId="{81E78CC4-10A6-4145-BBB5-8FB74DE5A441}" srcId="{0D052B99-CFAA-478E-9581-800BB6D9C3E8}" destId="{D4302E94-5C09-4E46-8F3E-914DD956DE09}" srcOrd="1" destOrd="0" parTransId="{3FF397F9-0730-4034-99DC-DF1BB2F24CFA}" sibTransId="{97E9F9B9-3618-49E7-B0C6-79DD2E9EB513}"/>
    <dgm:cxn modelId="{9EA61ED6-D989-4857-AB49-4F28F7FB4D88}" type="presOf" srcId="{0D052B99-CFAA-478E-9581-800BB6D9C3E8}" destId="{BEB70E94-C93B-47DF-AD78-B029F6BE7A5F}" srcOrd="0" destOrd="0" presId="urn:microsoft.com/office/officeart/2018/2/layout/IconVerticalSolidList"/>
    <dgm:cxn modelId="{4A1221E0-9721-4D23-B1A5-7261F57E4B74}" type="presOf" srcId="{D4302E94-5C09-4E46-8F3E-914DD956DE09}" destId="{9B29B714-11A4-4B7D-A44A-7164BC66DE80}" srcOrd="0" destOrd="0" presId="urn:microsoft.com/office/officeart/2018/2/layout/IconVerticalSolidList"/>
    <dgm:cxn modelId="{C5C7D5F3-059D-4671-9015-C14FE4B38CC8}" srcId="{0D052B99-CFAA-478E-9581-800BB6D9C3E8}" destId="{13C4AEE8-7AA9-4F17-98DE-2F0A296E716B}" srcOrd="2" destOrd="0" parTransId="{67079685-40FC-4DEF-88BE-C15999A50143}" sibTransId="{D62A8EEB-F26A-4E24-B6A6-51A19FB84735}"/>
    <dgm:cxn modelId="{18E7F19F-D4C7-44F7-BDF0-73A6FDDAE2BB}" type="presParOf" srcId="{BEB70E94-C93B-47DF-AD78-B029F6BE7A5F}" destId="{7285B2EE-C6CB-43BB-88FC-A8C2AEBD36A8}" srcOrd="0" destOrd="0" presId="urn:microsoft.com/office/officeart/2018/2/layout/IconVerticalSolidList"/>
    <dgm:cxn modelId="{273FF9D7-82FE-431C-AA1A-9DA416068E8F}" type="presParOf" srcId="{7285B2EE-C6CB-43BB-88FC-A8C2AEBD36A8}" destId="{ACE45D75-82B9-47DD-A0D3-16E8570285ED}" srcOrd="0" destOrd="0" presId="urn:microsoft.com/office/officeart/2018/2/layout/IconVerticalSolidList"/>
    <dgm:cxn modelId="{A55F4890-715E-4A81-9E04-1B4C2D9023C9}" type="presParOf" srcId="{7285B2EE-C6CB-43BB-88FC-A8C2AEBD36A8}" destId="{D495CA01-1639-4D5A-AE72-2D4EC8C20116}" srcOrd="1" destOrd="0" presId="urn:microsoft.com/office/officeart/2018/2/layout/IconVerticalSolidList"/>
    <dgm:cxn modelId="{85A37ECE-D635-414E-B669-E346AA2359F3}" type="presParOf" srcId="{7285B2EE-C6CB-43BB-88FC-A8C2AEBD36A8}" destId="{134E3E00-88A0-4589-927C-21851587BEEA}" srcOrd="2" destOrd="0" presId="urn:microsoft.com/office/officeart/2018/2/layout/IconVerticalSolidList"/>
    <dgm:cxn modelId="{DD25BE81-50A3-4BB5-8B45-A5EDAC1EB124}" type="presParOf" srcId="{7285B2EE-C6CB-43BB-88FC-A8C2AEBD36A8}" destId="{189218EB-14B4-4AB5-84FA-B87C6AB9C87A}" srcOrd="3" destOrd="0" presId="urn:microsoft.com/office/officeart/2018/2/layout/IconVerticalSolidList"/>
    <dgm:cxn modelId="{41A1E408-F6F6-48D8-A937-AF8CA7AFAC25}" type="presParOf" srcId="{BEB70E94-C93B-47DF-AD78-B029F6BE7A5F}" destId="{4FCBFE2D-BCDA-4944-B1EB-08E446E2A681}" srcOrd="1" destOrd="0" presId="urn:microsoft.com/office/officeart/2018/2/layout/IconVerticalSolidList"/>
    <dgm:cxn modelId="{0CC2280D-BE3A-4158-B56F-4B6DF89ED0E5}" type="presParOf" srcId="{BEB70E94-C93B-47DF-AD78-B029F6BE7A5F}" destId="{6F429744-D392-4235-868F-13E09489700F}" srcOrd="2" destOrd="0" presId="urn:microsoft.com/office/officeart/2018/2/layout/IconVerticalSolidList"/>
    <dgm:cxn modelId="{69AF7BFC-F5BD-44BB-A5F4-F73F95795C12}" type="presParOf" srcId="{6F429744-D392-4235-868F-13E09489700F}" destId="{097AC6FA-FAA8-445E-B0EF-91C2389F6B9A}" srcOrd="0" destOrd="0" presId="urn:microsoft.com/office/officeart/2018/2/layout/IconVerticalSolidList"/>
    <dgm:cxn modelId="{2651AC8E-4376-438E-87CB-014D379507BF}" type="presParOf" srcId="{6F429744-D392-4235-868F-13E09489700F}" destId="{174345A4-BC31-41B6-8415-6BDA233A4725}" srcOrd="1" destOrd="0" presId="urn:microsoft.com/office/officeart/2018/2/layout/IconVerticalSolidList"/>
    <dgm:cxn modelId="{6F8CBEC0-0631-4730-B06F-8CAD80DCA41A}" type="presParOf" srcId="{6F429744-D392-4235-868F-13E09489700F}" destId="{E4B4EADF-EFE4-4DB6-A080-B1EA91CD4E25}" srcOrd="2" destOrd="0" presId="urn:microsoft.com/office/officeart/2018/2/layout/IconVerticalSolidList"/>
    <dgm:cxn modelId="{1C3860D1-0AF4-4012-8701-7B8845ECC42F}" type="presParOf" srcId="{6F429744-D392-4235-868F-13E09489700F}" destId="{9B29B714-11A4-4B7D-A44A-7164BC66DE80}" srcOrd="3" destOrd="0" presId="urn:microsoft.com/office/officeart/2018/2/layout/IconVerticalSolidList"/>
    <dgm:cxn modelId="{142B433C-E83E-44BE-9310-637721CB4B52}" type="presParOf" srcId="{BEB70E94-C93B-47DF-AD78-B029F6BE7A5F}" destId="{EA31DE25-E89D-4FC4-A65B-AF9F4BA2AB29}" srcOrd="3" destOrd="0" presId="urn:microsoft.com/office/officeart/2018/2/layout/IconVerticalSolidList"/>
    <dgm:cxn modelId="{9CDCDA01-5FF6-40C4-8618-D467A8D4B545}" type="presParOf" srcId="{BEB70E94-C93B-47DF-AD78-B029F6BE7A5F}" destId="{0B8EDEF0-FEE4-4602-A071-94230F342590}" srcOrd="4" destOrd="0" presId="urn:microsoft.com/office/officeart/2018/2/layout/IconVerticalSolidList"/>
    <dgm:cxn modelId="{E041B04A-FA79-4432-A143-D889887CBF7D}" type="presParOf" srcId="{0B8EDEF0-FEE4-4602-A071-94230F342590}" destId="{93002B81-E3C7-4C5E-94C8-FD25EE4BE6DC}" srcOrd="0" destOrd="0" presId="urn:microsoft.com/office/officeart/2018/2/layout/IconVerticalSolidList"/>
    <dgm:cxn modelId="{83D50272-61E2-4B8D-B441-CA4A17DAB64C}" type="presParOf" srcId="{0B8EDEF0-FEE4-4602-A071-94230F342590}" destId="{D38B4F99-3557-441C-85EF-B99030C91807}" srcOrd="1" destOrd="0" presId="urn:microsoft.com/office/officeart/2018/2/layout/IconVerticalSolidList"/>
    <dgm:cxn modelId="{B13C639E-8F5C-4A14-9763-55136192355F}" type="presParOf" srcId="{0B8EDEF0-FEE4-4602-A071-94230F342590}" destId="{86CB1329-CF0B-40DE-95C4-6F32018044DB}" srcOrd="2" destOrd="0" presId="urn:microsoft.com/office/officeart/2018/2/layout/IconVerticalSolidList"/>
    <dgm:cxn modelId="{B489D925-BC99-46B3-BD15-2ED73D17FE38}" type="presParOf" srcId="{0B8EDEF0-FEE4-4602-A071-94230F342590}" destId="{5061CAA3-BDFE-4892-8D68-A4410204A31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3FDCA2A-9AAF-40CA-993C-275605F05A3C}"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E5ACD2C9-4720-4EC0-9789-8E4BECFB1A6C}">
      <dgm:prSet custT="1"/>
      <dgm:spPr/>
      <dgm:t>
        <a:bodyPr/>
        <a:lstStyle/>
        <a:p>
          <a:pPr algn="just">
            <a:lnSpc>
              <a:spcPct val="100000"/>
            </a:lnSpc>
          </a:pPr>
          <a:r>
            <a:rPr lang="en-US" sz="1800" b="1">
              <a:latin typeface="Arial" panose="020B0604020202020204" pitchFamily="34" charset="0"/>
              <a:cs typeface="Arial" panose="020B0604020202020204" pitchFamily="34" charset="0"/>
            </a:rPr>
            <a:t>Network security: </a:t>
          </a:r>
          <a:r>
            <a:rPr lang="en-US" sz="1800">
              <a:latin typeface="Arial" panose="020B0604020202020204" pitchFamily="34" charset="0"/>
              <a:cs typeface="Arial" panose="020B0604020202020204" pitchFamily="34" charset="0"/>
            </a:rPr>
            <a:t>Network security tools involve both hardware and software that protect the underlying network infrastructure from misuse or compromise. These tools are a critical part of alert detection</a:t>
          </a:r>
          <a:r>
            <a:rPr lang="en-US" sz="1500">
              <a:latin typeface="Arial" panose="020B0604020202020204" pitchFamily="34" charset="0"/>
              <a:cs typeface="Arial" panose="020B0604020202020204" pitchFamily="34" charset="0"/>
            </a:rPr>
            <a:t>.</a:t>
          </a:r>
        </a:p>
      </dgm:t>
    </dgm:pt>
    <dgm:pt modelId="{4A579219-8C0F-4FCA-950A-B650D53249BB}" type="parTrans" cxnId="{E353C7B9-4E27-45BE-B76D-2A2A6CA099B9}">
      <dgm:prSet/>
      <dgm:spPr/>
      <dgm:t>
        <a:bodyPr/>
        <a:lstStyle/>
        <a:p>
          <a:endParaRPr lang="en-US"/>
        </a:p>
      </dgm:t>
    </dgm:pt>
    <dgm:pt modelId="{0394D848-E647-448A-8666-DAC33DC31AF8}" type="sibTrans" cxnId="{E353C7B9-4E27-45BE-B76D-2A2A6CA099B9}">
      <dgm:prSet/>
      <dgm:spPr/>
      <dgm:t>
        <a:bodyPr/>
        <a:lstStyle/>
        <a:p>
          <a:endParaRPr lang="en-US"/>
        </a:p>
      </dgm:t>
    </dgm:pt>
    <dgm:pt modelId="{62DDC9F0-CC59-4A54-A374-C5D8FDD5C7F0}">
      <dgm:prSet custT="1"/>
      <dgm:spPr/>
      <dgm:t>
        <a:bodyPr/>
        <a:lstStyle/>
        <a:p>
          <a:pPr>
            <a:lnSpc>
              <a:spcPct val="100000"/>
            </a:lnSpc>
          </a:pPr>
          <a:r>
            <a:rPr lang="en-US" sz="1800" b="1">
              <a:latin typeface="Arial" panose="020B0604020202020204" pitchFamily="34" charset="0"/>
              <a:cs typeface="Arial" panose="020B0604020202020204" pitchFamily="34" charset="0"/>
            </a:rPr>
            <a:t>Email and web gateways: </a:t>
          </a:r>
          <a:r>
            <a:rPr lang="en-US" sz="1800">
              <a:latin typeface="Arial" panose="020B0604020202020204" pitchFamily="34" charset="0"/>
              <a:cs typeface="Arial" panose="020B0604020202020204" pitchFamily="34" charset="0"/>
            </a:rPr>
            <a:t>Email and web gateway tools are designed to prevent the transmission of emails or access of websites that break company policy or result in information transfer with malicious intent. These tools are important for response and enforcement.</a:t>
          </a:r>
        </a:p>
      </dgm:t>
    </dgm:pt>
    <dgm:pt modelId="{0CA412EF-479F-4E75-9715-25462DC4C37E}" type="parTrans" cxnId="{AAF6C493-18EE-4B91-B3E5-6ACB3E1C8DEB}">
      <dgm:prSet/>
      <dgm:spPr/>
      <dgm:t>
        <a:bodyPr/>
        <a:lstStyle/>
        <a:p>
          <a:endParaRPr lang="en-US"/>
        </a:p>
      </dgm:t>
    </dgm:pt>
    <dgm:pt modelId="{B5C788C7-E811-4E5E-8428-F492E3AB00CF}" type="sibTrans" cxnId="{AAF6C493-18EE-4B91-B3E5-6ACB3E1C8DEB}">
      <dgm:prSet/>
      <dgm:spPr/>
      <dgm:t>
        <a:bodyPr/>
        <a:lstStyle/>
        <a:p>
          <a:endParaRPr lang="en-US"/>
        </a:p>
      </dgm:t>
    </dgm:pt>
    <dgm:pt modelId="{24965045-0EAF-4515-A962-CC493BC79635}">
      <dgm:prSet custT="1"/>
      <dgm:spPr/>
      <dgm:t>
        <a:bodyPr/>
        <a:lstStyle/>
        <a:p>
          <a:pPr algn="just">
            <a:lnSpc>
              <a:spcPct val="100000"/>
            </a:lnSpc>
          </a:pPr>
          <a:r>
            <a:rPr lang="en-US" sz="1800" b="1">
              <a:latin typeface="Arial" panose="020B0604020202020204" pitchFamily="34" charset="0"/>
              <a:cs typeface="Arial" panose="020B0604020202020204" pitchFamily="34" charset="0"/>
            </a:rPr>
            <a:t>Ticketing systems: </a:t>
          </a:r>
          <a:r>
            <a:rPr lang="en-US" sz="1800">
              <a:latin typeface="Arial" panose="020B0604020202020204" pitchFamily="34" charset="0"/>
              <a:cs typeface="Arial" panose="020B0604020202020204" pitchFamily="34" charset="0"/>
            </a:rPr>
            <a:t>Within security, ticketing systems are usually responsible for assigning tasks, capturing the flow of an incident, and helping deal with incidents in a more effective manner.</a:t>
          </a:r>
        </a:p>
      </dgm:t>
    </dgm:pt>
    <dgm:pt modelId="{1ED010BD-C7B9-4C3C-AAC6-54FDFAC3B7B9}" type="parTrans" cxnId="{F5D917B7-7757-4CBA-A9C8-3E6EDEB8CE53}">
      <dgm:prSet/>
      <dgm:spPr/>
      <dgm:t>
        <a:bodyPr/>
        <a:lstStyle/>
        <a:p>
          <a:endParaRPr lang="en-US"/>
        </a:p>
      </dgm:t>
    </dgm:pt>
    <dgm:pt modelId="{B3A30AEC-671E-4E30-B56E-ACE0FCDC4B51}" type="sibTrans" cxnId="{F5D917B7-7757-4CBA-A9C8-3E6EDEB8CE53}">
      <dgm:prSet/>
      <dgm:spPr/>
      <dgm:t>
        <a:bodyPr/>
        <a:lstStyle/>
        <a:p>
          <a:endParaRPr lang="en-US"/>
        </a:p>
      </dgm:t>
    </dgm:pt>
    <dgm:pt modelId="{D5442D08-E7D9-4529-8D2F-42DBA13A2860}" type="pres">
      <dgm:prSet presAssocID="{E3FDCA2A-9AAF-40CA-993C-275605F05A3C}" presName="root" presStyleCnt="0">
        <dgm:presLayoutVars>
          <dgm:dir/>
          <dgm:resizeHandles val="exact"/>
        </dgm:presLayoutVars>
      </dgm:prSet>
      <dgm:spPr/>
    </dgm:pt>
    <dgm:pt modelId="{2CADE351-7F61-44A9-AB71-DB8A0EA39B39}" type="pres">
      <dgm:prSet presAssocID="{E5ACD2C9-4720-4EC0-9789-8E4BECFB1A6C}" presName="compNode" presStyleCnt="0"/>
      <dgm:spPr/>
    </dgm:pt>
    <dgm:pt modelId="{CB602AB3-2B79-4999-992A-6E0B509BDDE4}" type="pres">
      <dgm:prSet presAssocID="{E5ACD2C9-4720-4EC0-9789-8E4BECFB1A6C}" presName="bgRect" presStyleLbl="bgShp" presStyleIdx="0" presStyleCnt="3" custLinFactNeighborX="1112" custLinFactNeighborY="-33707"/>
      <dgm:spPr/>
    </dgm:pt>
    <dgm:pt modelId="{F41BB083-E1A1-4F7C-996B-195B8CFBBA80}" type="pres">
      <dgm:prSet presAssocID="{E5ACD2C9-4720-4EC0-9789-8E4BECFB1A6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isconnected"/>
        </a:ext>
      </dgm:extLst>
    </dgm:pt>
    <dgm:pt modelId="{25D3475F-7BC6-4FF5-8601-5037FCBC8BF0}" type="pres">
      <dgm:prSet presAssocID="{E5ACD2C9-4720-4EC0-9789-8E4BECFB1A6C}" presName="spaceRect" presStyleCnt="0"/>
      <dgm:spPr/>
    </dgm:pt>
    <dgm:pt modelId="{6F712365-0D46-454C-980E-B3D674635D2C}" type="pres">
      <dgm:prSet presAssocID="{E5ACD2C9-4720-4EC0-9789-8E4BECFB1A6C}" presName="parTx" presStyleLbl="revTx" presStyleIdx="0" presStyleCnt="3" custScaleX="99155" custScaleY="87600">
        <dgm:presLayoutVars>
          <dgm:chMax val="0"/>
          <dgm:chPref val="0"/>
        </dgm:presLayoutVars>
      </dgm:prSet>
      <dgm:spPr/>
    </dgm:pt>
    <dgm:pt modelId="{FF7D97EE-0F5E-4240-8D97-FFB5F8007781}" type="pres">
      <dgm:prSet presAssocID="{0394D848-E647-448A-8666-DAC33DC31AF8}" presName="sibTrans" presStyleCnt="0"/>
      <dgm:spPr/>
    </dgm:pt>
    <dgm:pt modelId="{333E23E3-43DA-4736-8775-F2E71BBD3B52}" type="pres">
      <dgm:prSet presAssocID="{62DDC9F0-CC59-4A54-A374-C5D8FDD5C7F0}" presName="compNode" presStyleCnt="0"/>
      <dgm:spPr/>
    </dgm:pt>
    <dgm:pt modelId="{CD196386-A6CA-4DE7-B5E1-0FD2D4655E05}" type="pres">
      <dgm:prSet presAssocID="{62DDC9F0-CC59-4A54-A374-C5D8FDD5C7F0}" presName="bgRect" presStyleLbl="bgShp" presStyleIdx="1" presStyleCnt="3" custLinFactNeighborX="732" custLinFactNeighborY="-7296"/>
      <dgm:spPr/>
    </dgm:pt>
    <dgm:pt modelId="{3D0ACC2A-7372-4301-A79E-66E8D669F569}" type="pres">
      <dgm:prSet presAssocID="{62DDC9F0-CC59-4A54-A374-C5D8FDD5C7F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Email"/>
        </a:ext>
      </dgm:extLst>
    </dgm:pt>
    <dgm:pt modelId="{15F0E2C4-E0F8-4B27-BC19-2C0EDEC82803}" type="pres">
      <dgm:prSet presAssocID="{62DDC9F0-CC59-4A54-A374-C5D8FDD5C7F0}" presName="spaceRect" presStyleCnt="0"/>
      <dgm:spPr/>
    </dgm:pt>
    <dgm:pt modelId="{E25F6517-FB38-4D00-A76A-C9153C3EEC45}" type="pres">
      <dgm:prSet presAssocID="{62DDC9F0-CC59-4A54-A374-C5D8FDD5C7F0}" presName="parTx" presStyleLbl="revTx" presStyleIdx="1" presStyleCnt="3" custScaleX="100000" custLinFactNeighborX="893" custLinFactNeighborY="-7296">
        <dgm:presLayoutVars>
          <dgm:chMax val="0"/>
          <dgm:chPref val="0"/>
        </dgm:presLayoutVars>
      </dgm:prSet>
      <dgm:spPr/>
    </dgm:pt>
    <dgm:pt modelId="{680E76DF-293C-4733-A3B7-5A01495470A4}" type="pres">
      <dgm:prSet presAssocID="{B5C788C7-E811-4E5E-8428-F492E3AB00CF}" presName="sibTrans" presStyleCnt="0"/>
      <dgm:spPr/>
    </dgm:pt>
    <dgm:pt modelId="{4055E27A-BD30-4401-AED9-B8D0F2376F75}" type="pres">
      <dgm:prSet presAssocID="{24965045-0EAF-4515-A962-CC493BC79635}" presName="compNode" presStyleCnt="0"/>
      <dgm:spPr/>
    </dgm:pt>
    <dgm:pt modelId="{51741CD6-1A85-4EE0-ABE3-75CAE931E319}" type="pres">
      <dgm:prSet presAssocID="{24965045-0EAF-4515-A962-CC493BC79635}" presName="bgRect" presStyleLbl="bgShp" presStyleIdx="2" presStyleCnt="3"/>
      <dgm:spPr/>
    </dgm:pt>
    <dgm:pt modelId="{4C9A8436-E3F8-4962-B903-EB0FA99B9868}" type="pres">
      <dgm:prSet presAssocID="{24965045-0EAF-4515-A962-CC493BC7963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Hierarchy"/>
        </a:ext>
      </dgm:extLst>
    </dgm:pt>
    <dgm:pt modelId="{7F830898-508D-4819-9839-0E66CF7FAE65}" type="pres">
      <dgm:prSet presAssocID="{24965045-0EAF-4515-A962-CC493BC79635}" presName="spaceRect" presStyleCnt="0"/>
      <dgm:spPr/>
    </dgm:pt>
    <dgm:pt modelId="{393B8349-F698-43FD-B5C9-4E453017B611}" type="pres">
      <dgm:prSet presAssocID="{24965045-0EAF-4515-A962-CC493BC79635}" presName="parTx" presStyleLbl="revTx" presStyleIdx="2" presStyleCnt="3" custScaleY="90848" custLinFactNeighborX="-1818" custLinFactNeighborY="-2630">
        <dgm:presLayoutVars>
          <dgm:chMax val="0"/>
          <dgm:chPref val="0"/>
        </dgm:presLayoutVars>
      </dgm:prSet>
      <dgm:spPr/>
    </dgm:pt>
  </dgm:ptLst>
  <dgm:cxnLst>
    <dgm:cxn modelId="{F2D38716-12C5-487F-BE55-7EC858AC9A4B}" type="presOf" srcId="{E5ACD2C9-4720-4EC0-9789-8E4BECFB1A6C}" destId="{6F712365-0D46-454C-980E-B3D674635D2C}" srcOrd="0" destOrd="0" presId="urn:microsoft.com/office/officeart/2018/2/layout/IconVerticalSolidList"/>
    <dgm:cxn modelId="{AAF6C493-18EE-4B91-B3E5-6ACB3E1C8DEB}" srcId="{E3FDCA2A-9AAF-40CA-993C-275605F05A3C}" destId="{62DDC9F0-CC59-4A54-A374-C5D8FDD5C7F0}" srcOrd="1" destOrd="0" parTransId="{0CA412EF-479F-4E75-9715-25462DC4C37E}" sibTransId="{B5C788C7-E811-4E5E-8428-F492E3AB00CF}"/>
    <dgm:cxn modelId="{F5D917B7-7757-4CBA-A9C8-3E6EDEB8CE53}" srcId="{E3FDCA2A-9AAF-40CA-993C-275605F05A3C}" destId="{24965045-0EAF-4515-A962-CC493BC79635}" srcOrd="2" destOrd="0" parTransId="{1ED010BD-C7B9-4C3C-AAC6-54FDFAC3B7B9}" sibTransId="{B3A30AEC-671E-4E30-B56E-ACE0FCDC4B51}"/>
    <dgm:cxn modelId="{5FF389B7-BBD4-4B8E-95D6-71F82EF22333}" type="presOf" srcId="{E3FDCA2A-9AAF-40CA-993C-275605F05A3C}" destId="{D5442D08-E7D9-4529-8D2F-42DBA13A2860}" srcOrd="0" destOrd="0" presId="urn:microsoft.com/office/officeart/2018/2/layout/IconVerticalSolidList"/>
    <dgm:cxn modelId="{E353C7B9-4E27-45BE-B76D-2A2A6CA099B9}" srcId="{E3FDCA2A-9AAF-40CA-993C-275605F05A3C}" destId="{E5ACD2C9-4720-4EC0-9789-8E4BECFB1A6C}" srcOrd="0" destOrd="0" parTransId="{4A579219-8C0F-4FCA-950A-B650D53249BB}" sibTransId="{0394D848-E647-448A-8666-DAC33DC31AF8}"/>
    <dgm:cxn modelId="{D01C7DE4-CF55-484E-BC1B-0D17AD0B05A6}" type="presOf" srcId="{62DDC9F0-CC59-4A54-A374-C5D8FDD5C7F0}" destId="{E25F6517-FB38-4D00-A76A-C9153C3EEC45}" srcOrd="0" destOrd="0" presId="urn:microsoft.com/office/officeart/2018/2/layout/IconVerticalSolidList"/>
    <dgm:cxn modelId="{C187DFF9-4DB3-4502-977E-94D14872EF92}" type="presOf" srcId="{24965045-0EAF-4515-A962-CC493BC79635}" destId="{393B8349-F698-43FD-B5C9-4E453017B611}" srcOrd="0" destOrd="0" presId="urn:microsoft.com/office/officeart/2018/2/layout/IconVerticalSolidList"/>
    <dgm:cxn modelId="{DCF6129E-B9BF-4348-B490-18334C547EC2}" type="presParOf" srcId="{D5442D08-E7D9-4529-8D2F-42DBA13A2860}" destId="{2CADE351-7F61-44A9-AB71-DB8A0EA39B39}" srcOrd="0" destOrd="0" presId="urn:microsoft.com/office/officeart/2018/2/layout/IconVerticalSolidList"/>
    <dgm:cxn modelId="{9B51BD2E-C368-46F2-84E6-A87C4B5C6595}" type="presParOf" srcId="{2CADE351-7F61-44A9-AB71-DB8A0EA39B39}" destId="{CB602AB3-2B79-4999-992A-6E0B509BDDE4}" srcOrd="0" destOrd="0" presId="urn:microsoft.com/office/officeart/2018/2/layout/IconVerticalSolidList"/>
    <dgm:cxn modelId="{64C946A9-BE43-4E11-AC30-21AC4765D177}" type="presParOf" srcId="{2CADE351-7F61-44A9-AB71-DB8A0EA39B39}" destId="{F41BB083-E1A1-4F7C-996B-195B8CFBBA80}" srcOrd="1" destOrd="0" presId="urn:microsoft.com/office/officeart/2018/2/layout/IconVerticalSolidList"/>
    <dgm:cxn modelId="{529286A2-1798-45C6-8041-647E65FDAF89}" type="presParOf" srcId="{2CADE351-7F61-44A9-AB71-DB8A0EA39B39}" destId="{25D3475F-7BC6-4FF5-8601-5037FCBC8BF0}" srcOrd="2" destOrd="0" presId="urn:microsoft.com/office/officeart/2018/2/layout/IconVerticalSolidList"/>
    <dgm:cxn modelId="{7E169A16-F2D3-43A3-A849-A6928A443E95}" type="presParOf" srcId="{2CADE351-7F61-44A9-AB71-DB8A0EA39B39}" destId="{6F712365-0D46-454C-980E-B3D674635D2C}" srcOrd="3" destOrd="0" presId="urn:microsoft.com/office/officeart/2018/2/layout/IconVerticalSolidList"/>
    <dgm:cxn modelId="{7E886409-9975-4F96-A69A-0B293D15258F}" type="presParOf" srcId="{D5442D08-E7D9-4529-8D2F-42DBA13A2860}" destId="{FF7D97EE-0F5E-4240-8D97-FFB5F8007781}" srcOrd="1" destOrd="0" presId="urn:microsoft.com/office/officeart/2018/2/layout/IconVerticalSolidList"/>
    <dgm:cxn modelId="{A6FF812B-0CA0-4D3F-8E2E-D2368FF82F33}" type="presParOf" srcId="{D5442D08-E7D9-4529-8D2F-42DBA13A2860}" destId="{333E23E3-43DA-4736-8775-F2E71BBD3B52}" srcOrd="2" destOrd="0" presId="urn:microsoft.com/office/officeart/2018/2/layout/IconVerticalSolidList"/>
    <dgm:cxn modelId="{5A43B298-75EB-440A-9B50-7A18262506B9}" type="presParOf" srcId="{333E23E3-43DA-4736-8775-F2E71BBD3B52}" destId="{CD196386-A6CA-4DE7-B5E1-0FD2D4655E05}" srcOrd="0" destOrd="0" presId="urn:microsoft.com/office/officeart/2018/2/layout/IconVerticalSolidList"/>
    <dgm:cxn modelId="{2BF3E178-A6EF-4719-9B0A-C82E7784731C}" type="presParOf" srcId="{333E23E3-43DA-4736-8775-F2E71BBD3B52}" destId="{3D0ACC2A-7372-4301-A79E-66E8D669F569}" srcOrd="1" destOrd="0" presId="urn:microsoft.com/office/officeart/2018/2/layout/IconVerticalSolidList"/>
    <dgm:cxn modelId="{3460AB28-0225-4315-8D4D-19DC00EF630A}" type="presParOf" srcId="{333E23E3-43DA-4736-8775-F2E71BBD3B52}" destId="{15F0E2C4-E0F8-4B27-BC19-2C0EDEC82803}" srcOrd="2" destOrd="0" presId="urn:microsoft.com/office/officeart/2018/2/layout/IconVerticalSolidList"/>
    <dgm:cxn modelId="{0362BBC0-8C8F-498F-B3D8-145D27320DE4}" type="presParOf" srcId="{333E23E3-43DA-4736-8775-F2E71BBD3B52}" destId="{E25F6517-FB38-4D00-A76A-C9153C3EEC45}" srcOrd="3" destOrd="0" presId="urn:microsoft.com/office/officeart/2018/2/layout/IconVerticalSolidList"/>
    <dgm:cxn modelId="{4288E6FD-4814-4226-B501-843577B790A3}" type="presParOf" srcId="{D5442D08-E7D9-4529-8D2F-42DBA13A2860}" destId="{680E76DF-293C-4733-A3B7-5A01495470A4}" srcOrd="3" destOrd="0" presId="urn:microsoft.com/office/officeart/2018/2/layout/IconVerticalSolidList"/>
    <dgm:cxn modelId="{201B691D-FD14-4BDA-95D5-DDAE16E28B14}" type="presParOf" srcId="{D5442D08-E7D9-4529-8D2F-42DBA13A2860}" destId="{4055E27A-BD30-4401-AED9-B8D0F2376F75}" srcOrd="4" destOrd="0" presId="urn:microsoft.com/office/officeart/2018/2/layout/IconVerticalSolidList"/>
    <dgm:cxn modelId="{0630F333-E630-43E3-9957-18638F46CE49}" type="presParOf" srcId="{4055E27A-BD30-4401-AED9-B8D0F2376F75}" destId="{51741CD6-1A85-4EE0-ABE3-75CAE931E319}" srcOrd="0" destOrd="0" presId="urn:microsoft.com/office/officeart/2018/2/layout/IconVerticalSolidList"/>
    <dgm:cxn modelId="{AC057F8F-0105-4277-8B50-BCA3445B978C}" type="presParOf" srcId="{4055E27A-BD30-4401-AED9-B8D0F2376F75}" destId="{4C9A8436-E3F8-4962-B903-EB0FA99B9868}" srcOrd="1" destOrd="0" presId="urn:microsoft.com/office/officeart/2018/2/layout/IconVerticalSolidList"/>
    <dgm:cxn modelId="{1A4A68A5-A8F7-492D-B2DE-9BCB21EEAE0D}" type="presParOf" srcId="{4055E27A-BD30-4401-AED9-B8D0F2376F75}" destId="{7F830898-508D-4819-9839-0E66CF7FAE65}" srcOrd="2" destOrd="0" presId="urn:microsoft.com/office/officeart/2018/2/layout/IconVerticalSolidList"/>
    <dgm:cxn modelId="{D8A78E05-A38B-47A7-9B45-1134160ED806}" type="presParOf" srcId="{4055E27A-BD30-4401-AED9-B8D0F2376F75}" destId="{393B8349-F698-43FD-B5C9-4E453017B61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3FDCA2A-9AAF-40CA-993C-275605F05A3C}"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34E57E8F-A010-48E7-9822-AFD2281DB10F}">
      <dgm:prSet custT="1"/>
      <dgm:spPr/>
      <dgm:t>
        <a:bodyPr/>
        <a:lstStyle/>
        <a:p>
          <a:pPr algn="just">
            <a:lnSpc>
              <a:spcPct val="100000"/>
            </a:lnSpc>
          </a:pPr>
          <a:r>
            <a:rPr lang="en-US" sz="1800" b="1">
              <a:latin typeface="Arial" panose="020B0604020202020204" pitchFamily="34" charset="0"/>
              <a:cs typeface="Arial" panose="020B0604020202020204" pitchFamily="34" charset="0"/>
            </a:rPr>
            <a:t>Vulnerability management: </a:t>
          </a:r>
          <a:r>
            <a:rPr lang="en-US" sz="1800">
              <a:latin typeface="Arial" panose="020B0604020202020204" pitchFamily="34" charset="0"/>
              <a:cs typeface="Arial" panose="020B0604020202020204" pitchFamily="34" charset="0"/>
            </a:rPr>
            <a:t>Vulnerability management tools are responsible for uncovering any potential weaknesses in existing organizational systems that can be exploited by malicious actors.</a:t>
          </a:r>
        </a:p>
      </dgm:t>
    </dgm:pt>
    <dgm:pt modelId="{4BA5F282-EC7A-4B8F-A773-00C07BF28660}" type="parTrans" cxnId="{4FE1856E-4590-45D8-BDD0-E43AF78DFF53}">
      <dgm:prSet/>
      <dgm:spPr/>
      <dgm:t>
        <a:bodyPr/>
        <a:lstStyle/>
        <a:p>
          <a:endParaRPr lang="en-US"/>
        </a:p>
      </dgm:t>
    </dgm:pt>
    <dgm:pt modelId="{B0664AA6-6EF0-4678-A339-1FFC2E66B9F4}" type="sibTrans" cxnId="{4FE1856E-4590-45D8-BDD0-E43AF78DFF53}">
      <dgm:prSet/>
      <dgm:spPr/>
      <dgm:t>
        <a:bodyPr/>
        <a:lstStyle/>
        <a:p>
          <a:endParaRPr lang="en-US"/>
        </a:p>
      </dgm:t>
    </dgm:pt>
    <dgm:pt modelId="{DF9124FF-D48C-4BCE-A1D8-B414CAAAD28F}">
      <dgm:prSet custT="1"/>
      <dgm:spPr/>
      <dgm:t>
        <a:bodyPr/>
        <a:lstStyle/>
        <a:p>
          <a:pPr algn="just">
            <a:lnSpc>
              <a:spcPct val="100000"/>
            </a:lnSpc>
          </a:pPr>
          <a:r>
            <a:rPr lang="en-US" sz="1800" b="1">
              <a:latin typeface="Arial" panose="020B0604020202020204" pitchFamily="34" charset="0"/>
              <a:cs typeface="Arial" panose="020B0604020202020204" pitchFamily="34" charset="0"/>
            </a:rPr>
            <a:t>Cloud Access Security Broker (CASB): </a:t>
          </a:r>
          <a:r>
            <a:rPr lang="en-US" sz="1800">
              <a:latin typeface="Arial" panose="020B0604020202020204" pitchFamily="34" charset="0"/>
              <a:cs typeface="Arial" panose="020B0604020202020204" pitchFamily="34" charset="0"/>
            </a:rPr>
            <a:t>For organizations with cloud-based resources, CASBs act as a middle layer between customers and providers to ensure enterprise security policy enforcement.</a:t>
          </a:r>
        </a:p>
      </dgm:t>
    </dgm:pt>
    <dgm:pt modelId="{7BCBC648-0C80-49DD-B178-2EDBECA55418}" type="parTrans" cxnId="{978A5149-DF15-4EB6-A915-A6D1F8261A95}">
      <dgm:prSet/>
      <dgm:spPr/>
      <dgm:t>
        <a:bodyPr/>
        <a:lstStyle/>
        <a:p>
          <a:endParaRPr lang="en-US"/>
        </a:p>
      </dgm:t>
    </dgm:pt>
    <dgm:pt modelId="{F8D0CF44-8435-4354-B091-466F8340E9B2}" type="sibTrans" cxnId="{978A5149-DF15-4EB6-A915-A6D1F8261A95}">
      <dgm:prSet/>
      <dgm:spPr/>
      <dgm:t>
        <a:bodyPr/>
        <a:lstStyle/>
        <a:p>
          <a:endParaRPr lang="en-US"/>
        </a:p>
      </dgm:t>
    </dgm:pt>
    <dgm:pt modelId="{1F880C18-8686-4019-9ED5-D6B1571EA7D0}">
      <dgm:prSet custT="1"/>
      <dgm:spPr/>
      <dgm:t>
        <a:bodyPr/>
        <a:lstStyle/>
        <a:p>
          <a:pPr algn="just">
            <a:lnSpc>
              <a:spcPct val="100000"/>
            </a:lnSpc>
          </a:pPr>
          <a:r>
            <a:rPr lang="en-US" sz="1800" b="1">
              <a:latin typeface="Arial" panose="020B0604020202020204" pitchFamily="34" charset="0"/>
              <a:cs typeface="Arial" panose="020B0604020202020204" pitchFamily="34" charset="0"/>
            </a:rPr>
            <a:t>User and Entity Behavior Analytics (UEBA): </a:t>
          </a:r>
          <a:r>
            <a:rPr lang="en-US" sz="1800">
              <a:latin typeface="Arial" panose="020B0604020202020204" pitchFamily="34" charset="0"/>
              <a:cs typeface="Arial" panose="020B0604020202020204" pitchFamily="34" charset="0"/>
            </a:rPr>
            <a:t>UEBA tools monitor and analyze the behavior of users and entities to detect anomalous and potentially malicious intrusions into organizational systems.</a:t>
          </a:r>
        </a:p>
      </dgm:t>
    </dgm:pt>
    <dgm:pt modelId="{8A5098A9-0698-475A-AEE7-9B1DFEF41959}" type="parTrans" cxnId="{FF5ABA36-543B-411E-A314-F6A8EAFE0303}">
      <dgm:prSet/>
      <dgm:spPr/>
      <dgm:t>
        <a:bodyPr/>
        <a:lstStyle/>
        <a:p>
          <a:endParaRPr lang="en-US"/>
        </a:p>
      </dgm:t>
    </dgm:pt>
    <dgm:pt modelId="{394BB773-6603-40EB-964D-6C289B5DAF20}" type="sibTrans" cxnId="{FF5ABA36-543B-411E-A314-F6A8EAFE0303}">
      <dgm:prSet/>
      <dgm:spPr/>
      <dgm:t>
        <a:bodyPr/>
        <a:lstStyle/>
        <a:p>
          <a:endParaRPr lang="en-US"/>
        </a:p>
      </dgm:t>
    </dgm:pt>
    <dgm:pt modelId="{D5442D08-E7D9-4529-8D2F-42DBA13A2860}" type="pres">
      <dgm:prSet presAssocID="{E3FDCA2A-9AAF-40CA-993C-275605F05A3C}" presName="root" presStyleCnt="0">
        <dgm:presLayoutVars>
          <dgm:dir/>
          <dgm:resizeHandles val="exact"/>
        </dgm:presLayoutVars>
      </dgm:prSet>
      <dgm:spPr/>
    </dgm:pt>
    <dgm:pt modelId="{A91514E6-85D9-408B-9550-F5554D244AF0}" type="pres">
      <dgm:prSet presAssocID="{34E57E8F-A010-48E7-9822-AFD2281DB10F}" presName="compNode" presStyleCnt="0"/>
      <dgm:spPr/>
    </dgm:pt>
    <dgm:pt modelId="{AB3D62B6-D989-4D2A-98F2-EDA26DCA02CF}" type="pres">
      <dgm:prSet presAssocID="{34E57E8F-A010-48E7-9822-AFD2281DB10F}" presName="bgRect" presStyleLbl="bgShp" presStyleIdx="0" presStyleCnt="3" custScaleX="100000" custScaleY="177227"/>
      <dgm:spPr/>
    </dgm:pt>
    <dgm:pt modelId="{49A68621-4C3B-4F8D-8C22-84E17CFE4C4A}" type="pres">
      <dgm:prSet presAssocID="{34E57E8F-A010-48E7-9822-AFD2281DB10F}" presName="iconRect" presStyleLbl="node1" presStyleIdx="0" presStyleCnt="3" custScaleX="161603" custScaleY="196882" custLinFactNeighborX="40830" custLinFactNeighborY="-1287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nlock"/>
        </a:ext>
      </dgm:extLst>
    </dgm:pt>
    <dgm:pt modelId="{BE64ADDE-B09F-43EF-BC81-AA3FF879405A}" type="pres">
      <dgm:prSet presAssocID="{34E57E8F-A010-48E7-9822-AFD2281DB10F}" presName="spaceRect" presStyleCnt="0"/>
      <dgm:spPr/>
    </dgm:pt>
    <dgm:pt modelId="{5C657873-201C-47A9-AE64-66C8D43C32C8}" type="pres">
      <dgm:prSet presAssocID="{34E57E8F-A010-48E7-9822-AFD2281DB10F}" presName="parTx" presStyleLbl="revTx" presStyleIdx="0" presStyleCnt="3" custScaleX="98903" custScaleY="121921" custLinFactNeighborX="-3" custLinFactNeighborY="-24207">
        <dgm:presLayoutVars>
          <dgm:chMax val="0"/>
          <dgm:chPref val="0"/>
        </dgm:presLayoutVars>
      </dgm:prSet>
      <dgm:spPr/>
    </dgm:pt>
    <dgm:pt modelId="{120BFBAD-DE8F-43B1-AACF-24C2368A2D6C}" type="pres">
      <dgm:prSet presAssocID="{B0664AA6-6EF0-4678-A339-1FFC2E66B9F4}" presName="sibTrans" presStyleCnt="0"/>
      <dgm:spPr/>
    </dgm:pt>
    <dgm:pt modelId="{0615CA67-22A8-4A01-89EB-7B2C6D5B6B7F}" type="pres">
      <dgm:prSet presAssocID="{DF9124FF-D48C-4BCE-A1D8-B414CAAAD28F}" presName="compNode" presStyleCnt="0"/>
      <dgm:spPr/>
    </dgm:pt>
    <dgm:pt modelId="{9CA5EB8A-47E9-4E82-97BB-8674A2E2821F}" type="pres">
      <dgm:prSet presAssocID="{DF9124FF-D48C-4BCE-A1D8-B414CAAAD28F}" presName="bgRect" presStyleLbl="bgShp" presStyleIdx="1" presStyleCnt="3" custScaleX="100000" custScaleY="183596" custLinFactNeighborX="-124" custLinFactNeighborY="16541"/>
      <dgm:spPr/>
    </dgm:pt>
    <dgm:pt modelId="{B289D8E0-E054-4EAD-824D-F482490456A3}" type="pres">
      <dgm:prSet presAssocID="{DF9124FF-D48C-4BCE-A1D8-B414CAAAD28F}" presName="iconRect" presStyleLbl="node1" presStyleIdx="1" presStyleCnt="3" custScaleX="214242" custScaleY="190677" custLinFactNeighborX="79815" custLinFactNeighborY="4101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Computing"/>
        </a:ext>
      </dgm:extLst>
    </dgm:pt>
    <dgm:pt modelId="{33AE692C-ADF9-43AB-BCA1-CC17EA230A67}" type="pres">
      <dgm:prSet presAssocID="{DF9124FF-D48C-4BCE-A1D8-B414CAAAD28F}" presName="spaceRect" presStyleCnt="0"/>
      <dgm:spPr/>
    </dgm:pt>
    <dgm:pt modelId="{9CC51BDA-455C-4EC9-B498-C90AFF1D7342}" type="pres">
      <dgm:prSet presAssocID="{DF9124FF-D48C-4BCE-A1D8-B414CAAAD28F}" presName="parTx" presStyleLbl="revTx" presStyleIdx="1" presStyleCnt="3" custScaleX="95701" custLinFactNeighborX="753" custLinFactNeighborY="-11349">
        <dgm:presLayoutVars>
          <dgm:chMax val="0"/>
          <dgm:chPref val="0"/>
        </dgm:presLayoutVars>
      </dgm:prSet>
      <dgm:spPr/>
    </dgm:pt>
    <dgm:pt modelId="{6DFDDBB9-8A21-48CB-B9D4-1C47BF0BE72D}" type="pres">
      <dgm:prSet presAssocID="{F8D0CF44-8435-4354-B091-466F8340E9B2}" presName="sibTrans" presStyleCnt="0"/>
      <dgm:spPr/>
    </dgm:pt>
    <dgm:pt modelId="{7E238225-F792-4E23-AB99-367BB113E39A}" type="pres">
      <dgm:prSet presAssocID="{1F880C18-8686-4019-9ED5-D6B1571EA7D0}" presName="compNode" presStyleCnt="0"/>
      <dgm:spPr/>
    </dgm:pt>
    <dgm:pt modelId="{A6859ADB-64A9-4D18-AA99-1AF114450495}" type="pres">
      <dgm:prSet presAssocID="{1F880C18-8686-4019-9ED5-D6B1571EA7D0}" presName="bgRect" presStyleLbl="bgShp" presStyleIdx="2" presStyleCnt="3" custScaleY="174967" custLinFactNeighborY="46776"/>
      <dgm:spPr/>
    </dgm:pt>
    <dgm:pt modelId="{7245F1B3-0D93-406B-A4D9-C5940B697011}" type="pres">
      <dgm:prSet presAssocID="{1F880C18-8686-4019-9ED5-D6B1571EA7D0}" presName="iconRect" presStyleLbl="node1" presStyleIdx="2" presStyleCnt="3" custScaleX="145357" custScaleY="244628" custLinFactNeighborX="34744" custLinFactNeighborY="9584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atistics"/>
        </a:ext>
      </dgm:extLst>
    </dgm:pt>
    <dgm:pt modelId="{AEA2670B-81EC-404D-B2E4-3DDCAE726787}" type="pres">
      <dgm:prSet presAssocID="{1F880C18-8686-4019-9ED5-D6B1571EA7D0}" presName="spaceRect" presStyleCnt="0"/>
      <dgm:spPr/>
    </dgm:pt>
    <dgm:pt modelId="{570D8B02-AE0D-449F-8F72-847FB371B882}" type="pres">
      <dgm:prSet presAssocID="{1F880C18-8686-4019-9ED5-D6B1571EA7D0}" presName="parTx" presStyleLbl="revTx" presStyleIdx="2" presStyleCnt="3" custScaleX="95986" custLinFactNeighborX="1046" custLinFactNeighborY="18200">
        <dgm:presLayoutVars>
          <dgm:chMax val="0"/>
          <dgm:chPref val="0"/>
        </dgm:presLayoutVars>
      </dgm:prSet>
      <dgm:spPr/>
    </dgm:pt>
  </dgm:ptLst>
  <dgm:cxnLst>
    <dgm:cxn modelId="{C6E0571B-A379-4649-B9E2-36C66FCB657D}" type="presOf" srcId="{34E57E8F-A010-48E7-9822-AFD2281DB10F}" destId="{5C657873-201C-47A9-AE64-66C8D43C32C8}" srcOrd="0" destOrd="0" presId="urn:microsoft.com/office/officeart/2018/2/layout/IconVerticalSolidList"/>
    <dgm:cxn modelId="{FF5ABA36-543B-411E-A314-F6A8EAFE0303}" srcId="{E3FDCA2A-9AAF-40CA-993C-275605F05A3C}" destId="{1F880C18-8686-4019-9ED5-D6B1571EA7D0}" srcOrd="2" destOrd="0" parTransId="{8A5098A9-0698-475A-AEE7-9B1DFEF41959}" sibTransId="{394BB773-6603-40EB-964D-6C289B5DAF20}"/>
    <dgm:cxn modelId="{75967737-90E2-4651-99FD-E7D217D0D592}" type="presOf" srcId="{1F880C18-8686-4019-9ED5-D6B1571EA7D0}" destId="{570D8B02-AE0D-449F-8F72-847FB371B882}" srcOrd="0" destOrd="0" presId="urn:microsoft.com/office/officeart/2018/2/layout/IconVerticalSolidList"/>
    <dgm:cxn modelId="{978A5149-DF15-4EB6-A915-A6D1F8261A95}" srcId="{E3FDCA2A-9AAF-40CA-993C-275605F05A3C}" destId="{DF9124FF-D48C-4BCE-A1D8-B414CAAAD28F}" srcOrd="1" destOrd="0" parTransId="{7BCBC648-0C80-49DD-B178-2EDBECA55418}" sibTransId="{F8D0CF44-8435-4354-B091-466F8340E9B2}"/>
    <dgm:cxn modelId="{4FE1856E-4590-45D8-BDD0-E43AF78DFF53}" srcId="{E3FDCA2A-9AAF-40CA-993C-275605F05A3C}" destId="{34E57E8F-A010-48E7-9822-AFD2281DB10F}" srcOrd="0" destOrd="0" parTransId="{4BA5F282-EC7A-4B8F-A773-00C07BF28660}" sibTransId="{B0664AA6-6EF0-4678-A339-1FFC2E66B9F4}"/>
    <dgm:cxn modelId="{5FF389B7-BBD4-4B8E-95D6-71F82EF22333}" type="presOf" srcId="{E3FDCA2A-9AAF-40CA-993C-275605F05A3C}" destId="{D5442D08-E7D9-4529-8D2F-42DBA13A2860}" srcOrd="0" destOrd="0" presId="urn:microsoft.com/office/officeart/2018/2/layout/IconVerticalSolidList"/>
    <dgm:cxn modelId="{7BF01DBF-3CC2-4EF4-92CC-EB1B5B9CFC77}" type="presOf" srcId="{DF9124FF-D48C-4BCE-A1D8-B414CAAAD28F}" destId="{9CC51BDA-455C-4EC9-B498-C90AFF1D7342}" srcOrd="0" destOrd="0" presId="urn:microsoft.com/office/officeart/2018/2/layout/IconVerticalSolidList"/>
    <dgm:cxn modelId="{50B8CD25-E72E-4FD4-BE98-E2C69B0079EA}" type="presParOf" srcId="{D5442D08-E7D9-4529-8D2F-42DBA13A2860}" destId="{A91514E6-85D9-408B-9550-F5554D244AF0}" srcOrd="0" destOrd="0" presId="urn:microsoft.com/office/officeart/2018/2/layout/IconVerticalSolidList"/>
    <dgm:cxn modelId="{43144CD9-C300-423A-81C2-CED05D8473E3}" type="presParOf" srcId="{A91514E6-85D9-408B-9550-F5554D244AF0}" destId="{AB3D62B6-D989-4D2A-98F2-EDA26DCA02CF}" srcOrd="0" destOrd="0" presId="urn:microsoft.com/office/officeart/2018/2/layout/IconVerticalSolidList"/>
    <dgm:cxn modelId="{28B65645-F1B2-4ED5-871C-F6F2AAD959D5}" type="presParOf" srcId="{A91514E6-85D9-408B-9550-F5554D244AF0}" destId="{49A68621-4C3B-4F8D-8C22-84E17CFE4C4A}" srcOrd="1" destOrd="0" presId="urn:microsoft.com/office/officeart/2018/2/layout/IconVerticalSolidList"/>
    <dgm:cxn modelId="{06C4E45F-5A8F-4D36-A319-C94C3CF04A6B}" type="presParOf" srcId="{A91514E6-85D9-408B-9550-F5554D244AF0}" destId="{BE64ADDE-B09F-43EF-BC81-AA3FF879405A}" srcOrd="2" destOrd="0" presId="urn:microsoft.com/office/officeart/2018/2/layout/IconVerticalSolidList"/>
    <dgm:cxn modelId="{6F47ADCA-9434-415B-BCED-E2D57B5C46C6}" type="presParOf" srcId="{A91514E6-85D9-408B-9550-F5554D244AF0}" destId="{5C657873-201C-47A9-AE64-66C8D43C32C8}" srcOrd="3" destOrd="0" presId="urn:microsoft.com/office/officeart/2018/2/layout/IconVerticalSolidList"/>
    <dgm:cxn modelId="{D63CB8CB-A638-417F-B80B-9E24E871C598}" type="presParOf" srcId="{D5442D08-E7D9-4529-8D2F-42DBA13A2860}" destId="{120BFBAD-DE8F-43B1-AACF-24C2368A2D6C}" srcOrd="1" destOrd="0" presId="urn:microsoft.com/office/officeart/2018/2/layout/IconVerticalSolidList"/>
    <dgm:cxn modelId="{C83B4C3E-6512-4D8D-B990-EC7CFABCF9C4}" type="presParOf" srcId="{D5442D08-E7D9-4529-8D2F-42DBA13A2860}" destId="{0615CA67-22A8-4A01-89EB-7B2C6D5B6B7F}" srcOrd="2" destOrd="0" presId="urn:microsoft.com/office/officeart/2018/2/layout/IconVerticalSolidList"/>
    <dgm:cxn modelId="{97980562-28E4-4432-8A17-BA280CE50B6C}" type="presParOf" srcId="{0615CA67-22A8-4A01-89EB-7B2C6D5B6B7F}" destId="{9CA5EB8A-47E9-4E82-97BB-8674A2E2821F}" srcOrd="0" destOrd="0" presId="urn:microsoft.com/office/officeart/2018/2/layout/IconVerticalSolidList"/>
    <dgm:cxn modelId="{60A553EB-143D-42B0-8F54-6E92B6D89F2D}" type="presParOf" srcId="{0615CA67-22A8-4A01-89EB-7B2C6D5B6B7F}" destId="{B289D8E0-E054-4EAD-824D-F482490456A3}" srcOrd="1" destOrd="0" presId="urn:microsoft.com/office/officeart/2018/2/layout/IconVerticalSolidList"/>
    <dgm:cxn modelId="{14308AF1-7FEF-4D27-BD97-8291B6E3D487}" type="presParOf" srcId="{0615CA67-22A8-4A01-89EB-7B2C6D5B6B7F}" destId="{33AE692C-ADF9-43AB-BCA1-CC17EA230A67}" srcOrd="2" destOrd="0" presId="urn:microsoft.com/office/officeart/2018/2/layout/IconVerticalSolidList"/>
    <dgm:cxn modelId="{BF5C061D-D783-4BBC-9E8E-8B0F93B8981E}" type="presParOf" srcId="{0615CA67-22A8-4A01-89EB-7B2C6D5B6B7F}" destId="{9CC51BDA-455C-4EC9-B498-C90AFF1D7342}" srcOrd="3" destOrd="0" presId="urn:microsoft.com/office/officeart/2018/2/layout/IconVerticalSolidList"/>
    <dgm:cxn modelId="{E85433EC-EC69-4901-BC45-518C884533A7}" type="presParOf" srcId="{D5442D08-E7D9-4529-8D2F-42DBA13A2860}" destId="{6DFDDBB9-8A21-48CB-B9D4-1C47BF0BE72D}" srcOrd="3" destOrd="0" presId="urn:microsoft.com/office/officeart/2018/2/layout/IconVerticalSolidList"/>
    <dgm:cxn modelId="{AA600E81-F456-46BA-9BC1-7A66B1BA5B8F}" type="presParOf" srcId="{D5442D08-E7D9-4529-8D2F-42DBA13A2860}" destId="{7E238225-F792-4E23-AB99-367BB113E39A}" srcOrd="4" destOrd="0" presId="urn:microsoft.com/office/officeart/2018/2/layout/IconVerticalSolidList"/>
    <dgm:cxn modelId="{5BAF060D-7DFD-45E0-A73F-7BD9550E8CDE}" type="presParOf" srcId="{7E238225-F792-4E23-AB99-367BB113E39A}" destId="{A6859ADB-64A9-4D18-AA99-1AF114450495}" srcOrd="0" destOrd="0" presId="urn:microsoft.com/office/officeart/2018/2/layout/IconVerticalSolidList"/>
    <dgm:cxn modelId="{A60CE7FB-CF35-4D4D-97C1-B65E80D161E5}" type="presParOf" srcId="{7E238225-F792-4E23-AB99-367BB113E39A}" destId="{7245F1B3-0D93-406B-A4D9-C5940B697011}" srcOrd="1" destOrd="0" presId="urn:microsoft.com/office/officeart/2018/2/layout/IconVerticalSolidList"/>
    <dgm:cxn modelId="{C439B1F2-4973-40E6-89C2-8274626EA7F5}" type="presParOf" srcId="{7E238225-F792-4E23-AB99-367BB113E39A}" destId="{AEA2670B-81EC-404D-B2E4-3DDCAE726787}" srcOrd="2" destOrd="0" presId="urn:microsoft.com/office/officeart/2018/2/layout/IconVerticalSolidList"/>
    <dgm:cxn modelId="{BB053729-06EF-49E9-89B2-BB62715744C9}" type="presParOf" srcId="{7E238225-F792-4E23-AB99-367BB113E39A}" destId="{570D8B02-AE0D-449F-8F72-847FB371B88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4884511-4BF3-42C5-8627-E146C6C4E09C}" type="doc">
      <dgm:prSet loTypeId="urn:microsoft.com/office/officeart/2016/7/layout/RepeatingBendingProcessNew" loCatId="process" qsTypeId="urn:microsoft.com/office/officeart/2005/8/quickstyle/simple5" qsCatId="simple" csTypeId="urn:microsoft.com/office/officeart/2005/8/colors/accent3_2" csCatId="accent3" phldr="1"/>
      <dgm:spPr/>
      <dgm:t>
        <a:bodyPr/>
        <a:lstStyle/>
        <a:p>
          <a:endParaRPr lang="en-US"/>
        </a:p>
      </dgm:t>
    </dgm:pt>
    <dgm:pt modelId="{CA38BC32-5C4D-4A49-BB7B-149174AFE734}">
      <dgm:prSet custT="1"/>
      <dgm:spPr>
        <a:solidFill>
          <a:srgbClr val="00B0F0"/>
        </a:solidFill>
        <a:ln>
          <a:solidFill>
            <a:schemeClr val="tx1"/>
          </a:solidFill>
        </a:ln>
      </dgm:spPr>
      <dgm:t>
        <a:bodyPr/>
        <a:lstStyle/>
        <a:p>
          <a:r>
            <a:rPr lang="en-US" sz="1400">
              <a:solidFill>
                <a:schemeClr val="tx1"/>
              </a:solidFill>
              <a:latin typeface="Arial" panose="020B0604020202020204" pitchFamily="34" charset="0"/>
              <a:cs typeface="Arial" panose="020B0604020202020204" pitchFamily="34" charset="0"/>
            </a:rPr>
            <a:t>The suspected emails have been received and isolated in a sandbox environment prepared for such events.</a:t>
          </a:r>
        </a:p>
      </dgm:t>
    </dgm:pt>
    <dgm:pt modelId="{382E5DF9-AAC0-4969-BD71-488638FA05EB}" type="parTrans" cxnId="{16E6B205-9799-488D-B31B-39CE992CCB49}">
      <dgm:prSet/>
      <dgm:spPr/>
      <dgm:t>
        <a:bodyPr/>
        <a:lstStyle/>
        <a:p>
          <a:endParaRPr lang="en-US"/>
        </a:p>
      </dgm:t>
    </dgm:pt>
    <dgm:pt modelId="{0725F85B-B547-4963-9116-D270F35AAEF4}" type="sibTrans" cxnId="{16E6B205-9799-488D-B31B-39CE992CCB49}">
      <dgm:prSet/>
      <dgm:spPr>
        <a:ln w="12700">
          <a:solidFill>
            <a:schemeClr val="tx1"/>
          </a:solidFill>
        </a:ln>
      </dgm:spPr>
      <dgm:t>
        <a:bodyPr/>
        <a:lstStyle/>
        <a:p>
          <a:endParaRPr lang="en-US"/>
        </a:p>
      </dgm:t>
    </dgm:pt>
    <dgm:pt modelId="{EF0366A6-434C-44C0-8BDD-98E92CE8BD9B}">
      <dgm:prSet custT="1"/>
      <dgm:spPr>
        <a:solidFill>
          <a:srgbClr val="00B0F0"/>
        </a:solidFill>
        <a:ln>
          <a:solidFill>
            <a:schemeClr val="tx1"/>
          </a:solidFill>
        </a:ln>
      </dgm:spPr>
      <dgm:t>
        <a:bodyPr/>
        <a:lstStyle/>
        <a:p>
          <a:r>
            <a:rPr lang="en-US" sz="1400">
              <a:solidFill>
                <a:schemeClr val="tx1"/>
              </a:solidFill>
              <a:latin typeface="Arial" panose="020B0604020202020204" pitchFamily="34" charset="0"/>
              <a:cs typeface="Arial" panose="020B0604020202020204" pitchFamily="34" charset="0"/>
            </a:rPr>
            <a:t>A trigger is executed to create a ticket on the case management solution (such as </a:t>
          </a:r>
          <a:r>
            <a:rPr lang="en-US" sz="1400" err="1">
              <a:solidFill>
                <a:schemeClr val="tx1"/>
              </a:solidFill>
              <a:latin typeface="Arial" panose="020B0604020202020204" pitchFamily="34" charset="0"/>
              <a:cs typeface="Arial" panose="020B0604020202020204" pitchFamily="34" charset="0"/>
            </a:rPr>
            <a:t>TheHive</a:t>
          </a:r>
          <a:r>
            <a:rPr lang="en-US" sz="1400">
              <a:solidFill>
                <a:schemeClr val="tx1"/>
              </a:solidFill>
              <a:latin typeface="Arial" panose="020B0604020202020204" pitchFamily="34" charset="0"/>
              <a:cs typeface="Arial" panose="020B0604020202020204" pitchFamily="34" charset="0"/>
            </a:rPr>
            <a:t>). This will allow for better documentation and follow-up on the incident</a:t>
          </a:r>
          <a:r>
            <a:rPr lang="en-US" sz="1200">
              <a:solidFill>
                <a:schemeClr val="tx1"/>
              </a:solidFill>
            </a:rPr>
            <a:t>.</a:t>
          </a:r>
        </a:p>
      </dgm:t>
    </dgm:pt>
    <dgm:pt modelId="{60AE6795-9FBD-4889-9862-EBF5DBF2602B}" type="parTrans" cxnId="{CC3671B4-EE1C-4816-A80C-C94E994DFCB7}">
      <dgm:prSet/>
      <dgm:spPr/>
      <dgm:t>
        <a:bodyPr/>
        <a:lstStyle/>
        <a:p>
          <a:endParaRPr lang="en-US"/>
        </a:p>
      </dgm:t>
    </dgm:pt>
    <dgm:pt modelId="{2A355A2C-0FCB-4759-B2CC-80F9A3F3C7EC}" type="sibTrans" cxnId="{CC3671B4-EE1C-4816-A80C-C94E994DFCB7}">
      <dgm:prSet/>
      <dgm:spPr>
        <a:ln w="12700">
          <a:solidFill>
            <a:schemeClr val="tx1"/>
          </a:solidFill>
        </a:ln>
      </dgm:spPr>
      <dgm:t>
        <a:bodyPr/>
        <a:lstStyle/>
        <a:p>
          <a:endParaRPr lang="en-US"/>
        </a:p>
      </dgm:t>
    </dgm:pt>
    <dgm:pt modelId="{D2FA8E4A-6242-4C2F-B037-2260A3EC91BA}">
      <dgm:prSet custT="1"/>
      <dgm:spPr>
        <a:solidFill>
          <a:srgbClr val="00B0F0"/>
        </a:solidFill>
        <a:ln>
          <a:solidFill>
            <a:schemeClr val="tx1"/>
          </a:solidFill>
        </a:ln>
      </dgm:spPr>
      <dgm:t>
        <a:bodyPr/>
        <a:lstStyle/>
        <a:p>
          <a:r>
            <a:rPr lang="en-US" sz="1400">
              <a:solidFill>
                <a:schemeClr val="tx1"/>
              </a:solidFill>
              <a:latin typeface="Arial" panose="020B0604020202020204" pitchFamily="34" charset="0"/>
              <a:cs typeface="Arial" panose="020B0604020202020204" pitchFamily="34" charset="0"/>
            </a:rPr>
            <a:t>Parse the email for URLs, attachments and other possible IOCs. If any IOCs are present, they will be extracted.</a:t>
          </a:r>
        </a:p>
      </dgm:t>
    </dgm:pt>
    <dgm:pt modelId="{2D506860-15A9-4CCB-982A-E67F6A87A46D}" type="parTrans" cxnId="{178A7DBC-11C2-48B3-B0F5-2432812D1298}">
      <dgm:prSet/>
      <dgm:spPr/>
      <dgm:t>
        <a:bodyPr/>
        <a:lstStyle/>
        <a:p>
          <a:endParaRPr lang="en-US"/>
        </a:p>
      </dgm:t>
    </dgm:pt>
    <dgm:pt modelId="{5965F12E-21FB-4599-A4AF-6762CF9CFB4E}" type="sibTrans" cxnId="{178A7DBC-11C2-48B3-B0F5-2432812D1298}">
      <dgm:prSet/>
      <dgm:spPr>
        <a:ln w="12700">
          <a:solidFill>
            <a:schemeClr val="tx1"/>
          </a:solidFill>
        </a:ln>
      </dgm:spPr>
      <dgm:t>
        <a:bodyPr/>
        <a:lstStyle/>
        <a:p>
          <a:endParaRPr lang="en-US"/>
        </a:p>
      </dgm:t>
    </dgm:pt>
    <dgm:pt modelId="{A7478F98-E3A7-4BA3-8B84-D523B10317A5}">
      <dgm:prSet custT="1"/>
      <dgm:spPr>
        <a:solidFill>
          <a:srgbClr val="00B0F0"/>
        </a:solidFill>
        <a:ln>
          <a:solidFill>
            <a:schemeClr val="tx1"/>
          </a:solidFill>
        </a:ln>
      </dgm:spPr>
      <dgm:t>
        <a:bodyPr/>
        <a:lstStyle/>
        <a:p>
          <a:r>
            <a:rPr lang="en-US" sz="1400">
              <a:solidFill>
                <a:schemeClr val="tx1"/>
              </a:solidFill>
              <a:latin typeface="Arial" panose="020B0604020202020204" pitchFamily="34" charset="0"/>
              <a:cs typeface="Arial" panose="020B0604020202020204" pitchFamily="34" charset="0"/>
            </a:rPr>
            <a:t>File hashes will be generated for extracted attachments.</a:t>
          </a:r>
        </a:p>
      </dgm:t>
    </dgm:pt>
    <dgm:pt modelId="{50A2FBC9-F679-4A2C-8E84-C44F8A4C1C57}" type="parTrans" cxnId="{5CA755B6-B2CC-4F30-A131-B6EA69B4FC29}">
      <dgm:prSet/>
      <dgm:spPr/>
      <dgm:t>
        <a:bodyPr/>
        <a:lstStyle/>
        <a:p>
          <a:endParaRPr lang="en-US"/>
        </a:p>
      </dgm:t>
    </dgm:pt>
    <dgm:pt modelId="{B9BCBB3A-0304-42B8-B144-3C283A0B3460}" type="sibTrans" cxnId="{5CA755B6-B2CC-4F30-A131-B6EA69B4FC29}">
      <dgm:prSet/>
      <dgm:spPr>
        <a:ln w="12700">
          <a:solidFill>
            <a:schemeClr val="tx1"/>
          </a:solidFill>
        </a:ln>
      </dgm:spPr>
      <dgm:t>
        <a:bodyPr/>
        <a:lstStyle/>
        <a:p>
          <a:endParaRPr lang="en-US"/>
        </a:p>
      </dgm:t>
    </dgm:pt>
    <dgm:pt modelId="{2790FA8C-1734-4448-8463-C660385D279B}">
      <dgm:prSet custT="1"/>
      <dgm:spPr>
        <a:solidFill>
          <a:srgbClr val="00B0F0"/>
        </a:solidFill>
        <a:ln>
          <a:solidFill>
            <a:schemeClr val="tx1"/>
          </a:solidFill>
        </a:ln>
      </dgm:spPr>
      <dgm:t>
        <a:bodyPr/>
        <a:lstStyle/>
        <a:p>
          <a:r>
            <a:rPr lang="en-US" sz="1400">
              <a:solidFill>
                <a:schemeClr val="tx1"/>
              </a:solidFill>
              <a:latin typeface="Arial" panose="020B0604020202020204" pitchFamily="34" charset="0"/>
              <a:cs typeface="Arial" panose="020B0604020202020204" pitchFamily="34" charset="0"/>
            </a:rPr>
            <a:t>A </a:t>
          </a:r>
          <a:r>
            <a:rPr lang="en-US" sz="1400" err="1">
              <a:solidFill>
                <a:schemeClr val="tx1"/>
              </a:solidFill>
              <a:latin typeface="Arial" panose="020B0604020202020204" pitchFamily="34" charset="0"/>
              <a:cs typeface="Arial" panose="020B0604020202020204" pitchFamily="34" charset="0"/>
            </a:rPr>
            <a:t>VirusTotal</a:t>
          </a:r>
          <a:r>
            <a:rPr lang="en-US" sz="1400">
              <a:solidFill>
                <a:schemeClr val="tx1"/>
              </a:solidFill>
              <a:latin typeface="Arial" panose="020B0604020202020204" pitchFamily="34" charset="0"/>
              <a:cs typeface="Arial" panose="020B0604020202020204" pitchFamily="34" charset="0"/>
            </a:rPr>
            <a:t> trigger is executed to </a:t>
          </a:r>
          <a:r>
            <a:rPr lang="en-US" sz="1400" err="1">
              <a:solidFill>
                <a:schemeClr val="tx1"/>
              </a:solidFill>
              <a:latin typeface="Arial" panose="020B0604020202020204" pitchFamily="34" charset="0"/>
              <a:cs typeface="Arial" panose="020B0604020202020204" pitchFamily="34" charset="0"/>
            </a:rPr>
            <a:t>analyse</a:t>
          </a:r>
          <a:r>
            <a:rPr lang="en-US" sz="1400">
              <a:solidFill>
                <a:schemeClr val="tx1"/>
              </a:solidFill>
              <a:latin typeface="Arial" panose="020B0604020202020204" pitchFamily="34" charset="0"/>
              <a:cs typeface="Arial" panose="020B0604020202020204" pitchFamily="34" charset="0"/>
            </a:rPr>
            <a:t> extracted URLs and file hashes.</a:t>
          </a:r>
        </a:p>
      </dgm:t>
    </dgm:pt>
    <dgm:pt modelId="{BFB1302C-1D58-413F-8118-D8CF647F3F62}" type="parTrans" cxnId="{C7537272-7867-44CA-84CB-341D7F5E4E3C}">
      <dgm:prSet/>
      <dgm:spPr/>
      <dgm:t>
        <a:bodyPr/>
        <a:lstStyle/>
        <a:p>
          <a:endParaRPr lang="en-US"/>
        </a:p>
      </dgm:t>
    </dgm:pt>
    <dgm:pt modelId="{BCDFAD17-B658-4575-87D6-A162CF4BAC6C}" type="sibTrans" cxnId="{C7537272-7867-44CA-84CB-341D7F5E4E3C}">
      <dgm:prSet/>
      <dgm:spPr>
        <a:ln w="12700">
          <a:solidFill>
            <a:schemeClr val="tx1"/>
          </a:solidFill>
        </a:ln>
      </dgm:spPr>
      <dgm:t>
        <a:bodyPr/>
        <a:lstStyle/>
        <a:p>
          <a:endParaRPr lang="en-US"/>
        </a:p>
      </dgm:t>
    </dgm:pt>
    <dgm:pt modelId="{5AE8FEBF-4C94-49A6-8F59-C2531EA363EA}">
      <dgm:prSet custT="1"/>
      <dgm:spPr>
        <a:solidFill>
          <a:srgbClr val="00B0F0"/>
        </a:solidFill>
        <a:ln>
          <a:solidFill>
            <a:schemeClr val="tx1"/>
          </a:solidFill>
        </a:ln>
      </dgm:spPr>
      <dgm:t>
        <a:bodyPr/>
        <a:lstStyle/>
        <a:p>
          <a:r>
            <a:rPr lang="en-US" sz="1400">
              <a:solidFill>
                <a:schemeClr val="tx1"/>
              </a:solidFill>
              <a:latin typeface="Arial" panose="020B0604020202020204" pitchFamily="34" charset="0"/>
              <a:cs typeface="Arial" panose="020B0604020202020204" pitchFamily="34" charset="0"/>
            </a:rPr>
            <a:t>In the event there are no results from </a:t>
          </a:r>
          <a:r>
            <a:rPr lang="en-US" sz="1400" err="1">
              <a:solidFill>
                <a:schemeClr val="tx1"/>
              </a:solidFill>
              <a:latin typeface="Arial" panose="020B0604020202020204" pitchFamily="34" charset="0"/>
              <a:cs typeface="Arial" panose="020B0604020202020204" pitchFamily="34" charset="0"/>
            </a:rPr>
            <a:t>VirusTotal</a:t>
          </a:r>
          <a:r>
            <a:rPr lang="en-US" sz="1400">
              <a:solidFill>
                <a:schemeClr val="tx1"/>
              </a:solidFill>
              <a:latin typeface="Arial" panose="020B0604020202020204" pitchFamily="34" charset="0"/>
              <a:cs typeface="Arial" panose="020B0604020202020204" pitchFamily="34" charset="0"/>
            </a:rPr>
            <a:t>, a manual email analysis has to be done to ensure whether it is malicious.</a:t>
          </a:r>
        </a:p>
      </dgm:t>
    </dgm:pt>
    <dgm:pt modelId="{17A5505C-A7D1-49E8-91DC-6DE65F668E29}" type="parTrans" cxnId="{E85E9129-F4FC-4611-9178-76F6FA0B116C}">
      <dgm:prSet/>
      <dgm:spPr/>
      <dgm:t>
        <a:bodyPr/>
        <a:lstStyle/>
        <a:p>
          <a:endParaRPr lang="en-US"/>
        </a:p>
      </dgm:t>
    </dgm:pt>
    <dgm:pt modelId="{57C614FD-0C62-467D-A933-67C3BE6F5533}" type="sibTrans" cxnId="{E85E9129-F4FC-4611-9178-76F6FA0B116C}">
      <dgm:prSet/>
      <dgm:spPr>
        <a:ln w="12700">
          <a:solidFill>
            <a:schemeClr val="tx1"/>
          </a:solidFill>
        </a:ln>
      </dgm:spPr>
      <dgm:t>
        <a:bodyPr/>
        <a:lstStyle/>
        <a:p>
          <a:endParaRPr lang="en-US"/>
        </a:p>
      </dgm:t>
    </dgm:pt>
    <dgm:pt modelId="{3B8F19F1-0358-4C19-92AA-40FFFD8467BC}">
      <dgm:prSet custT="1"/>
      <dgm:spPr>
        <a:solidFill>
          <a:srgbClr val="00B0F0"/>
        </a:solidFill>
        <a:ln>
          <a:solidFill>
            <a:schemeClr val="tx1"/>
          </a:solidFill>
        </a:ln>
      </dgm:spPr>
      <dgm:t>
        <a:bodyPr/>
        <a:lstStyle/>
        <a:p>
          <a:r>
            <a:rPr lang="en-US" sz="1400">
              <a:solidFill>
                <a:schemeClr val="tx1"/>
              </a:solidFill>
              <a:latin typeface="Arial" panose="020B0604020202020204" pitchFamily="34" charset="0"/>
              <a:cs typeface="Arial" panose="020B0604020202020204" pitchFamily="34" charset="0"/>
            </a:rPr>
            <a:t>Malicious outcomes from automated or manual analysis trigger a deletion of the malicious email and a communication notification to the </a:t>
          </a:r>
          <a:r>
            <a:rPr lang="en-US" sz="1400" err="1">
              <a:solidFill>
                <a:schemeClr val="tx1"/>
              </a:solidFill>
              <a:latin typeface="Arial" panose="020B0604020202020204" pitchFamily="34" charset="0"/>
              <a:cs typeface="Arial" panose="020B0604020202020204" pitchFamily="34" charset="0"/>
            </a:rPr>
            <a:t>organisation</a:t>
          </a:r>
          <a:r>
            <a:rPr lang="en-US" sz="1400">
              <a:solidFill>
                <a:schemeClr val="tx1"/>
              </a:solidFill>
              <a:latin typeface="Arial" panose="020B0604020202020204" pitchFamily="34" charset="0"/>
              <a:cs typeface="Arial" panose="020B0604020202020204" pitchFamily="34" charset="0"/>
            </a:rPr>
            <a:t>.</a:t>
          </a:r>
        </a:p>
      </dgm:t>
    </dgm:pt>
    <dgm:pt modelId="{7DA4BE87-E0AB-4E82-ABCA-39962B3E4923}" type="parTrans" cxnId="{58C326FF-9330-43C9-85B4-A27D32659D32}">
      <dgm:prSet/>
      <dgm:spPr/>
      <dgm:t>
        <a:bodyPr/>
        <a:lstStyle/>
        <a:p>
          <a:endParaRPr lang="en-US"/>
        </a:p>
      </dgm:t>
    </dgm:pt>
    <dgm:pt modelId="{015BA974-6487-4CB8-8C28-940E44D38483}" type="sibTrans" cxnId="{58C326FF-9330-43C9-85B4-A27D32659D32}">
      <dgm:prSet/>
      <dgm:spPr>
        <a:ln w="12700">
          <a:solidFill>
            <a:schemeClr val="tx1"/>
          </a:solidFill>
        </a:ln>
      </dgm:spPr>
      <dgm:t>
        <a:bodyPr/>
        <a:lstStyle/>
        <a:p>
          <a:endParaRPr lang="en-US"/>
        </a:p>
      </dgm:t>
    </dgm:pt>
    <dgm:pt modelId="{A3B812BA-3027-4069-83D9-9AD4A3E7C66A}">
      <dgm:prSet custT="1"/>
      <dgm:spPr>
        <a:solidFill>
          <a:srgbClr val="00B0F0"/>
        </a:solidFill>
        <a:ln>
          <a:solidFill>
            <a:schemeClr val="tx1"/>
          </a:solidFill>
        </a:ln>
      </dgm:spPr>
      <dgm:t>
        <a:bodyPr/>
        <a:lstStyle/>
        <a:p>
          <a:r>
            <a:rPr lang="en-US" sz="1400">
              <a:solidFill>
                <a:schemeClr val="tx1"/>
              </a:solidFill>
              <a:latin typeface="Arial" panose="020B0604020202020204" pitchFamily="34" charset="0"/>
              <a:cs typeface="Arial" panose="020B0604020202020204" pitchFamily="34" charset="0"/>
            </a:rPr>
            <a:t>The incident ticket is updated with IOCs’ results and reports generated.</a:t>
          </a:r>
        </a:p>
      </dgm:t>
    </dgm:pt>
    <dgm:pt modelId="{614178D6-DD44-4E46-BC6E-3D817A9379CB}" type="parTrans" cxnId="{E0760BD5-920A-4C81-92BF-6172E77C127C}">
      <dgm:prSet/>
      <dgm:spPr/>
      <dgm:t>
        <a:bodyPr/>
        <a:lstStyle/>
        <a:p>
          <a:endParaRPr lang="en-US"/>
        </a:p>
      </dgm:t>
    </dgm:pt>
    <dgm:pt modelId="{A99E5EA4-7CAF-4F8F-82FC-99A29F431FD5}" type="sibTrans" cxnId="{E0760BD5-920A-4C81-92BF-6172E77C127C}">
      <dgm:prSet/>
      <dgm:spPr>
        <a:ln w="12700">
          <a:solidFill>
            <a:schemeClr val="tx1"/>
          </a:solidFill>
        </a:ln>
      </dgm:spPr>
      <dgm:t>
        <a:bodyPr/>
        <a:lstStyle/>
        <a:p>
          <a:endParaRPr lang="en-US"/>
        </a:p>
      </dgm:t>
    </dgm:pt>
    <dgm:pt modelId="{D217E680-3AED-4B95-87BA-4C343817BA2D}">
      <dgm:prSet custT="1"/>
      <dgm:spPr>
        <a:solidFill>
          <a:srgbClr val="00B0F0"/>
        </a:solidFill>
        <a:ln>
          <a:solidFill>
            <a:schemeClr val="tx1"/>
          </a:solidFill>
        </a:ln>
      </dgm:spPr>
      <dgm:t>
        <a:bodyPr/>
        <a:lstStyle/>
        <a:p>
          <a:r>
            <a:rPr lang="en-US" sz="1400">
              <a:solidFill>
                <a:schemeClr val="tx1"/>
              </a:solidFill>
              <a:latin typeface="Arial" panose="020B0604020202020204" pitchFamily="34" charset="0"/>
              <a:cs typeface="Arial" panose="020B0604020202020204" pitchFamily="34" charset="0"/>
            </a:rPr>
            <a:t>End of workflow.</a:t>
          </a:r>
        </a:p>
      </dgm:t>
    </dgm:pt>
    <dgm:pt modelId="{47A8DB9F-2F7C-45B1-B5CF-3A95CBF6254B}" type="parTrans" cxnId="{0FADE11C-8192-4BF9-A662-A43B2E05AEBE}">
      <dgm:prSet/>
      <dgm:spPr/>
      <dgm:t>
        <a:bodyPr/>
        <a:lstStyle/>
        <a:p>
          <a:endParaRPr lang="en-US"/>
        </a:p>
      </dgm:t>
    </dgm:pt>
    <dgm:pt modelId="{7AC71CED-C19C-470B-9C95-A8CAB189A458}" type="sibTrans" cxnId="{0FADE11C-8192-4BF9-A662-A43B2E05AEBE}">
      <dgm:prSet/>
      <dgm:spPr/>
      <dgm:t>
        <a:bodyPr/>
        <a:lstStyle/>
        <a:p>
          <a:endParaRPr lang="en-US"/>
        </a:p>
      </dgm:t>
    </dgm:pt>
    <dgm:pt modelId="{33EB5688-8277-4B07-8481-848ADE89BF92}" type="pres">
      <dgm:prSet presAssocID="{A4884511-4BF3-42C5-8627-E146C6C4E09C}" presName="Name0" presStyleCnt="0">
        <dgm:presLayoutVars>
          <dgm:dir/>
          <dgm:resizeHandles val="exact"/>
        </dgm:presLayoutVars>
      </dgm:prSet>
      <dgm:spPr/>
    </dgm:pt>
    <dgm:pt modelId="{59535AD7-E881-4F87-9811-C258EE02103D}" type="pres">
      <dgm:prSet presAssocID="{CA38BC32-5C4D-4A49-BB7B-149174AFE734}" presName="node" presStyleLbl="node1" presStyleIdx="0" presStyleCnt="9">
        <dgm:presLayoutVars>
          <dgm:bulletEnabled val="1"/>
        </dgm:presLayoutVars>
      </dgm:prSet>
      <dgm:spPr/>
    </dgm:pt>
    <dgm:pt modelId="{9C1A1FBB-CE69-4D94-9F12-2B3A4E02E2F4}" type="pres">
      <dgm:prSet presAssocID="{0725F85B-B547-4963-9116-D270F35AAEF4}" presName="sibTrans" presStyleLbl="sibTrans1D1" presStyleIdx="0" presStyleCnt="8"/>
      <dgm:spPr/>
    </dgm:pt>
    <dgm:pt modelId="{B2DB0FFB-30D5-4D04-8ABA-DC3E2D7ADEB4}" type="pres">
      <dgm:prSet presAssocID="{0725F85B-B547-4963-9116-D270F35AAEF4}" presName="connectorText" presStyleLbl="sibTrans1D1" presStyleIdx="0" presStyleCnt="8"/>
      <dgm:spPr/>
    </dgm:pt>
    <dgm:pt modelId="{68093EA6-7A21-47E7-9BA7-8F318C216B1C}" type="pres">
      <dgm:prSet presAssocID="{EF0366A6-434C-44C0-8BDD-98E92CE8BD9B}" presName="node" presStyleLbl="node1" presStyleIdx="1" presStyleCnt="9">
        <dgm:presLayoutVars>
          <dgm:bulletEnabled val="1"/>
        </dgm:presLayoutVars>
      </dgm:prSet>
      <dgm:spPr/>
    </dgm:pt>
    <dgm:pt modelId="{46E5DC00-9B55-4082-AD14-D1171B8288CD}" type="pres">
      <dgm:prSet presAssocID="{2A355A2C-0FCB-4759-B2CC-80F9A3F3C7EC}" presName="sibTrans" presStyleLbl="sibTrans1D1" presStyleIdx="1" presStyleCnt="8"/>
      <dgm:spPr/>
    </dgm:pt>
    <dgm:pt modelId="{455CD420-9E42-45F8-B24F-7A1EA7ED2A4A}" type="pres">
      <dgm:prSet presAssocID="{2A355A2C-0FCB-4759-B2CC-80F9A3F3C7EC}" presName="connectorText" presStyleLbl="sibTrans1D1" presStyleIdx="1" presStyleCnt="8"/>
      <dgm:spPr/>
    </dgm:pt>
    <dgm:pt modelId="{C1AA810B-5F6B-47B5-8328-BB44A893181B}" type="pres">
      <dgm:prSet presAssocID="{D2FA8E4A-6242-4C2F-B037-2260A3EC91BA}" presName="node" presStyleLbl="node1" presStyleIdx="2" presStyleCnt="9">
        <dgm:presLayoutVars>
          <dgm:bulletEnabled val="1"/>
        </dgm:presLayoutVars>
      </dgm:prSet>
      <dgm:spPr/>
    </dgm:pt>
    <dgm:pt modelId="{82F48026-0FD8-47B3-AB3A-314F63C7264A}" type="pres">
      <dgm:prSet presAssocID="{5965F12E-21FB-4599-A4AF-6762CF9CFB4E}" presName="sibTrans" presStyleLbl="sibTrans1D1" presStyleIdx="2" presStyleCnt="8"/>
      <dgm:spPr/>
    </dgm:pt>
    <dgm:pt modelId="{CD618370-B5B0-4907-9E26-00309BBBA1D2}" type="pres">
      <dgm:prSet presAssocID="{5965F12E-21FB-4599-A4AF-6762CF9CFB4E}" presName="connectorText" presStyleLbl="sibTrans1D1" presStyleIdx="2" presStyleCnt="8"/>
      <dgm:spPr/>
    </dgm:pt>
    <dgm:pt modelId="{5A3D76C5-3F94-4028-AB6F-771123D936EC}" type="pres">
      <dgm:prSet presAssocID="{A7478F98-E3A7-4BA3-8B84-D523B10317A5}" presName="node" presStyleLbl="node1" presStyleIdx="3" presStyleCnt="9">
        <dgm:presLayoutVars>
          <dgm:bulletEnabled val="1"/>
        </dgm:presLayoutVars>
      </dgm:prSet>
      <dgm:spPr/>
    </dgm:pt>
    <dgm:pt modelId="{89E0A9A0-F64B-4DD7-BB6D-0581E401B139}" type="pres">
      <dgm:prSet presAssocID="{B9BCBB3A-0304-42B8-B144-3C283A0B3460}" presName="sibTrans" presStyleLbl="sibTrans1D1" presStyleIdx="3" presStyleCnt="8"/>
      <dgm:spPr/>
    </dgm:pt>
    <dgm:pt modelId="{E44EF1C3-D301-45C6-B476-18581A60505E}" type="pres">
      <dgm:prSet presAssocID="{B9BCBB3A-0304-42B8-B144-3C283A0B3460}" presName="connectorText" presStyleLbl="sibTrans1D1" presStyleIdx="3" presStyleCnt="8"/>
      <dgm:spPr/>
    </dgm:pt>
    <dgm:pt modelId="{2F11E445-0182-43A7-85B8-EAE67105C9BF}" type="pres">
      <dgm:prSet presAssocID="{2790FA8C-1734-4448-8463-C660385D279B}" presName="node" presStyleLbl="node1" presStyleIdx="4" presStyleCnt="9">
        <dgm:presLayoutVars>
          <dgm:bulletEnabled val="1"/>
        </dgm:presLayoutVars>
      </dgm:prSet>
      <dgm:spPr/>
    </dgm:pt>
    <dgm:pt modelId="{93CDC340-D782-4CC2-AD89-14950488326C}" type="pres">
      <dgm:prSet presAssocID="{BCDFAD17-B658-4575-87D6-A162CF4BAC6C}" presName="sibTrans" presStyleLbl="sibTrans1D1" presStyleIdx="4" presStyleCnt="8"/>
      <dgm:spPr/>
    </dgm:pt>
    <dgm:pt modelId="{9DCD225E-A58A-4D5D-9421-565F7F11C54F}" type="pres">
      <dgm:prSet presAssocID="{BCDFAD17-B658-4575-87D6-A162CF4BAC6C}" presName="connectorText" presStyleLbl="sibTrans1D1" presStyleIdx="4" presStyleCnt="8"/>
      <dgm:spPr/>
    </dgm:pt>
    <dgm:pt modelId="{58A85512-093F-490C-9A7C-92537E8E7CAF}" type="pres">
      <dgm:prSet presAssocID="{5AE8FEBF-4C94-49A6-8F59-C2531EA363EA}" presName="node" presStyleLbl="node1" presStyleIdx="5" presStyleCnt="9">
        <dgm:presLayoutVars>
          <dgm:bulletEnabled val="1"/>
        </dgm:presLayoutVars>
      </dgm:prSet>
      <dgm:spPr/>
    </dgm:pt>
    <dgm:pt modelId="{645D89A4-36E7-478D-B6A9-C1AF1AFE20E7}" type="pres">
      <dgm:prSet presAssocID="{57C614FD-0C62-467D-A933-67C3BE6F5533}" presName="sibTrans" presStyleLbl="sibTrans1D1" presStyleIdx="5" presStyleCnt="8"/>
      <dgm:spPr/>
    </dgm:pt>
    <dgm:pt modelId="{6C2473C3-838E-4E68-85F9-26BE3766926A}" type="pres">
      <dgm:prSet presAssocID="{57C614FD-0C62-467D-A933-67C3BE6F5533}" presName="connectorText" presStyleLbl="sibTrans1D1" presStyleIdx="5" presStyleCnt="8"/>
      <dgm:spPr/>
    </dgm:pt>
    <dgm:pt modelId="{BA31FAEB-9DCC-4297-B008-48D114047F3E}" type="pres">
      <dgm:prSet presAssocID="{3B8F19F1-0358-4C19-92AA-40FFFD8467BC}" presName="node" presStyleLbl="node1" presStyleIdx="6" presStyleCnt="9">
        <dgm:presLayoutVars>
          <dgm:bulletEnabled val="1"/>
        </dgm:presLayoutVars>
      </dgm:prSet>
      <dgm:spPr/>
    </dgm:pt>
    <dgm:pt modelId="{BEDEFE9C-1C82-44E3-963A-B33622333767}" type="pres">
      <dgm:prSet presAssocID="{015BA974-6487-4CB8-8C28-940E44D38483}" presName="sibTrans" presStyleLbl="sibTrans1D1" presStyleIdx="6" presStyleCnt="8"/>
      <dgm:spPr/>
    </dgm:pt>
    <dgm:pt modelId="{6679FE94-DD67-4875-A9E0-458CDD161D00}" type="pres">
      <dgm:prSet presAssocID="{015BA974-6487-4CB8-8C28-940E44D38483}" presName="connectorText" presStyleLbl="sibTrans1D1" presStyleIdx="6" presStyleCnt="8"/>
      <dgm:spPr/>
    </dgm:pt>
    <dgm:pt modelId="{609CA364-BD4C-4946-92DF-71ABEDDB23CC}" type="pres">
      <dgm:prSet presAssocID="{A3B812BA-3027-4069-83D9-9AD4A3E7C66A}" presName="node" presStyleLbl="node1" presStyleIdx="7" presStyleCnt="9">
        <dgm:presLayoutVars>
          <dgm:bulletEnabled val="1"/>
        </dgm:presLayoutVars>
      </dgm:prSet>
      <dgm:spPr/>
    </dgm:pt>
    <dgm:pt modelId="{5BA31FDB-769C-4765-9581-F353AA165C23}" type="pres">
      <dgm:prSet presAssocID="{A99E5EA4-7CAF-4F8F-82FC-99A29F431FD5}" presName="sibTrans" presStyleLbl="sibTrans1D1" presStyleIdx="7" presStyleCnt="8"/>
      <dgm:spPr/>
    </dgm:pt>
    <dgm:pt modelId="{B7518B93-0E21-40FB-96BB-E427A31E9512}" type="pres">
      <dgm:prSet presAssocID="{A99E5EA4-7CAF-4F8F-82FC-99A29F431FD5}" presName="connectorText" presStyleLbl="sibTrans1D1" presStyleIdx="7" presStyleCnt="8"/>
      <dgm:spPr/>
    </dgm:pt>
    <dgm:pt modelId="{127F4640-B9F4-4DCC-BB26-D9E0C7067408}" type="pres">
      <dgm:prSet presAssocID="{D217E680-3AED-4B95-87BA-4C343817BA2D}" presName="node" presStyleLbl="node1" presStyleIdx="8" presStyleCnt="9">
        <dgm:presLayoutVars>
          <dgm:bulletEnabled val="1"/>
        </dgm:presLayoutVars>
      </dgm:prSet>
      <dgm:spPr/>
    </dgm:pt>
  </dgm:ptLst>
  <dgm:cxnLst>
    <dgm:cxn modelId="{16E6B205-9799-488D-B31B-39CE992CCB49}" srcId="{A4884511-4BF3-42C5-8627-E146C6C4E09C}" destId="{CA38BC32-5C4D-4A49-BB7B-149174AFE734}" srcOrd="0" destOrd="0" parTransId="{382E5DF9-AAC0-4969-BD71-488638FA05EB}" sibTransId="{0725F85B-B547-4963-9116-D270F35AAEF4}"/>
    <dgm:cxn modelId="{58E42006-2E3D-4B12-A39F-22427D535E71}" type="presOf" srcId="{D217E680-3AED-4B95-87BA-4C343817BA2D}" destId="{127F4640-B9F4-4DCC-BB26-D9E0C7067408}" srcOrd="0" destOrd="0" presId="urn:microsoft.com/office/officeart/2016/7/layout/RepeatingBendingProcessNew"/>
    <dgm:cxn modelId="{8D9D0F13-5BC3-4215-A823-8A3D41DA8FEA}" type="presOf" srcId="{B9BCBB3A-0304-42B8-B144-3C283A0B3460}" destId="{E44EF1C3-D301-45C6-B476-18581A60505E}" srcOrd="1" destOrd="0" presId="urn:microsoft.com/office/officeart/2016/7/layout/RepeatingBendingProcessNew"/>
    <dgm:cxn modelId="{BC4BE916-0A63-443C-B8C9-2DECC25D9B05}" type="presOf" srcId="{2790FA8C-1734-4448-8463-C660385D279B}" destId="{2F11E445-0182-43A7-85B8-EAE67105C9BF}" srcOrd="0" destOrd="0" presId="urn:microsoft.com/office/officeart/2016/7/layout/RepeatingBendingProcessNew"/>
    <dgm:cxn modelId="{0FADE11C-8192-4BF9-A662-A43B2E05AEBE}" srcId="{A4884511-4BF3-42C5-8627-E146C6C4E09C}" destId="{D217E680-3AED-4B95-87BA-4C343817BA2D}" srcOrd="8" destOrd="0" parTransId="{47A8DB9F-2F7C-45B1-B5CF-3A95CBF6254B}" sibTransId="{7AC71CED-C19C-470B-9C95-A8CAB189A458}"/>
    <dgm:cxn modelId="{E85E9129-F4FC-4611-9178-76F6FA0B116C}" srcId="{A4884511-4BF3-42C5-8627-E146C6C4E09C}" destId="{5AE8FEBF-4C94-49A6-8F59-C2531EA363EA}" srcOrd="5" destOrd="0" parTransId="{17A5505C-A7D1-49E8-91DC-6DE65F668E29}" sibTransId="{57C614FD-0C62-467D-A933-67C3BE6F5533}"/>
    <dgm:cxn modelId="{54BEF72F-686A-49AC-846E-A88E364B48E7}" type="presOf" srcId="{015BA974-6487-4CB8-8C28-940E44D38483}" destId="{BEDEFE9C-1C82-44E3-963A-B33622333767}" srcOrd="0" destOrd="0" presId="urn:microsoft.com/office/officeart/2016/7/layout/RepeatingBendingProcessNew"/>
    <dgm:cxn modelId="{21BAF230-1D46-4C48-9C1C-32E1687D001B}" type="presOf" srcId="{3B8F19F1-0358-4C19-92AA-40FFFD8467BC}" destId="{BA31FAEB-9DCC-4297-B008-48D114047F3E}" srcOrd="0" destOrd="0" presId="urn:microsoft.com/office/officeart/2016/7/layout/RepeatingBendingProcessNew"/>
    <dgm:cxn modelId="{6423143F-E7BF-4ED4-8003-FCA46836D28E}" type="presOf" srcId="{5AE8FEBF-4C94-49A6-8F59-C2531EA363EA}" destId="{58A85512-093F-490C-9A7C-92537E8E7CAF}" srcOrd="0" destOrd="0" presId="urn:microsoft.com/office/officeart/2016/7/layout/RepeatingBendingProcessNew"/>
    <dgm:cxn modelId="{16AB9245-7D93-4965-8BF9-5BA3C428630E}" type="presOf" srcId="{5965F12E-21FB-4599-A4AF-6762CF9CFB4E}" destId="{CD618370-B5B0-4907-9E26-00309BBBA1D2}" srcOrd="1" destOrd="0" presId="urn:microsoft.com/office/officeart/2016/7/layout/RepeatingBendingProcessNew"/>
    <dgm:cxn modelId="{9AE21548-FCFE-4CD8-BF01-9D99537F531B}" type="presOf" srcId="{A7478F98-E3A7-4BA3-8B84-D523B10317A5}" destId="{5A3D76C5-3F94-4028-AB6F-771123D936EC}" srcOrd="0" destOrd="0" presId="urn:microsoft.com/office/officeart/2016/7/layout/RepeatingBendingProcessNew"/>
    <dgm:cxn modelId="{8C58096F-B2BD-4957-919F-DDF41C305E47}" type="presOf" srcId="{57C614FD-0C62-467D-A933-67C3BE6F5533}" destId="{6C2473C3-838E-4E68-85F9-26BE3766926A}" srcOrd="1" destOrd="0" presId="urn:microsoft.com/office/officeart/2016/7/layout/RepeatingBendingProcessNew"/>
    <dgm:cxn modelId="{C7537272-7867-44CA-84CB-341D7F5E4E3C}" srcId="{A4884511-4BF3-42C5-8627-E146C6C4E09C}" destId="{2790FA8C-1734-4448-8463-C660385D279B}" srcOrd="4" destOrd="0" parTransId="{BFB1302C-1D58-413F-8118-D8CF647F3F62}" sibTransId="{BCDFAD17-B658-4575-87D6-A162CF4BAC6C}"/>
    <dgm:cxn modelId="{C105B372-B599-4FE5-87D9-4A6C96F6B0DF}" type="presOf" srcId="{A99E5EA4-7CAF-4F8F-82FC-99A29F431FD5}" destId="{5BA31FDB-769C-4765-9581-F353AA165C23}" srcOrd="0" destOrd="0" presId="urn:microsoft.com/office/officeart/2016/7/layout/RepeatingBendingProcessNew"/>
    <dgm:cxn modelId="{86386073-35A0-49B4-84C5-F69C8DDD1D43}" type="presOf" srcId="{A4884511-4BF3-42C5-8627-E146C6C4E09C}" destId="{33EB5688-8277-4B07-8481-848ADE89BF92}" srcOrd="0" destOrd="0" presId="urn:microsoft.com/office/officeart/2016/7/layout/RepeatingBendingProcessNew"/>
    <dgm:cxn modelId="{532A9477-FC34-4795-9409-BBBD72D3B719}" type="presOf" srcId="{015BA974-6487-4CB8-8C28-940E44D38483}" destId="{6679FE94-DD67-4875-A9E0-458CDD161D00}" srcOrd="1" destOrd="0" presId="urn:microsoft.com/office/officeart/2016/7/layout/RepeatingBendingProcessNew"/>
    <dgm:cxn modelId="{A924637B-24F0-4614-89B4-052D52AAFB86}" type="presOf" srcId="{B9BCBB3A-0304-42B8-B144-3C283A0B3460}" destId="{89E0A9A0-F64B-4DD7-BB6D-0581E401B139}" srcOrd="0" destOrd="0" presId="urn:microsoft.com/office/officeart/2016/7/layout/RepeatingBendingProcessNew"/>
    <dgm:cxn modelId="{E693537C-D624-42FE-A372-12ECF59A00F3}" type="presOf" srcId="{A3B812BA-3027-4069-83D9-9AD4A3E7C66A}" destId="{609CA364-BD4C-4946-92DF-71ABEDDB23CC}" srcOrd="0" destOrd="0" presId="urn:microsoft.com/office/officeart/2016/7/layout/RepeatingBendingProcessNew"/>
    <dgm:cxn modelId="{90F27992-F482-44F9-8C91-80A7DE0F26FB}" type="presOf" srcId="{A99E5EA4-7CAF-4F8F-82FC-99A29F431FD5}" destId="{B7518B93-0E21-40FB-96BB-E427A31E9512}" srcOrd="1" destOrd="0" presId="urn:microsoft.com/office/officeart/2016/7/layout/RepeatingBendingProcessNew"/>
    <dgm:cxn modelId="{038E9696-C66D-4D72-9279-EF2DA2690104}" type="presOf" srcId="{5965F12E-21FB-4599-A4AF-6762CF9CFB4E}" destId="{82F48026-0FD8-47B3-AB3A-314F63C7264A}" srcOrd="0" destOrd="0" presId="urn:microsoft.com/office/officeart/2016/7/layout/RepeatingBendingProcessNew"/>
    <dgm:cxn modelId="{B5CB7AA5-42B4-4FF2-A56C-448786B4DFE5}" type="presOf" srcId="{BCDFAD17-B658-4575-87D6-A162CF4BAC6C}" destId="{93CDC340-D782-4CC2-AD89-14950488326C}" srcOrd="0" destOrd="0" presId="urn:microsoft.com/office/officeart/2016/7/layout/RepeatingBendingProcessNew"/>
    <dgm:cxn modelId="{BBE04DAC-5486-402B-9CC2-EAD8AFEA8132}" type="presOf" srcId="{EF0366A6-434C-44C0-8BDD-98E92CE8BD9B}" destId="{68093EA6-7A21-47E7-9BA7-8F318C216B1C}" srcOrd="0" destOrd="0" presId="urn:microsoft.com/office/officeart/2016/7/layout/RepeatingBendingProcessNew"/>
    <dgm:cxn modelId="{CC3671B4-EE1C-4816-A80C-C94E994DFCB7}" srcId="{A4884511-4BF3-42C5-8627-E146C6C4E09C}" destId="{EF0366A6-434C-44C0-8BDD-98E92CE8BD9B}" srcOrd="1" destOrd="0" parTransId="{60AE6795-9FBD-4889-9862-EBF5DBF2602B}" sibTransId="{2A355A2C-0FCB-4759-B2CC-80F9A3F3C7EC}"/>
    <dgm:cxn modelId="{F4357CB5-1FAA-477C-AC2A-86331FBC7744}" type="presOf" srcId="{BCDFAD17-B658-4575-87D6-A162CF4BAC6C}" destId="{9DCD225E-A58A-4D5D-9421-565F7F11C54F}" srcOrd="1" destOrd="0" presId="urn:microsoft.com/office/officeart/2016/7/layout/RepeatingBendingProcessNew"/>
    <dgm:cxn modelId="{5CA755B6-B2CC-4F30-A131-B6EA69B4FC29}" srcId="{A4884511-4BF3-42C5-8627-E146C6C4E09C}" destId="{A7478F98-E3A7-4BA3-8B84-D523B10317A5}" srcOrd="3" destOrd="0" parTransId="{50A2FBC9-F679-4A2C-8E84-C44F8A4C1C57}" sibTransId="{B9BCBB3A-0304-42B8-B144-3C283A0B3460}"/>
    <dgm:cxn modelId="{374D54B9-C987-4B89-8C12-102B7BEFBE72}" type="presOf" srcId="{2A355A2C-0FCB-4759-B2CC-80F9A3F3C7EC}" destId="{46E5DC00-9B55-4082-AD14-D1171B8288CD}" srcOrd="0" destOrd="0" presId="urn:microsoft.com/office/officeart/2016/7/layout/RepeatingBendingProcessNew"/>
    <dgm:cxn modelId="{178A7DBC-11C2-48B3-B0F5-2432812D1298}" srcId="{A4884511-4BF3-42C5-8627-E146C6C4E09C}" destId="{D2FA8E4A-6242-4C2F-B037-2260A3EC91BA}" srcOrd="2" destOrd="0" parTransId="{2D506860-15A9-4CCB-982A-E67F6A87A46D}" sibTransId="{5965F12E-21FB-4599-A4AF-6762CF9CFB4E}"/>
    <dgm:cxn modelId="{434A3AC0-E44C-4A17-B665-3D50CEE55218}" type="presOf" srcId="{D2FA8E4A-6242-4C2F-B037-2260A3EC91BA}" destId="{C1AA810B-5F6B-47B5-8328-BB44A893181B}" srcOrd="0" destOrd="0" presId="urn:microsoft.com/office/officeart/2016/7/layout/RepeatingBendingProcessNew"/>
    <dgm:cxn modelId="{D6BE34C7-CAC8-44E5-AC67-A69F4281144F}" type="presOf" srcId="{0725F85B-B547-4963-9116-D270F35AAEF4}" destId="{B2DB0FFB-30D5-4D04-8ABA-DC3E2D7ADEB4}" srcOrd="1" destOrd="0" presId="urn:microsoft.com/office/officeart/2016/7/layout/RepeatingBendingProcessNew"/>
    <dgm:cxn modelId="{C3C351CE-C01A-4DDD-942C-21DFB6305342}" type="presOf" srcId="{CA38BC32-5C4D-4A49-BB7B-149174AFE734}" destId="{59535AD7-E881-4F87-9811-C258EE02103D}" srcOrd="0" destOrd="0" presId="urn:microsoft.com/office/officeart/2016/7/layout/RepeatingBendingProcessNew"/>
    <dgm:cxn modelId="{E0760BD5-920A-4C81-92BF-6172E77C127C}" srcId="{A4884511-4BF3-42C5-8627-E146C6C4E09C}" destId="{A3B812BA-3027-4069-83D9-9AD4A3E7C66A}" srcOrd="7" destOrd="0" parTransId="{614178D6-DD44-4E46-BC6E-3D817A9379CB}" sibTransId="{A99E5EA4-7CAF-4F8F-82FC-99A29F431FD5}"/>
    <dgm:cxn modelId="{0312E5DF-32A4-4046-AE6F-9D3F886C1172}" type="presOf" srcId="{2A355A2C-0FCB-4759-B2CC-80F9A3F3C7EC}" destId="{455CD420-9E42-45F8-B24F-7A1EA7ED2A4A}" srcOrd="1" destOrd="0" presId="urn:microsoft.com/office/officeart/2016/7/layout/RepeatingBendingProcessNew"/>
    <dgm:cxn modelId="{28F9F2E1-36C8-4D67-AB47-CEE83EB4CB63}" type="presOf" srcId="{57C614FD-0C62-467D-A933-67C3BE6F5533}" destId="{645D89A4-36E7-478D-B6A9-C1AF1AFE20E7}" srcOrd="0" destOrd="0" presId="urn:microsoft.com/office/officeart/2016/7/layout/RepeatingBendingProcessNew"/>
    <dgm:cxn modelId="{88F129E5-E057-47AD-BAD1-772D7608AEDF}" type="presOf" srcId="{0725F85B-B547-4963-9116-D270F35AAEF4}" destId="{9C1A1FBB-CE69-4D94-9F12-2B3A4E02E2F4}" srcOrd="0" destOrd="0" presId="urn:microsoft.com/office/officeart/2016/7/layout/RepeatingBendingProcessNew"/>
    <dgm:cxn modelId="{58C326FF-9330-43C9-85B4-A27D32659D32}" srcId="{A4884511-4BF3-42C5-8627-E146C6C4E09C}" destId="{3B8F19F1-0358-4C19-92AA-40FFFD8467BC}" srcOrd="6" destOrd="0" parTransId="{7DA4BE87-E0AB-4E82-ABCA-39962B3E4923}" sibTransId="{015BA974-6487-4CB8-8C28-940E44D38483}"/>
    <dgm:cxn modelId="{C3B4D617-D5DB-4FA4-80F9-9672ED396ECF}" type="presParOf" srcId="{33EB5688-8277-4B07-8481-848ADE89BF92}" destId="{59535AD7-E881-4F87-9811-C258EE02103D}" srcOrd="0" destOrd="0" presId="urn:microsoft.com/office/officeart/2016/7/layout/RepeatingBendingProcessNew"/>
    <dgm:cxn modelId="{9D826B95-28B1-4BE8-81BB-FD9C8B189BF7}" type="presParOf" srcId="{33EB5688-8277-4B07-8481-848ADE89BF92}" destId="{9C1A1FBB-CE69-4D94-9F12-2B3A4E02E2F4}" srcOrd="1" destOrd="0" presId="urn:microsoft.com/office/officeart/2016/7/layout/RepeatingBendingProcessNew"/>
    <dgm:cxn modelId="{8F32EEBA-3383-479F-8048-AD05F64C90CF}" type="presParOf" srcId="{9C1A1FBB-CE69-4D94-9F12-2B3A4E02E2F4}" destId="{B2DB0FFB-30D5-4D04-8ABA-DC3E2D7ADEB4}" srcOrd="0" destOrd="0" presId="urn:microsoft.com/office/officeart/2016/7/layout/RepeatingBendingProcessNew"/>
    <dgm:cxn modelId="{0CC23F04-FC17-43B0-8966-998129445C7D}" type="presParOf" srcId="{33EB5688-8277-4B07-8481-848ADE89BF92}" destId="{68093EA6-7A21-47E7-9BA7-8F318C216B1C}" srcOrd="2" destOrd="0" presId="urn:microsoft.com/office/officeart/2016/7/layout/RepeatingBendingProcessNew"/>
    <dgm:cxn modelId="{0B0B0A79-686D-48AB-AA83-C7AC4D065F52}" type="presParOf" srcId="{33EB5688-8277-4B07-8481-848ADE89BF92}" destId="{46E5DC00-9B55-4082-AD14-D1171B8288CD}" srcOrd="3" destOrd="0" presId="urn:microsoft.com/office/officeart/2016/7/layout/RepeatingBendingProcessNew"/>
    <dgm:cxn modelId="{ABFA692E-484E-466D-AD65-E727B54B71A3}" type="presParOf" srcId="{46E5DC00-9B55-4082-AD14-D1171B8288CD}" destId="{455CD420-9E42-45F8-B24F-7A1EA7ED2A4A}" srcOrd="0" destOrd="0" presId="urn:microsoft.com/office/officeart/2016/7/layout/RepeatingBendingProcessNew"/>
    <dgm:cxn modelId="{2DD8CF48-3137-4136-9FCF-7FC245CC7CF8}" type="presParOf" srcId="{33EB5688-8277-4B07-8481-848ADE89BF92}" destId="{C1AA810B-5F6B-47B5-8328-BB44A893181B}" srcOrd="4" destOrd="0" presId="urn:microsoft.com/office/officeart/2016/7/layout/RepeatingBendingProcessNew"/>
    <dgm:cxn modelId="{12753BCE-61D1-44AF-ADE2-4792FB3BC309}" type="presParOf" srcId="{33EB5688-8277-4B07-8481-848ADE89BF92}" destId="{82F48026-0FD8-47B3-AB3A-314F63C7264A}" srcOrd="5" destOrd="0" presId="urn:microsoft.com/office/officeart/2016/7/layout/RepeatingBendingProcessNew"/>
    <dgm:cxn modelId="{E8B5DD20-1531-4B7A-A454-9F5A6597D44C}" type="presParOf" srcId="{82F48026-0FD8-47B3-AB3A-314F63C7264A}" destId="{CD618370-B5B0-4907-9E26-00309BBBA1D2}" srcOrd="0" destOrd="0" presId="urn:microsoft.com/office/officeart/2016/7/layout/RepeatingBendingProcessNew"/>
    <dgm:cxn modelId="{9B72EBD0-3754-4A26-8917-7FC0413BCC85}" type="presParOf" srcId="{33EB5688-8277-4B07-8481-848ADE89BF92}" destId="{5A3D76C5-3F94-4028-AB6F-771123D936EC}" srcOrd="6" destOrd="0" presId="urn:microsoft.com/office/officeart/2016/7/layout/RepeatingBendingProcessNew"/>
    <dgm:cxn modelId="{8794A26B-101D-4FE3-A208-44632D71825E}" type="presParOf" srcId="{33EB5688-8277-4B07-8481-848ADE89BF92}" destId="{89E0A9A0-F64B-4DD7-BB6D-0581E401B139}" srcOrd="7" destOrd="0" presId="urn:microsoft.com/office/officeart/2016/7/layout/RepeatingBendingProcessNew"/>
    <dgm:cxn modelId="{89BF30F8-9DE6-4164-9E94-69CA9C4BDF93}" type="presParOf" srcId="{89E0A9A0-F64B-4DD7-BB6D-0581E401B139}" destId="{E44EF1C3-D301-45C6-B476-18581A60505E}" srcOrd="0" destOrd="0" presId="urn:microsoft.com/office/officeart/2016/7/layout/RepeatingBendingProcessNew"/>
    <dgm:cxn modelId="{3671ADA8-9452-4E2A-9174-BA5992B48E3F}" type="presParOf" srcId="{33EB5688-8277-4B07-8481-848ADE89BF92}" destId="{2F11E445-0182-43A7-85B8-EAE67105C9BF}" srcOrd="8" destOrd="0" presId="urn:microsoft.com/office/officeart/2016/7/layout/RepeatingBendingProcessNew"/>
    <dgm:cxn modelId="{F7BEEC26-BB4C-4E08-A00E-4C5CF08DB1BC}" type="presParOf" srcId="{33EB5688-8277-4B07-8481-848ADE89BF92}" destId="{93CDC340-D782-4CC2-AD89-14950488326C}" srcOrd="9" destOrd="0" presId="urn:microsoft.com/office/officeart/2016/7/layout/RepeatingBendingProcessNew"/>
    <dgm:cxn modelId="{387CAB53-0E37-4845-9712-8352B5C72C84}" type="presParOf" srcId="{93CDC340-D782-4CC2-AD89-14950488326C}" destId="{9DCD225E-A58A-4D5D-9421-565F7F11C54F}" srcOrd="0" destOrd="0" presId="urn:microsoft.com/office/officeart/2016/7/layout/RepeatingBendingProcessNew"/>
    <dgm:cxn modelId="{05D41937-753D-4651-B55B-EF269AD97236}" type="presParOf" srcId="{33EB5688-8277-4B07-8481-848ADE89BF92}" destId="{58A85512-093F-490C-9A7C-92537E8E7CAF}" srcOrd="10" destOrd="0" presId="urn:microsoft.com/office/officeart/2016/7/layout/RepeatingBendingProcessNew"/>
    <dgm:cxn modelId="{BE88DDC7-7692-455B-8E79-B59B550CA994}" type="presParOf" srcId="{33EB5688-8277-4B07-8481-848ADE89BF92}" destId="{645D89A4-36E7-478D-B6A9-C1AF1AFE20E7}" srcOrd="11" destOrd="0" presId="urn:microsoft.com/office/officeart/2016/7/layout/RepeatingBendingProcessNew"/>
    <dgm:cxn modelId="{15B226C6-2CF6-45F3-89FC-EAAB6C8231AB}" type="presParOf" srcId="{645D89A4-36E7-478D-B6A9-C1AF1AFE20E7}" destId="{6C2473C3-838E-4E68-85F9-26BE3766926A}" srcOrd="0" destOrd="0" presId="urn:microsoft.com/office/officeart/2016/7/layout/RepeatingBendingProcessNew"/>
    <dgm:cxn modelId="{5BAD4B5C-0FA6-4A79-B1F5-C47323D3B277}" type="presParOf" srcId="{33EB5688-8277-4B07-8481-848ADE89BF92}" destId="{BA31FAEB-9DCC-4297-B008-48D114047F3E}" srcOrd="12" destOrd="0" presId="urn:microsoft.com/office/officeart/2016/7/layout/RepeatingBendingProcessNew"/>
    <dgm:cxn modelId="{102D8BB6-B672-4FC4-98BD-B73AE70E7C9B}" type="presParOf" srcId="{33EB5688-8277-4B07-8481-848ADE89BF92}" destId="{BEDEFE9C-1C82-44E3-963A-B33622333767}" srcOrd="13" destOrd="0" presId="urn:microsoft.com/office/officeart/2016/7/layout/RepeatingBendingProcessNew"/>
    <dgm:cxn modelId="{6A80170E-1AEF-4C48-ABD0-ED6D21349F7D}" type="presParOf" srcId="{BEDEFE9C-1C82-44E3-963A-B33622333767}" destId="{6679FE94-DD67-4875-A9E0-458CDD161D00}" srcOrd="0" destOrd="0" presId="urn:microsoft.com/office/officeart/2016/7/layout/RepeatingBendingProcessNew"/>
    <dgm:cxn modelId="{EE34A289-C72B-429D-8F8B-29596F9A157C}" type="presParOf" srcId="{33EB5688-8277-4B07-8481-848ADE89BF92}" destId="{609CA364-BD4C-4946-92DF-71ABEDDB23CC}" srcOrd="14" destOrd="0" presId="urn:microsoft.com/office/officeart/2016/7/layout/RepeatingBendingProcessNew"/>
    <dgm:cxn modelId="{26913083-ED1D-4422-9D77-395ED65E658F}" type="presParOf" srcId="{33EB5688-8277-4B07-8481-848ADE89BF92}" destId="{5BA31FDB-769C-4765-9581-F353AA165C23}" srcOrd="15" destOrd="0" presId="urn:microsoft.com/office/officeart/2016/7/layout/RepeatingBendingProcessNew"/>
    <dgm:cxn modelId="{71D0D187-BF47-41E4-B347-5DB8610C36CC}" type="presParOf" srcId="{5BA31FDB-769C-4765-9581-F353AA165C23}" destId="{B7518B93-0E21-40FB-96BB-E427A31E9512}" srcOrd="0" destOrd="0" presId="urn:microsoft.com/office/officeart/2016/7/layout/RepeatingBendingProcessNew"/>
    <dgm:cxn modelId="{71A2C508-ECCC-4C2C-97B1-0DECB32F4D25}" type="presParOf" srcId="{33EB5688-8277-4B07-8481-848ADE89BF92}" destId="{127F4640-B9F4-4DCC-BB26-D9E0C7067408}" srcOrd="16" destOrd="0" presId="urn:microsoft.com/office/officeart/2016/7/layout/RepeatingBendingProcessNew"/>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21A605-74A1-4894-B3B5-B09A6AEA40E5}">
      <dsp:nvSpPr>
        <dsp:cNvPr id="0" name=""/>
        <dsp:cNvSpPr/>
      </dsp:nvSpPr>
      <dsp:spPr>
        <a:xfrm>
          <a:off x="0" y="2124"/>
          <a:ext cx="10515600"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1C34761F-5078-4364-8079-FCCF1598428F}">
      <dsp:nvSpPr>
        <dsp:cNvPr id="0" name=""/>
        <dsp:cNvSpPr/>
      </dsp:nvSpPr>
      <dsp:spPr>
        <a:xfrm>
          <a:off x="0" y="2124"/>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b="0" kern="1200">
              <a:latin typeface="Arial" panose="020B0604020202020204" pitchFamily="34" charset="0"/>
              <a:cs typeface="Arial" panose="020B0604020202020204" pitchFamily="34" charset="0"/>
            </a:rPr>
            <a:t>After studying this chapter, you should be able to:</a:t>
          </a:r>
        </a:p>
      </dsp:txBody>
      <dsp:txXfrm>
        <a:off x="0" y="2124"/>
        <a:ext cx="10515600" cy="724514"/>
      </dsp:txXfrm>
    </dsp:sp>
    <dsp:sp modelId="{6201E9D5-3053-4D90-BD24-BE724BD07C52}">
      <dsp:nvSpPr>
        <dsp:cNvPr id="0" name=""/>
        <dsp:cNvSpPr/>
      </dsp:nvSpPr>
      <dsp:spPr>
        <a:xfrm>
          <a:off x="0" y="726639"/>
          <a:ext cx="10515600"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ED881DDE-DD93-4A3B-A267-FDCF1E1B2B68}">
      <dsp:nvSpPr>
        <dsp:cNvPr id="0" name=""/>
        <dsp:cNvSpPr/>
      </dsp:nvSpPr>
      <dsp:spPr>
        <a:xfrm>
          <a:off x="0" y="726639"/>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b="0" kern="1200">
              <a:latin typeface="Arial" panose="020B0604020202020204" pitchFamily="34" charset="0"/>
              <a:cs typeface="Arial" panose="020B0604020202020204" pitchFamily="34" charset="0"/>
            </a:rPr>
            <a:t>1. Understand What is SOAR?</a:t>
          </a:r>
        </a:p>
      </dsp:txBody>
      <dsp:txXfrm>
        <a:off x="0" y="726639"/>
        <a:ext cx="10515600" cy="724514"/>
      </dsp:txXfrm>
    </dsp:sp>
    <dsp:sp modelId="{ADB9D897-4CB4-4562-88C3-45B277834D66}">
      <dsp:nvSpPr>
        <dsp:cNvPr id="0" name=""/>
        <dsp:cNvSpPr/>
      </dsp:nvSpPr>
      <dsp:spPr>
        <a:xfrm>
          <a:off x="0" y="1451154"/>
          <a:ext cx="10515600"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1169BF8B-AEA5-4352-860D-D780EE683CF1}">
      <dsp:nvSpPr>
        <dsp:cNvPr id="0" name=""/>
        <dsp:cNvSpPr/>
      </dsp:nvSpPr>
      <dsp:spPr>
        <a:xfrm>
          <a:off x="0" y="1451154"/>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b="0" kern="1200">
              <a:latin typeface="Arial" panose="020B0604020202020204" pitchFamily="34" charset="0"/>
              <a:cs typeface="Arial" panose="020B0604020202020204" pitchFamily="34" charset="0"/>
            </a:rPr>
            <a:t>2. Understand different aspects of SOAR</a:t>
          </a:r>
        </a:p>
      </dsp:txBody>
      <dsp:txXfrm>
        <a:off x="0" y="1451154"/>
        <a:ext cx="10515600" cy="724514"/>
      </dsp:txXfrm>
    </dsp:sp>
    <dsp:sp modelId="{3C3006D8-FFF7-40BA-801E-CFC16B9354B1}">
      <dsp:nvSpPr>
        <dsp:cNvPr id="0" name=""/>
        <dsp:cNvSpPr/>
      </dsp:nvSpPr>
      <dsp:spPr>
        <a:xfrm>
          <a:off x="0" y="2175669"/>
          <a:ext cx="10515600"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433BE340-E2D6-4357-BC42-503D951C15F3}">
      <dsp:nvSpPr>
        <dsp:cNvPr id="0" name=""/>
        <dsp:cNvSpPr/>
      </dsp:nvSpPr>
      <dsp:spPr>
        <a:xfrm>
          <a:off x="0" y="2175669"/>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b="0" kern="1200">
              <a:latin typeface="Arial" panose="020B0604020202020204" pitchFamily="34" charset="0"/>
              <a:cs typeface="Arial" panose="020B0604020202020204" pitchFamily="34" charset="0"/>
            </a:rPr>
            <a:t>3. Why an investigation is essential?</a:t>
          </a:r>
        </a:p>
      </dsp:txBody>
      <dsp:txXfrm>
        <a:off x="0" y="2175669"/>
        <a:ext cx="10515600" cy="724514"/>
      </dsp:txXfrm>
    </dsp:sp>
    <dsp:sp modelId="{118B445B-9F92-494B-8CD8-957D915E19C8}">
      <dsp:nvSpPr>
        <dsp:cNvPr id="0" name=""/>
        <dsp:cNvSpPr/>
      </dsp:nvSpPr>
      <dsp:spPr>
        <a:xfrm>
          <a:off x="0" y="2900183"/>
          <a:ext cx="10515600"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DB744A3C-47E1-42D2-9208-2B43F296C160}">
      <dsp:nvSpPr>
        <dsp:cNvPr id="0" name=""/>
        <dsp:cNvSpPr/>
      </dsp:nvSpPr>
      <dsp:spPr>
        <a:xfrm>
          <a:off x="0" y="2900183"/>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b="0" kern="1200">
              <a:latin typeface="Arial" panose="020B0604020202020204" pitchFamily="34" charset="0"/>
              <a:cs typeface="Arial" panose="020B0604020202020204" pitchFamily="34" charset="0"/>
            </a:rPr>
            <a:t>4. Explore common use cases for SOAR</a:t>
          </a:r>
        </a:p>
      </dsp:txBody>
      <dsp:txXfrm>
        <a:off x="0" y="2900183"/>
        <a:ext cx="10515600" cy="724514"/>
      </dsp:txXfrm>
    </dsp:sp>
    <dsp:sp modelId="{3A56AC4D-DD28-4F97-A1D0-466CA4A2A10E}">
      <dsp:nvSpPr>
        <dsp:cNvPr id="0" name=""/>
        <dsp:cNvSpPr/>
      </dsp:nvSpPr>
      <dsp:spPr>
        <a:xfrm>
          <a:off x="0" y="3624698"/>
          <a:ext cx="10515600"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0B8A3F22-2EF9-4D07-8052-BC414D3F0519}">
      <dsp:nvSpPr>
        <dsp:cNvPr id="0" name=""/>
        <dsp:cNvSpPr/>
      </dsp:nvSpPr>
      <dsp:spPr>
        <a:xfrm>
          <a:off x="0" y="3624698"/>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GB" sz="3600" b="0" kern="1200">
              <a:latin typeface="Arial" panose="020B0604020202020204" pitchFamily="34" charset="0"/>
              <a:cs typeface="Arial" panose="020B0604020202020204" pitchFamily="34" charset="0"/>
            </a:rPr>
            <a:t>5. Benefits and challenges of orchestration</a:t>
          </a:r>
          <a:endParaRPr lang="en-US" sz="3600" b="0" kern="1200">
            <a:latin typeface="Arial" panose="020B0604020202020204" pitchFamily="34" charset="0"/>
            <a:cs typeface="Arial" panose="020B0604020202020204" pitchFamily="34" charset="0"/>
          </a:endParaRPr>
        </a:p>
      </dsp:txBody>
      <dsp:txXfrm>
        <a:off x="0" y="3624698"/>
        <a:ext cx="10515600" cy="72451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E45D75-82B9-47DD-A0D3-16E8570285ED}">
      <dsp:nvSpPr>
        <dsp:cNvPr id="0" name=""/>
        <dsp:cNvSpPr/>
      </dsp:nvSpPr>
      <dsp:spPr>
        <a:xfrm>
          <a:off x="0" y="84852"/>
          <a:ext cx="11017770" cy="113335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95CA01-1639-4D5A-AE72-2D4EC8C20116}">
      <dsp:nvSpPr>
        <dsp:cNvPr id="0" name=""/>
        <dsp:cNvSpPr/>
      </dsp:nvSpPr>
      <dsp:spPr>
        <a:xfrm>
          <a:off x="437577" y="253733"/>
          <a:ext cx="795595" cy="79559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89218EB-14B4-4AB5-84FA-B87C6AB9C87A}">
      <dsp:nvSpPr>
        <dsp:cNvPr id="0" name=""/>
        <dsp:cNvSpPr/>
      </dsp:nvSpPr>
      <dsp:spPr>
        <a:xfrm>
          <a:off x="1680815" y="234757"/>
          <a:ext cx="9329576" cy="812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961" tIns="85961" rIns="85961" bIns="85961" numCol="1" spcCol="1270" anchor="ctr" anchorCtr="0">
          <a:noAutofit/>
        </a:bodyPr>
        <a:lstStyle/>
        <a:p>
          <a:pPr marL="0" lvl="0" indent="0" algn="just" defTabSz="800100">
            <a:lnSpc>
              <a:spcPct val="100000"/>
            </a:lnSpc>
            <a:spcBef>
              <a:spcPct val="0"/>
            </a:spcBef>
            <a:spcAft>
              <a:spcPct val="35000"/>
            </a:spcAft>
            <a:buNone/>
          </a:pPr>
          <a:r>
            <a:rPr lang="en-US" sz="1800" b="1" kern="1200">
              <a:latin typeface="Arial" panose="020B0604020202020204" pitchFamily="34" charset="0"/>
              <a:cs typeface="Arial" panose="020B0604020202020204" pitchFamily="34" charset="0"/>
            </a:rPr>
            <a:t>Security information and event management (SIEM): </a:t>
          </a:r>
          <a:r>
            <a:rPr lang="en-US" sz="1800" kern="1200">
              <a:latin typeface="Arial" panose="020B0604020202020204" pitchFamily="34" charset="0"/>
              <a:cs typeface="Arial" panose="020B0604020202020204" pitchFamily="34" charset="0"/>
            </a:rPr>
            <a:t>SIEM tools monitor various sources for machine data, correlate and aggregate them for context, and provide real-time detection and monitoring of alerts generated by applications and network hardware. These tools are useful for alert detection and initial enrichment</a:t>
          </a:r>
          <a:r>
            <a:rPr lang="en-US" sz="1600" kern="1200">
              <a:latin typeface="Arial" panose="020B0604020202020204" pitchFamily="34" charset="0"/>
              <a:cs typeface="Arial" panose="020B0604020202020204" pitchFamily="34" charset="0"/>
            </a:rPr>
            <a:t>.</a:t>
          </a:r>
        </a:p>
      </dsp:txBody>
      <dsp:txXfrm>
        <a:off x="1680815" y="234757"/>
        <a:ext cx="9329576" cy="812228"/>
      </dsp:txXfrm>
    </dsp:sp>
    <dsp:sp modelId="{097AC6FA-FAA8-445E-B0EF-91C2389F6B9A}">
      <dsp:nvSpPr>
        <dsp:cNvPr id="0" name=""/>
        <dsp:cNvSpPr/>
      </dsp:nvSpPr>
      <dsp:spPr>
        <a:xfrm>
          <a:off x="0" y="1937456"/>
          <a:ext cx="11017770" cy="104449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74345A4-BC31-41B6-8415-6BDA233A4725}">
      <dsp:nvSpPr>
        <dsp:cNvPr id="0" name=""/>
        <dsp:cNvSpPr/>
      </dsp:nvSpPr>
      <dsp:spPr>
        <a:xfrm>
          <a:off x="437577" y="2061904"/>
          <a:ext cx="795595" cy="79559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B29B714-11A4-4B7D-A44A-7164BC66DE80}">
      <dsp:nvSpPr>
        <dsp:cNvPr id="0" name=""/>
        <dsp:cNvSpPr/>
      </dsp:nvSpPr>
      <dsp:spPr>
        <a:xfrm>
          <a:off x="1755652" y="1992517"/>
          <a:ext cx="8986611" cy="6844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961" tIns="85961" rIns="85961" bIns="85961" numCol="1" spcCol="1270" anchor="ctr" anchorCtr="0">
          <a:noAutofit/>
        </a:bodyPr>
        <a:lstStyle/>
        <a:p>
          <a:pPr marL="0" lvl="0" indent="0" algn="just" defTabSz="800100">
            <a:lnSpc>
              <a:spcPct val="100000"/>
            </a:lnSpc>
            <a:spcBef>
              <a:spcPct val="0"/>
            </a:spcBef>
            <a:spcAft>
              <a:spcPct val="35000"/>
            </a:spcAft>
            <a:buNone/>
          </a:pPr>
          <a:r>
            <a:rPr lang="en-US" sz="1800" b="1" kern="1200">
              <a:latin typeface="Arial" panose="020B0604020202020204" pitchFamily="34" charset="0"/>
              <a:cs typeface="Arial" panose="020B0604020202020204" pitchFamily="34" charset="0"/>
            </a:rPr>
            <a:t>Threat intelligence: </a:t>
          </a:r>
          <a:r>
            <a:rPr lang="en-US" sz="1800" kern="1200">
              <a:latin typeface="Arial" panose="020B0604020202020204" pitchFamily="34" charset="0"/>
              <a:cs typeface="Arial" panose="020B0604020202020204" pitchFamily="34" charset="0"/>
            </a:rPr>
            <a:t>Threat intelligence tools collect and correlate data from external and internal sources to provide information regarding the malice of an incident or indicator. These tools are useful for alert enrichment.</a:t>
          </a:r>
        </a:p>
      </dsp:txBody>
      <dsp:txXfrm>
        <a:off x="1755652" y="1992517"/>
        <a:ext cx="8986611" cy="684408"/>
      </dsp:txXfrm>
    </dsp:sp>
    <dsp:sp modelId="{93002B81-E3C7-4C5E-94C8-FD25EE4BE6DC}">
      <dsp:nvSpPr>
        <dsp:cNvPr id="0" name=""/>
        <dsp:cNvSpPr/>
      </dsp:nvSpPr>
      <dsp:spPr>
        <a:xfrm>
          <a:off x="0" y="3701193"/>
          <a:ext cx="11017770" cy="113335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8B4F99-3557-441C-85EF-B99030C91807}">
      <dsp:nvSpPr>
        <dsp:cNvPr id="0" name=""/>
        <dsp:cNvSpPr/>
      </dsp:nvSpPr>
      <dsp:spPr>
        <a:xfrm>
          <a:off x="437577" y="3870075"/>
          <a:ext cx="795595" cy="79559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061CAA3-BDFE-4892-8D68-A4410204A31B}">
      <dsp:nvSpPr>
        <dsp:cNvPr id="0" name=""/>
        <dsp:cNvSpPr/>
      </dsp:nvSpPr>
      <dsp:spPr>
        <a:xfrm>
          <a:off x="1825969" y="3872988"/>
          <a:ext cx="9189315" cy="7384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961" tIns="85961" rIns="85961" bIns="85961" numCol="1" spcCol="1270" anchor="ctr" anchorCtr="0">
          <a:noAutofit/>
        </a:bodyPr>
        <a:lstStyle/>
        <a:p>
          <a:pPr marL="0" lvl="0" indent="0" algn="just" defTabSz="800100">
            <a:lnSpc>
              <a:spcPct val="100000"/>
            </a:lnSpc>
            <a:spcBef>
              <a:spcPct val="0"/>
            </a:spcBef>
            <a:spcAft>
              <a:spcPct val="35000"/>
            </a:spcAft>
            <a:buNone/>
          </a:pPr>
          <a:r>
            <a:rPr lang="en-US" sz="1800" b="1" kern="1200">
              <a:latin typeface="Arial" panose="020B0604020202020204" pitchFamily="34" charset="0"/>
              <a:cs typeface="Arial" panose="020B0604020202020204" pitchFamily="34" charset="0"/>
            </a:rPr>
            <a:t>Endpoint security: </a:t>
          </a:r>
          <a:r>
            <a:rPr lang="en-US" sz="1800" kern="1200">
              <a:latin typeface="Arial" panose="020B0604020202020204" pitchFamily="34" charset="0"/>
              <a:cs typeface="Arial" panose="020B0604020202020204" pitchFamily="34" charset="0"/>
            </a:rPr>
            <a:t>Endpoint security tools are responsible for the protection of devices such as laptops, mobile phones, and desktops that are connected to organizational networks. These tools help with detection, enrichment, and response actions.</a:t>
          </a:r>
        </a:p>
      </dsp:txBody>
      <dsp:txXfrm>
        <a:off x="1825969" y="3872988"/>
        <a:ext cx="9189315" cy="7384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602AB3-2B79-4999-992A-6E0B509BDDE4}">
      <dsp:nvSpPr>
        <dsp:cNvPr id="0" name=""/>
        <dsp:cNvSpPr/>
      </dsp:nvSpPr>
      <dsp:spPr>
        <a:xfrm>
          <a:off x="0" y="0"/>
          <a:ext cx="10478125" cy="139588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1BB083-E1A1-4F7C-996B-195B8CFBBA80}">
      <dsp:nvSpPr>
        <dsp:cNvPr id="0" name=""/>
        <dsp:cNvSpPr/>
      </dsp:nvSpPr>
      <dsp:spPr>
        <a:xfrm>
          <a:off x="422255" y="314670"/>
          <a:ext cx="767737" cy="7677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712365-0D46-454C-980E-B3D674635D2C}">
      <dsp:nvSpPr>
        <dsp:cNvPr id="0" name=""/>
        <dsp:cNvSpPr/>
      </dsp:nvSpPr>
      <dsp:spPr>
        <a:xfrm>
          <a:off x="1649706" y="87141"/>
          <a:ext cx="8790960" cy="1222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7731" tIns="147731" rIns="147731" bIns="147731" numCol="1" spcCol="1270" anchor="ctr" anchorCtr="0">
          <a:noAutofit/>
        </a:bodyPr>
        <a:lstStyle/>
        <a:p>
          <a:pPr marL="0" lvl="0" indent="0" algn="just" defTabSz="800100">
            <a:lnSpc>
              <a:spcPct val="100000"/>
            </a:lnSpc>
            <a:spcBef>
              <a:spcPct val="0"/>
            </a:spcBef>
            <a:spcAft>
              <a:spcPct val="35000"/>
            </a:spcAft>
            <a:buNone/>
          </a:pPr>
          <a:r>
            <a:rPr lang="en-US" sz="1800" b="1" kern="1200">
              <a:latin typeface="Arial" panose="020B0604020202020204" pitchFamily="34" charset="0"/>
              <a:cs typeface="Arial" panose="020B0604020202020204" pitchFamily="34" charset="0"/>
            </a:rPr>
            <a:t>Network security: </a:t>
          </a:r>
          <a:r>
            <a:rPr lang="en-US" sz="1800" kern="1200">
              <a:latin typeface="Arial" panose="020B0604020202020204" pitchFamily="34" charset="0"/>
              <a:cs typeface="Arial" panose="020B0604020202020204" pitchFamily="34" charset="0"/>
            </a:rPr>
            <a:t>Network security tools involve both hardware and software that protect the underlying network infrastructure from misuse or compromise. These tools are a critical part of alert detection</a:t>
          </a:r>
          <a:r>
            <a:rPr lang="en-US" sz="1500" kern="1200">
              <a:latin typeface="Arial" panose="020B0604020202020204" pitchFamily="34" charset="0"/>
              <a:cs typeface="Arial" panose="020B0604020202020204" pitchFamily="34" charset="0"/>
            </a:rPr>
            <a:t>.</a:t>
          </a:r>
        </a:p>
      </dsp:txBody>
      <dsp:txXfrm>
        <a:off x="1649706" y="87141"/>
        <a:ext cx="8790960" cy="1222795"/>
      </dsp:txXfrm>
    </dsp:sp>
    <dsp:sp modelId="{CD196386-A6CA-4DE7-B5E1-0FD2D4655E05}">
      <dsp:nvSpPr>
        <dsp:cNvPr id="0" name=""/>
        <dsp:cNvSpPr/>
      </dsp:nvSpPr>
      <dsp:spPr>
        <a:xfrm>
          <a:off x="0" y="1643609"/>
          <a:ext cx="10478125" cy="139588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D0ACC2A-7372-4301-A79E-66E8D669F569}">
      <dsp:nvSpPr>
        <dsp:cNvPr id="0" name=""/>
        <dsp:cNvSpPr/>
      </dsp:nvSpPr>
      <dsp:spPr>
        <a:xfrm>
          <a:off x="422255" y="2059527"/>
          <a:ext cx="767737" cy="7677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25F6517-FB38-4D00-A76A-C9153C3EEC45}">
      <dsp:nvSpPr>
        <dsp:cNvPr id="0" name=""/>
        <dsp:cNvSpPr/>
      </dsp:nvSpPr>
      <dsp:spPr>
        <a:xfrm>
          <a:off x="1612247" y="1643609"/>
          <a:ext cx="8865877" cy="13958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7731" tIns="147731" rIns="147731" bIns="147731" numCol="1" spcCol="1270" anchor="ctr" anchorCtr="0">
          <a:noAutofit/>
        </a:bodyPr>
        <a:lstStyle/>
        <a:p>
          <a:pPr marL="0" lvl="0" indent="0" algn="l" defTabSz="800100">
            <a:lnSpc>
              <a:spcPct val="100000"/>
            </a:lnSpc>
            <a:spcBef>
              <a:spcPct val="0"/>
            </a:spcBef>
            <a:spcAft>
              <a:spcPct val="35000"/>
            </a:spcAft>
            <a:buNone/>
          </a:pPr>
          <a:r>
            <a:rPr lang="en-US" sz="1800" b="1" kern="1200">
              <a:latin typeface="Arial" panose="020B0604020202020204" pitchFamily="34" charset="0"/>
              <a:cs typeface="Arial" panose="020B0604020202020204" pitchFamily="34" charset="0"/>
            </a:rPr>
            <a:t>Email and web gateways: </a:t>
          </a:r>
          <a:r>
            <a:rPr lang="en-US" sz="1800" kern="1200">
              <a:latin typeface="Arial" panose="020B0604020202020204" pitchFamily="34" charset="0"/>
              <a:cs typeface="Arial" panose="020B0604020202020204" pitchFamily="34" charset="0"/>
            </a:rPr>
            <a:t>Email and web gateway tools are designed to prevent the transmission of emails or access of websites that break company policy or result in information transfer with malicious intent. These tools are important for response and enforcement.</a:t>
          </a:r>
        </a:p>
      </dsp:txBody>
      <dsp:txXfrm>
        <a:off x="1612247" y="1643609"/>
        <a:ext cx="8865877" cy="1395885"/>
      </dsp:txXfrm>
    </dsp:sp>
    <dsp:sp modelId="{51741CD6-1A85-4EE0-ABE3-75CAE931E319}">
      <dsp:nvSpPr>
        <dsp:cNvPr id="0" name=""/>
        <dsp:cNvSpPr/>
      </dsp:nvSpPr>
      <dsp:spPr>
        <a:xfrm>
          <a:off x="0" y="3490310"/>
          <a:ext cx="10478125" cy="139588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9A8436-E3F8-4962-B903-EB0FA99B9868}">
      <dsp:nvSpPr>
        <dsp:cNvPr id="0" name=""/>
        <dsp:cNvSpPr/>
      </dsp:nvSpPr>
      <dsp:spPr>
        <a:xfrm>
          <a:off x="422255" y="3804385"/>
          <a:ext cx="767737" cy="76773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3B8349-F698-43FD-B5C9-4E453017B611}">
      <dsp:nvSpPr>
        <dsp:cNvPr id="0" name=""/>
        <dsp:cNvSpPr/>
      </dsp:nvSpPr>
      <dsp:spPr>
        <a:xfrm>
          <a:off x="1451066" y="3517474"/>
          <a:ext cx="8865877" cy="12681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7731" tIns="147731" rIns="147731" bIns="147731" numCol="1" spcCol="1270" anchor="ctr" anchorCtr="0">
          <a:noAutofit/>
        </a:bodyPr>
        <a:lstStyle/>
        <a:p>
          <a:pPr marL="0" lvl="0" indent="0" algn="just" defTabSz="800100">
            <a:lnSpc>
              <a:spcPct val="100000"/>
            </a:lnSpc>
            <a:spcBef>
              <a:spcPct val="0"/>
            </a:spcBef>
            <a:spcAft>
              <a:spcPct val="35000"/>
            </a:spcAft>
            <a:buNone/>
          </a:pPr>
          <a:r>
            <a:rPr lang="en-US" sz="1800" b="1" kern="1200">
              <a:latin typeface="Arial" panose="020B0604020202020204" pitchFamily="34" charset="0"/>
              <a:cs typeface="Arial" panose="020B0604020202020204" pitchFamily="34" charset="0"/>
            </a:rPr>
            <a:t>Ticketing systems: </a:t>
          </a:r>
          <a:r>
            <a:rPr lang="en-US" sz="1800" kern="1200">
              <a:latin typeface="Arial" panose="020B0604020202020204" pitchFamily="34" charset="0"/>
              <a:cs typeface="Arial" panose="020B0604020202020204" pitchFamily="34" charset="0"/>
            </a:rPr>
            <a:t>Within security, ticketing systems are usually responsible for assigning tasks, capturing the flow of an incident, and helping deal with incidents in a more effective manner.</a:t>
          </a:r>
        </a:p>
      </dsp:txBody>
      <dsp:txXfrm>
        <a:off x="1451066" y="3517474"/>
        <a:ext cx="8865877" cy="126813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3D62B6-D989-4D2A-98F2-EDA26DCA02CF}">
      <dsp:nvSpPr>
        <dsp:cNvPr id="0" name=""/>
        <dsp:cNvSpPr/>
      </dsp:nvSpPr>
      <dsp:spPr>
        <a:xfrm>
          <a:off x="-13746" y="696827"/>
          <a:ext cx="10964991" cy="112806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A68621-4C3B-4F8D-8C22-84E17CFE4C4A}">
      <dsp:nvSpPr>
        <dsp:cNvPr id="0" name=""/>
        <dsp:cNvSpPr/>
      </dsp:nvSpPr>
      <dsp:spPr>
        <a:xfrm>
          <a:off x="217427" y="871157"/>
          <a:ext cx="622509" cy="68924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C657873-201C-47A9-AE64-66C8D43C32C8}">
      <dsp:nvSpPr>
        <dsp:cNvPr id="0" name=""/>
        <dsp:cNvSpPr/>
      </dsp:nvSpPr>
      <dsp:spPr>
        <a:xfrm>
          <a:off x="809880" y="610797"/>
          <a:ext cx="9669355" cy="11503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854" tIns="99854" rIns="99854" bIns="99854" numCol="1" spcCol="1270" anchor="ctr" anchorCtr="0">
          <a:noAutofit/>
        </a:bodyPr>
        <a:lstStyle/>
        <a:p>
          <a:pPr marL="0" lvl="0" indent="0" algn="just" defTabSz="800100">
            <a:lnSpc>
              <a:spcPct val="100000"/>
            </a:lnSpc>
            <a:spcBef>
              <a:spcPct val="0"/>
            </a:spcBef>
            <a:spcAft>
              <a:spcPct val="35000"/>
            </a:spcAft>
            <a:buNone/>
          </a:pPr>
          <a:r>
            <a:rPr lang="en-US" sz="1800" b="1" kern="1200">
              <a:latin typeface="Arial" panose="020B0604020202020204" pitchFamily="34" charset="0"/>
              <a:cs typeface="Arial" panose="020B0604020202020204" pitchFamily="34" charset="0"/>
            </a:rPr>
            <a:t>Vulnerability management: </a:t>
          </a:r>
          <a:r>
            <a:rPr lang="en-US" sz="1800" kern="1200">
              <a:latin typeface="Arial" panose="020B0604020202020204" pitchFamily="34" charset="0"/>
              <a:cs typeface="Arial" panose="020B0604020202020204" pitchFamily="34" charset="0"/>
            </a:rPr>
            <a:t>Vulnerability management tools are responsible for uncovering any potential weaknesses in existing organizational systems that can be exploited by malicious actors.</a:t>
          </a:r>
        </a:p>
      </dsp:txBody>
      <dsp:txXfrm>
        <a:off x="809880" y="610797"/>
        <a:ext cx="9669355" cy="1150331"/>
      </dsp:txXfrm>
    </dsp:sp>
    <dsp:sp modelId="{9CA5EB8A-47E9-4E82-97BB-8674A2E2821F}">
      <dsp:nvSpPr>
        <dsp:cNvPr id="0" name=""/>
        <dsp:cNvSpPr/>
      </dsp:nvSpPr>
      <dsp:spPr>
        <a:xfrm>
          <a:off x="149" y="2330684"/>
          <a:ext cx="10964991" cy="116859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89D8E0-E054-4EAD-824D-F482490456A3}">
      <dsp:nvSpPr>
        <dsp:cNvPr id="0" name=""/>
        <dsp:cNvSpPr/>
      </dsp:nvSpPr>
      <dsp:spPr>
        <a:xfrm>
          <a:off x="293708" y="2619528"/>
          <a:ext cx="825280" cy="66751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CC51BDA-455C-4EC9-B498-C90AFF1D7342}">
      <dsp:nvSpPr>
        <dsp:cNvPr id="0" name=""/>
        <dsp:cNvSpPr/>
      </dsp:nvSpPr>
      <dsp:spPr>
        <a:xfrm>
          <a:off x="1049731" y="2384367"/>
          <a:ext cx="8760291" cy="9435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854" tIns="99854" rIns="99854" bIns="99854" numCol="1" spcCol="1270" anchor="ctr" anchorCtr="0">
          <a:noAutofit/>
        </a:bodyPr>
        <a:lstStyle/>
        <a:p>
          <a:pPr marL="0" lvl="0" indent="0" algn="just" defTabSz="800100">
            <a:lnSpc>
              <a:spcPct val="100000"/>
            </a:lnSpc>
            <a:spcBef>
              <a:spcPct val="0"/>
            </a:spcBef>
            <a:spcAft>
              <a:spcPct val="35000"/>
            </a:spcAft>
            <a:buNone/>
          </a:pPr>
          <a:r>
            <a:rPr lang="en-US" sz="1800" b="1" kern="1200">
              <a:latin typeface="Arial" panose="020B0604020202020204" pitchFamily="34" charset="0"/>
              <a:cs typeface="Arial" panose="020B0604020202020204" pitchFamily="34" charset="0"/>
            </a:rPr>
            <a:t>Cloud Access Security Broker (CASB): </a:t>
          </a:r>
          <a:r>
            <a:rPr lang="en-US" sz="1800" kern="1200">
              <a:latin typeface="Arial" panose="020B0604020202020204" pitchFamily="34" charset="0"/>
              <a:cs typeface="Arial" panose="020B0604020202020204" pitchFamily="34" charset="0"/>
            </a:rPr>
            <a:t>For organizations with cloud-based resources, CASBs act as a middle layer between customers and providers to ensure enterprise security policy enforcement.</a:t>
          </a:r>
        </a:p>
      </dsp:txBody>
      <dsp:txXfrm>
        <a:off x="1049731" y="2384367"/>
        <a:ext cx="8760291" cy="943505"/>
      </dsp:txXfrm>
    </dsp:sp>
    <dsp:sp modelId="{A6859ADB-64A9-4D18-AA99-1AF114450495}">
      <dsp:nvSpPr>
        <dsp:cNvPr id="0" name=""/>
        <dsp:cNvSpPr/>
      </dsp:nvSpPr>
      <dsp:spPr>
        <a:xfrm>
          <a:off x="-13746" y="3968560"/>
          <a:ext cx="10964991" cy="111367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245F1B3-0D93-406B-A4D9-C5940B697011}">
      <dsp:nvSpPr>
        <dsp:cNvPr id="0" name=""/>
        <dsp:cNvSpPr/>
      </dsp:nvSpPr>
      <dsp:spPr>
        <a:xfrm>
          <a:off x="225274" y="4135010"/>
          <a:ext cx="559928" cy="85638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70D8B02-AE0D-449F-8F72-847FB371B882}">
      <dsp:nvSpPr>
        <dsp:cNvPr id="0" name=""/>
        <dsp:cNvSpPr/>
      </dsp:nvSpPr>
      <dsp:spPr>
        <a:xfrm>
          <a:off x="1062484" y="4081130"/>
          <a:ext cx="9618574" cy="9435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854" tIns="99854" rIns="99854" bIns="99854" numCol="1" spcCol="1270" anchor="ctr" anchorCtr="0">
          <a:noAutofit/>
        </a:bodyPr>
        <a:lstStyle/>
        <a:p>
          <a:pPr marL="0" lvl="0" indent="0" algn="just" defTabSz="800100">
            <a:lnSpc>
              <a:spcPct val="100000"/>
            </a:lnSpc>
            <a:spcBef>
              <a:spcPct val="0"/>
            </a:spcBef>
            <a:spcAft>
              <a:spcPct val="35000"/>
            </a:spcAft>
            <a:buNone/>
          </a:pPr>
          <a:r>
            <a:rPr lang="en-US" sz="1800" b="1" kern="1200">
              <a:latin typeface="Arial" panose="020B0604020202020204" pitchFamily="34" charset="0"/>
              <a:cs typeface="Arial" panose="020B0604020202020204" pitchFamily="34" charset="0"/>
            </a:rPr>
            <a:t>User and Entity Behavior Analytics (UEBA): </a:t>
          </a:r>
          <a:r>
            <a:rPr lang="en-US" sz="1800" kern="1200">
              <a:latin typeface="Arial" panose="020B0604020202020204" pitchFamily="34" charset="0"/>
              <a:cs typeface="Arial" panose="020B0604020202020204" pitchFamily="34" charset="0"/>
            </a:rPr>
            <a:t>UEBA tools monitor and analyze the behavior of users and entities to detect anomalous and potentially malicious intrusions into organizational systems.</a:t>
          </a:r>
        </a:p>
      </dsp:txBody>
      <dsp:txXfrm>
        <a:off x="1062484" y="4081130"/>
        <a:ext cx="9618574" cy="94350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1A1FBB-CE69-4D94-9F12-2B3A4E02E2F4}">
      <dsp:nvSpPr>
        <dsp:cNvPr id="0" name=""/>
        <dsp:cNvSpPr/>
      </dsp:nvSpPr>
      <dsp:spPr>
        <a:xfrm>
          <a:off x="3512910" y="678727"/>
          <a:ext cx="522134" cy="91440"/>
        </a:xfrm>
        <a:custGeom>
          <a:avLst/>
          <a:gdLst/>
          <a:ahLst/>
          <a:cxnLst/>
          <a:rect l="0" t="0" r="0" b="0"/>
          <a:pathLst>
            <a:path>
              <a:moveTo>
                <a:pt x="0" y="45720"/>
              </a:moveTo>
              <a:lnTo>
                <a:pt x="522134" y="45720"/>
              </a:lnTo>
            </a:path>
          </a:pathLst>
        </a:custGeom>
        <a:noFill/>
        <a:ln w="12700" cap="flat" cmpd="sng" algn="ctr">
          <a:solidFill>
            <a:schemeClr val="tx1"/>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60159" y="721680"/>
        <a:ext cx="27636" cy="5532"/>
      </dsp:txXfrm>
    </dsp:sp>
    <dsp:sp modelId="{59535AD7-E881-4F87-9811-C258EE02103D}">
      <dsp:nvSpPr>
        <dsp:cNvPr id="0" name=""/>
        <dsp:cNvSpPr/>
      </dsp:nvSpPr>
      <dsp:spPr>
        <a:xfrm>
          <a:off x="1111514" y="3488"/>
          <a:ext cx="2403195" cy="1441917"/>
        </a:xfrm>
        <a:prstGeom prst="rect">
          <a:avLst/>
        </a:prstGeom>
        <a:solidFill>
          <a:srgbClr val="00B0F0"/>
        </a:solidFill>
        <a:ln>
          <a:solidFill>
            <a:schemeClr val="tx1"/>
          </a:solid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7759" tIns="123608" rIns="117759" bIns="123608" numCol="1" spcCol="1270" anchor="ctr" anchorCtr="0">
          <a:noAutofit/>
        </a:bodyPr>
        <a:lstStyle/>
        <a:p>
          <a:pPr marL="0" lvl="0" indent="0" algn="ctr" defTabSz="622300">
            <a:lnSpc>
              <a:spcPct val="90000"/>
            </a:lnSpc>
            <a:spcBef>
              <a:spcPct val="0"/>
            </a:spcBef>
            <a:spcAft>
              <a:spcPct val="35000"/>
            </a:spcAft>
            <a:buNone/>
          </a:pPr>
          <a:r>
            <a:rPr lang="en-US" sz="1400" kern="1200">
              <a:solidFill>
                <a:schemeClr val="tx1"/>
              </a:solidFill>
              <a:latin typeface="Arial" panose="020B0604020202020204" pitchFamily="34" charset="0"/>
              <a:cs typeface="Arial" panose="020B0604020202020204" pitchFamily="34" charset="0"/>
            </a:rPr>
            <a:t>The suspected emails have been received and isolated in a sandbox environment prepared for such events.</a:t>
          </a:r>
        </a:p>
      </dsp:txBody>
      <dsp:txXfrm>
        <a:off x="1111514" y="3488"/>
        <a:ext cx="2403195" cy="1441917"/>
      </dsp:txXfrm>
    </dsp:sp>
    <dsp:sp modelId="{46E5DC00-9B55-4082-AD14-D1171B8288CD}">
      <dsp:nvSpPr>
        <dsp:cNvPr id="0" name=""/>
        <dsp:cNvSpPr/>
      </dsp:nvSpPr>
      <dsp:spPr>
        <a:xfrm>
          <a:off x="6468840" y="678727"/>
          <a:ext cx="522134" cy="91440"/>
        </a:xfrm>
        <a:custGeom>
          <a:avLst/>
          <a:gdLst/>
          <a:ahLst/>
          <a:cxnLst/>
          <a:rect l="0" t="0" r="0" b="0"/>
          <a:pathLst>
            <a:path>
              <a:moveTo>
                <a:pt x="0" y="45720"/>
              </a:moveTo>
              <a:lnTo>
                <a:pt x="522134" y="45720"/>
              </a:lnTo>
            </a:path>
          </a:pathLst>
        </a:custGeom>
        <a:noFill/>
        <a:ln w="12700" cap="flat" cmpd="sng" algn="ctr">
          <a:solidFill>
            <a:schemeClr val="tx1"/>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716089" y="721680"/>
        <a:ext cx="27636" cy="5532"/>
      </dsp:txXfrm>
    </dsp:sp>
    <dsp:sp modelId="{68093EA6-7A21-47E7-9BA7-8F318C216B1C}">
      <dsp:nvSpPr>
        <dsp:cNvPr id="0" name=""/>
        <dsp:cNvSpPr/>
      </dsp:nvSpPr>
      <dsp:spPr>
        <a:xfrm>
          <a:off x="4067444" y="3488"/>
          <a:ext cx="2403195" cy="1441917"/>
        </a:xfrm>
        <a:prstGeom prst="rect">
          <a:avLst/>
        </a:prstGeom>
        <a:solidFill>
          <a:srgbClr val="00B0F0"/>
        </a:solidFill>
        <a:ln>
          <a:solidFill>
            <a:schemeClr val="tx1"/>
          </a:solid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7759" tIns="123608" rIns="117759" bIns="123608" numCol="1" spcCol="1270" anchor="ctr" anchorCtr="0">
          <a:noAutofit/>
        </a:bodyPr>
        <a:lstStyle/>
        <a:p>
          <a:pPr marL="0" lvl="0" indent="0" algn="ctr" defTabSz="622300">
            <a:lnSpc>
              <a:spcPct val="90000"/>
            </a:lnSpc>
            <a:spcBef>
              <a:spcPct val="0"/>
            </a:spcBef>
            <a:spcAft>
              <a:spcPct val="35000"/>
            </a:spcAft>
            <a:buNone/>
          </a:pPr>
          <a:r>
            <a:rPr lang="en-US" sz="1400" kern="1200">
              <a:solidFill>
                <a:schemeClr val="tx1"/>
              </a:solidFill>
              <a:latin typeface="Arial" panose="020B0604020202020204" pitchFamily="34" charset="0"/>
              <a:cs typeface="Arial" panose="020B0604020202020204" pitchFamily="34" charset="0"/>
            </a:rPr>
            <a:t>A trigger is executed to create a ticket on the case management solution (such as </a:t>
          </a:r>
          <a:r>
            <a:rPr lang="en-US" sz="1400" kern="1200" err="1">
              <a:solidFill>
                <a:schemeClr val="tx1"/>
              </a:solidFill>
              <a:latin typeface="Arial" panose="020B0604020202020204" pitchFamily="34" charset="0"/>
              <a:cs typeface="Arial" panose="020B0604020202020204" pitchFamily="34" charset="0"/>
            </a:rPr>
            <a:t>TheHive</a:t>
          </a:r>
          <a:r>
            <a:rPr lang="en-US" sz="1400" kern="1200">
              <a:solidFill>
                <a:schemeClr val="tx1"/>
              </a:solidFill>
              <a:latin typeface="Arial" panose="020B0604020202020204" pitchFamily="34" charset="0"/>
              <a:cs typeface="Arial" panose="020B0604020202020204" pitchFamily="34" charset="0"/>
            </a:rPr>
            <a:t>). This will allow for better documentation and follow-up on the incident</a:t>
          </a:r>
          <a:r>
            <a:rPr lang="en-US" sz="1200" kern="1200">
              <a:solidFill>
                <a:schemeClr val="tx1"/>
              </a:solidFill>
            </a:rPr>
            <a:t>.</a:t>
          </a:r>
        </a:p>
      </dsp:txBody>
      <dsp:txXfrm>
        <a:off x="4067444" y="3488"/>
        <a:ext cx="2403195" cy="1441917"/>
      </dsp:txXfrm>
    </dsp:sp>
    <dsp:sp modelId="{82F48026-0FD8-47B3-AB3A-314F63C7264A}">
      <dsp:nvSpPr>
        <dsp:cNvPr id="0" name=""/>
        <dsp:cNvSpPr/>
      </dsp:nvSpPr>
      <dsp:spPr>
        <a:xfrm>
          <a:off x="2313112" y="1443605"/>
          <a:ext cx="5911860" cy="522134"/>
        </a:xfrm>
        <a:custGeom>
          <a:avLst/>
          <a:gdLst/>
          <a:ahLst/>
          <a:cxnLst/>
          <a:rect l="0" t="0" r="0" b="0"/>
          <a:pathLst>
            <a:path>
              <a:moveTo>
                <a:pt x="5911860" y="0"/>
              </a:moveTo>
              <a:lnTo>
                <a:pt x="5911860" y="278167"/>
              </a:lnTo>
              <a:lnTo>
                <a:pt x="0" y="278167"/>
              </a:lnTo>
              <a:lnTo>
                <a:pt x="0" y="522134"/>
              </a:lnTo>
            </a:path>
          </a:pathLst>
        </a:custGeom>
        <a:noFill/>
        <a:ln w="12700" cap="flat" cmpd="sng" algn="ctr">
          <a:solidFill>
            <a:schemeClr val="tx1"/>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120601" y="1701906"/>
        <a:ext cx="296882" cy="5532"/>
      </dsp:txXfrm>
    </dsp:sp>
    <dsp:sp modelId="{C1AA810B-5F6B-47B5-8328-BB44A893181B}">
      <dsp:nvSpPr>
        <dsp:cNvPr id="0" name=""/>
        <dsp:cNvSpPr/>
      </dsp:nvSpPr>
      <dsp:spPr>
        <a:xfrm>
          <a:off x="7023374" y="3488"/>
          <a:ext cx="2403195" cy="1441917"/>
        </a:xfrm>
        <a:prstGeom prst="rect">
          <a:avLst/>
        </a:prstGeom>
        <a:solidFill>
          <a:srgbClr val="00B0F0"/>
        </a:solidFill>
        <a:ln>
          <a:solidFill>
            <a:schemeClr val="tx1"/>
          </a:solid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7759" tIns="123608" rIns="117759" bIns="123608" numCol="1" spcCol="1270" anchor="ctr" anchorCtr="0">
          <a:noAutofit/>
        </a:bodyPr>
        <a:lstStyle/>
        <a:p>
          <a:pPr marL="0" lvl="0" indent="0" algn="ctr" defTabSz="622300">
            <a:lnSpc>
              <a:spcPct val="90000"/>
            </a:lnSpc>
            <a:spcBef>
              <a:spcPct val="0"/>
            </a:spcBef>
            <a:spcAft>
              <a:spcPct val="35000"/>
            </a:spcAft>
            <a:buNone/>
          </a:pPr>
          <a:r>
            <a:rPr lang="en-US" sz="1400" kern="1200">
              <a:solidFill>
                <a:schemeClr val="tx1"/>
              </a:solidFill>
              <a:latin typeface="Arial" panose="020B0604020202020204" pitchFamily="34" charset="0"/>
              <a:cs typeface="Arial" panose="020B0604020202020204" pitchFamily="34" charset="0"/>
            </a:rPr>
            <a:t>Parse the email for URLs, attachments and other possible IOCs. If any IOCs are present, they will be extracted.</a:t>
          </a:r>
        </a:p>
      </dsp:txBody>
      <dsp:txXfrm>
        <a:off x="7023374" y="3488"/>
        <a:ext cx="2403195" cy="1441917"/>
      </dsp:txXfrm>
    </dsp:sp>
    <dsp:sp modelId="{89E0A9A0-F64B-4DD7-BB6D-0581E401B139}">
      <dsp:nvSpPr>
        <dsp:cNvPr id="0" name=""/>
        <dsp:cNvSpPr/>
      </dsp:nvSpPr>
      <dsp:spPr>
        <a:xfrm>
          <a:off x="3512910" y="2673379"/>
          <a:ext cx="522134" cy="91440"/>
        </a:xfrm>
        <a:custGeom>
          <a:avLst/>
          <a:gdLst/>
          <a:ahLst/>
          <a:cxnLst/>
          <a:rect l="0" t="0" r="0" b="0"/>
          <a:pathLst>
            <a:path>
              <a:moveTo>
                <a:pt x="0" y="45720"/>
              </a:moveTo>
              <a:lnTo>
                <a:pt x="522134" y="45720"/>
              </a:lnTo>
            </a:path>
          </a:pathLst>
        </a:custGeom>
        <a:noFill/>
        <a:ln w="12700" cap="flat" cmpd="sng" algn="ctr">
          <a:solidFill>
            <a:schemeClr val="tx1"/>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60159" y="2716332"/>
        <a:ext cx="27636" cy="5532"/>
      </dsp:txXfrm>
    </dsp:sp>
    <dsp:sp modelId="{5A3D76C5-3F94-4028-AB6F-771123D936EC}">
      <dsp:nvSpPr>
        <dsp:cNvPr id="0" name=""/>
        <dsp:cNvSpPr/>
      </dsp:nvSpPr>
      <dsp:spPr>
        <a:xfrm>
          <a:off x="1111514" y="1998140"/>
          <a:ext cx="2403195" cy="1441917"/>
        </a:xfrm>
        <a:prstGeom prst="rect">
          <a:avLst/>
        </a:prstGeom>
        <a:solidFill>
          <a:srgbClr val="00B0F0"/>
        </a:solidFill>
        <a:ln>
          <a:solidFill>
            <a:schemeClr val="tx1"/>
          </a:solid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7759" tIns="123608" rIns="117759" bIns="123608" numCol="1" spcCol="1270" anchor="ctr" anchorCtr="0">
          <a:noAutofit/>
        </a:bodyPr>
        <a:lstStyle/>
        <a:p>
          <a:pPr marL="0" lvl="0" indent="0" algn="ctr" defTabSz="622300">
            <a:lnSpc>
              <a:spcPct val="90000"/>
            </a:lnSpc>
            <a:spcBef>
              <a:spcPct val="0"/>
            </a:spcBef>
            <a:spcAft>
              <a:spcPct val="35000"/>
            </a:spcAft>
            <a:buNone/>
          </a:pPr>
          <a:r>
            <a:rPr lang="en-US" sz="1400" kern="1200">
              <a:solidFill>
                <a:schemeClr val="tx1"/>
              </a:solidFill>
              <a:latin typeface="Arial" panose="020B0604020202020204" pitchFamily="34" charset="0"/>
              <a:cs typeface="Arial" panose="020B0604020202020204" pitchFamily="34" charset="0"/>
            </a:rPr>
            <a:t>File hashes will be generated for extracted attachments.</a:t>
          </a:r>
        </a:p>
      </dsp:txBody>
      <dsp:txXfrm>
        <a:off x="1111514" y="1998140"/>
        <a:ext cx="2403195" cy="1441917"/>
      </dsp:txXfrm>
    </dsp:sp>
    <dsp:sp modelId="{93CDC340-D782-4CC2-AD89-14950488326C}">
      <dsp:nvSpPr>
        <dsp:cNvPr id="0" name=""/>
        <dsp:cNvSpPr/>
      </dsp:nvSpPr>
      <dsp:spPr>
        <a:xfrm>
          <a:off x="6468840" y="2673379"/>
          <a:ext cx="522134" cy="91440"/>
        </a:xfrm>
        <a:custGeom>
          <a:avLst/>
          <a:gdLst/>
          <a:ahLst/>
          <a:cxnLst/>
          <a:rect l="0" t="0" r="0" b="0"/>
          <a:pathLst>
            <a:path>
              <a:moveTo>
                <a:pt x="0" y="45720"/>
              </a:moveTo>
              <a:lnTo>
                <a:pt x="522134" y="45720"/>
              </a:lnTo>
            </a:path>
          </a:pathLst>
        </a:custGeom>
        <a:noFill/>
        <a:ln w="12700" cap="flat" cmpd="sng" algn="ctr">
          <a:solidFill>
            <a:schemeClr val="tx1"/>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716089" y="2716332"/>
        <a:ext cx="27636" cy="5532"/>
      </dsp:txXfrm>
    </dsp:sp>
    <dsp:sp modelId="{2F11E445-0182-43A7-85B8-EAE67105C9BF}">
      <dsp:nvSpPr>
        <dsp:cNvPr id="0" name=""/>
        <dsp:cNvSpPr/>
      </dsp:nvSpPr>
      <dsp:spPr>
        <a:xfrm>
          <a:off x="4067444" y="1998140"/>
          <a:ext cx="2403195" cy="1441917"/>
        </a:xfrm>
        <a:prstGeom prst="rect">
          <a:avLst/>
        </a:prstGeom>
        <a:solidFill>
          <a:srgbClr val="00B0F0"/>
        </a:solidFill>
        <a:ln>
          <a:solidFill>
            <a:schemeClr val="tx1"/>
          </a:solid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7759" tIns="123608" rIns="117759" bIns="123608" numCol="1" spcCol="1270" anchor="ctr" anchorCtr="0">
          <a:noAutofit/>
        </a:bodyPr>
        <a:lstStyle/>
        <a:p>
          <a:pPr marL="0" lvl="0" indent="0" algn="ctr" defTabSz="622300">
            <a:lnSpc>
              <a:spcPct val="90000"/>
            </a:lnSpc>
            <a:spcBef>
              <a:spcPct val="0"/>
            </a:spcBef>
            <a:spcAft>
              <a:spcPct val="35000"/>
            </a:spcAft>
            <a:buNone/>
          </a:pPr>
          <a:r>
            <a:rPr lang="en-US" sz="1400" kern="1200">
              <a:solidFill>
                <a:schemeClr val="tx1"/>
              </a:solidFill>
              <a:latin typeface="Arial" panose="020B0604020202020204" pitchFamily="34" charset="0"/>
              <a:cs typeface="Arial" panose="020B0604020202020204" pitchFamily="34" charset="0"/>
            </a:rPr>
            <a:t>A </a:t>
          </a:r>
          <a:r>
            <a:rPr lang="en-US" sz="1400" kern="1200" err="1">
              <a:solidFill>
                <a:schemeClr val="tx1"/>
              </a:solidFill>
              <a:latin typeface="Arial" panose="020B0604020202020204" pitchFamily="34" charset="0"/>
              <a:cs typeface="Arial" panose="020B0604020202020204" pitchFamily="34" charset="0"/>
            </a:rPr>
            <a:t>VirusTotal</a:t>
          </a:r>
          <a:r>
            <a:rPr lang="en-US" sz="1400" kern="1200">
              <a:solidFill>
                <a:schemeClr val="tx1"/>
              </a:solidFill>
              <a:latin typeface="Arial" panose="020B0604020202020204" pitchFamily="34" charset="0"/>
              <a:cs typeface="Arial" panose="020B0604020202020204" pitchFamily="34" charset="0"/>
            </a:rPr>
            <a:t> trigger is executed to </a:t>
          </a:r>
          <a:r>
            <a:rPr lang="en-US" sz="1400" kern="1200" err="1">
              <a:solidFill>
                <a:schemeClr val="tx1"/>
              </a:solidFill>
              <a:latin typeface="Arial" panose="020B0604020202020204" pitchFamily="34" charset="0"/>
              <a:cs typeface="Arial" panose="020B0604020202020204" pitchFamily="34" charset="0"/>
            </a:rPr>
            <a:t>analyse</a:t>
          </a:r>
          <a:r>
            <a:rPr lang="en-US" sz="1400" kern="1200">
              <a:solidFill>
                <a:schemeClr val="tx1"/>
              </a:solidFill>
              <a:latin typeface="Arial" panose="020B0604020202020204" pitchFamily="34" charset="0"/>
              <a:cs typeface="Arial" panose="020B0604020202020204" pitchFamily="34" charset="0"/>
            </a:rPr>
            <a:t> extracted URLs and file hashes.</a:t>
          </a:r>
        </a:p>
      </dsp:txBody>
      <dsp:txXfrm>
        <a:off x="4067444" y="1998140"/>
        <a:ext cx="2403195" cy="1441917"/>
      </dsp:txXfrm>
    </dsp:sp>
    <dsp:sp modelId="{645D89A4-36E7-478D-B6A9-C1AF1AFE20E7}">
      <dsp:nvSpPr>
        <dsp:cNvPr id="0" name=""/>
        <dsp:cNvSpPr/>
      </dsp:nvSpPr>
      <dsp:spPr>
        <a:xfrm>
          <a:off x="2313112" y="3438257"/>
          <a:ext cx="5911860" cy="522134"/>
        </a:xfrm>
        <a:custGeom>
          <a:avLst/>
          <a:gdLst/>
          <a:ahLst/>
          <a:cxnLst/>
          <a:rect l="0" t="0" r="0" b="0"/>
          <a:pathLst>
            <a:path>
              <a:moveTo>
                <a:pt x="5911860" y="0"/>
              </a:moveTo>
              <a:lnTo>
                <a:pt x="5911860" y="278167"/>
              </a:lnTo>
              <a:lnTo>
                <a:pt x="0" y="278167"/>
              </a:lnTo>
              <a:lnTo>
                <a:pt x="0" y="522134"/>
              </a:lnTo>
            </a:path>
          </a:pathLst>
        </a:custGeom>
        <a:noFill/>
        <a:ln w="12700" cap="flat" cmpd="sng" algn="ctr">
          <a:solidFill>
            <a:schemeClr val="tx1"/>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120601" y="3696558"/>
        <a:ext cx="296882" cy="5532"/>
      </dsp:txXfrm>
    </dsp:sp>
    <dsp:sp modelId="{58A85512-093F-490C-9A7C-92537E8E7CAF}">
      <dsp:nvSpPr>
        <dsp:cNvPr id="0" name=""/>
        <dsp:cNvSpPr/>
      </dsp:nvSpPr>
      <dsp:spPr>
        <a:xfrm>
          <a:off x="7023374" y="1998140"/>
          <a:ext cx="2403195" cy="1441917"/>
        </a:xfrm>
        <a:prstGeom prst="rect">
          <a:avLst/>
        </a:prstGeom>
        <a:solidFill>
          <a:srgbClr val="00B0F0"/>
        </a:solidFill>
        <a:ln>
          <a:solidFill>
            <a:schemeClr val="tx1"/>
          </a:solid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7759" tIns="123608" rIns="117759" bIns="123608" numCol="1" spcCol="1270" anchor="ctr" anchorCtr="0">
          <a:noAutofit/>
        </a:bodyPr>
        <a:lstStyle/>
        <a:p>
          <a:pPr marL="0" lvl="0" indent="0" algn="ctr" defTabSz="622300">
            <a:lnSpc>
              <a:spcPct val="90000"/>
            </a:lnSpc>
            <a:spcBef>
              <a:spcPct val="0"/>
            </a:spcBef>
            <a:spcAft>
              <a:spcPct val="35000"/>
            </a:spcAft>
            <a:buNone/>
          </a:pPr>
          <a:r>
            <a:rPr lang="en-US" sz="1400" kern="1200">
              <a:solidFill>
                <a:schemeClr val="tx1"/>
              </a:solidFill>
              <a:latin typeface="Arial" panose="020B0604020202020204" pitchFamily="34" charset="0"/>
              <a:cs typeface="Arial" panose="020B0604020202020204" pitchFamily="34" charset="0"/>
            </a:rPr>
            <a:t>In the event there are no results from </a:t>
          </a:r>
          <a:r>
            <a:rPr lang="en-US" sz="1400" kern="1200" err="1">
              <a:solidFill>
                <a:schemeClr val="tx1"/>
              </a:solidFill>
              <a:latin typeface="Arial" panose="020B0604020202020204" pitchFamily="34" charset="0"/>
              <a:cs typeface="Arial" panose="020B0604020202020204" pitchFamily="34" charset="0"/>
            </a:rPr>
            <a:t>VirusTotal</a:t>
          </a:r>
          <a:r>
            <a:rPr lang="en-US" sz="1400" kern="1200">
              <a:solidFill>
                <a:schemeClr val="tx1"/>
              </a:solidFill>
              <a:latin typeface="Arial" panose="020B0604020202020204" pitchFamily="34" charset="0"/>
              <a:cs typeface="Arial" panose="020B0604020202020204" pitchFamily="34" charset="0"/>
            </a:rPr>
            <a:t>, a manual email analysis has to be done to ensure whether it is malicious.</a:t>
          </a:r>
        </a:p>
      </dsp:txBody>
      <dsp:txXfrm>
        <a:off x="7023374" y="1998140"/>
        <a:ext cx="2403195" cy="1441917"/>
      </dsp:txXfrm>
    </dsp:sp>
    <dsp:sp modelId="{BEDEFE9C-1C82-44E3-963A-B33622333767}">
      <dsp:nvSpPr>
        <dsp:cNvPr id="0" name=""/>
        <dsp:cNvSpPr/>
      </dsp:nvSpPr>
      <dsp:spPr>
        <a:xfrm>
          <a:off x="3512910" y="4668030"/>
          <a:ext cx="522134" cy="91440"/>
        </a:xfrm>
        <a:custGeom>
          <a:avLst/>
          <a:gdLst/>
          <a:ahLst/>
          <a:cxnLst/>
          <a:rect l="0" t="0" r="0" b="0"/>
          <a:pathLst>
            <a:path>
              <a:moveTo>
                <a:pt x="0" y="45720"/>
              </a:moveTo>
              <a:lnTo>
                <a:pt x="522134" y="45720"/>
              </a:lnTo>
            </a:path>
          </a:pathLst>
        </a:custGeom>
        <a:noFill/>
        <a:ln w="12700" cap="flat" cmpd="sng" algn="ctr">
          <a:solidFill>
            <a:schemeClr val="tx1"/>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60159" y="4710984"/>
        <a:ext cx="27636" cy="5532"/>
      </dsp:txXfrm>
    </dsp:sp>
    <dsp:sp modelId="{BA31FAEB-9DCC-4297-B008-48D114047F3E}">
      <dsp:nvSpPr>
        <dsp:cNvPr id="0" name=""/>
        <dsp:cNvSpPr/>
      </dsp:nvSpPr>
      <dsp:spPr>
        <a:xfrm>
          <a:off x="1111514" y="3992792"/>
          <a:ext cx="2403195" cy="1441917"/>
        </a:xfrm>
        <a:prstGeom prst="rect">
          <a:avLst/>
        </a:prstGeom>
        <a:solidFill>
          <a:srgbClr val="00B0F0"/>
        </a:solidFill>
        <a:ln>
          <a:solidFill>
            <a:schemeClr val="tx1"/>
          </a:solid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7759" tIns="123608" rIns="117759" bIns="123608" numCol="1" spcCol="1270" anchor="ctr" anchorCtr="0">
          <a:noAutofit/>
        </a:bodyPr>
        <a:lstStyle/>
        <a:p>
          <a:pPr marL="0" lvl="0" indent="0" algn="ctr" defTabSz="622300">
            <a:lnSpc>
              <a:spcPct val="90000"/>
            </a:lnSpc>
            <a:spcBef>
              <a:spcPct val="0"/>
            </a:spcBef>
            <a:spcAft>
              <a:spcPct val="35000"/>
            </a:spcAft>
            <a:buNone/>
          </a:pPr>
          <a:r>
            <a:rPr lang="en-US" sz="1400" kern="1200">
              <a:solidFill>
                <a:schemeClr val="tx1"/>
              </a:solidFill>
              <a:latin typeface="Arial" panose="020B0604020202020204" pitchFamily="34" charset="0"/>
              <a:cs typeface="Arial" panose="020B0604020202020204" pitchFamily="34" charset="0"/>
            </a:rPr>
            <a:t>Malicious outcomes from automated or manual analysis trigger a deletion of the malicious email and a communication notification to the </a:t>
          </a:r>
          <a:r>
            <a:rPr lang="en-US" sz="1400" kern="1200" err="1">
              <a:solidFill>
                <a:schemeClr val="tx1"/>
              </a:solidFill>
              <a:latin typeface="Arial" panose="020B0604020202020204" pitchFamily="34" charset="0"/>
              <a:cs typeface="Arial" panose="020B0604020202020204" pitchFamily="34" charset="0"/>
            </a:rPr>
            <a:t>organisation</a:t>
          </a:r>
          <a:r>
            <a:rPr lang="en-US" sz="1400" kern="1200">
              <a:solidFill>
                <a:schemeClr val="tx1"/>
              </a:solidFill>
              <a:latin typeface="Arial" panose="020B0604020202020204" pitchFamily="34" charset="0"/>
              <a:cs typeface="Arial" panose="020B0604020202020204" pitchFamily="34" charset="0"/>
            </a:rPr>
            <a:t>.</a:t>
          </a:r>
        </a:p>
      </dsp:txBody>
      <dsp:txXfrm>
        <a:off x="1111514" y="3992792"/>
        <a:ext cx="2403195" cy="1441917"/>
      </dsp:txXfrm>
    </dsp:sp>
    <dsp:sp modelId="{5BA31FDB-769C-4765-9581-F353AA165C23}">
      <dsp:nvSpPr>
        <dsp:cNvPr id="0" name=""/>
        <dsp:cNvSpPr/>
      </dsp:nvSpPr>
      <dsp:spPr>
        <a:xfrm>
          <a:off x="6468840" y="4668030"/>
          <a:ext cx="522134" cy="91440"/>
        </a:xfrm>
        <a:custGeom>
          <a:avLst/>
          <a:gdLst/>
          <a:ahLst/>
          <a:cxnLst/>
          <a:rect l="0" t="0" r="0" b="0"/>
          <a:pathLst>
            <a:path>
              <a:moveTo>
                <a:pt x="0" y="45720"/>
              </a:moveTo>
              <a:lnTo>
                <a:pt x="522134" y="45720"/>
              </a:lnTo>
            </a:path>
          </a:pathLst>
        </a:custGeom>
        <a:noFill/>
        <a:ln w="12700" cap="flat" cmpd="sng" algn="ctr">
          <a:solidFill>
            <a:schemeClr val="tx1"/>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716089" y="4710984"/>
        <a:ext cx="27636" cy="5532"/>
      </dsp:txXfrm>
    </dsp:sp>
    <dsp:sp modelId="{609CA364-BD4C-4946-92DF-71ABEDDB23CC}">
      <dsp:nvSpPr>
        <dsp:cNvPr id="0" name=""/>
        <dsp:cNvSpPr/>
      </dsp:nvSpPr>
      <dsp:spPr>
        <a:xfrm>
          <a:off x="4067444" y="3992792"/>
          <a:ext cx="2403195" cy="1441917"/>
        </a:xfrm>
        <a:prstGeom prst="rect">
          <a:avLst/>
        </a:prstGeom>
        <a:solidFill>
          <a:srgbClr val="00B0F0"/>
        </a:solidFill>
        <a:ln>
          <a:solidFill>
            <a:schemeClr val="tx1"/>
          </a:solid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7759" tIns="123608" rIns="117759" bIns="123608" numCol="1" spcCol="1270" anchor="ctr" anchorCtr="0">
          <a:noAutofit/>
        </a:bodyPr>
        <a:lstStyle/>
        <a:p>
          <a:pPr marL="0" lvl="0" indent="0" algn="ctr" defTabSz="622300">
            <a:lnSpc>
              <a:spcPct val="90000"/>
            </a:lnSpc>
            <a:spcBef>
              <a:spcPct val="0"/>
            </a:spcBef>
            <a:spcAft>
              <a:spcPct val="35000"/>
            </a:spcAft>
            <a:buNone/>
          </a:pPr>
          <a:r>
            <a:rPr lang="en-US" sz="1400" kern="1200">
              <a:solidFill>
                <a:schemeClr val="tx1"/>
              </a:solidFill>
              <a:latin typeface="Arial" panose="020B0604020202020204" pitchFamily="34" charset="0"/>
              <a:cs typeface="Arial" panose="020B0604020202020204" pitchFamily="34" charset="0"/>
            </a:rPr>
            <a:t>The incident ticket is updated with IOCs’ results and reports generated.</a:t>
          </a:r>
        </a:p>
      </dsp:txBody>
      <dsp:txXfrm>
        <a:off x="4067444" y="3992792"/>
        <a:ext cx="2403195" cy="1441917"/>
      </dsp:txXfrm>
    </dsp:sp>
    <dsp:sp modelId="{127F4640-B9F4-4DCC-BB26-D9E0C7067408}">
      <dsp:nvSpPr>
        <dsp:cNvPr id="0" name=""/>
        <dsp:cNvSpPr/>
      </dsp:nvSpPr>
      <dsp:spPr>
        <a:xfrm>
          <a:off x="7023374" y="3992792"/>
          <a:ext cx="2403195" cy="1441917"/>
        </a:xfrm>
        <a:prstGeom prst="rect">
          <a:avLst/>
        </a:prstGeom>
        <a:solidFill>
          <a:srgbClr val="00B0F0"/>
        </a:solidFill>
        <a:ln>
          <a:solidFill>
            <a:schemeClr val="tx1"/>
          </a:solid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7759" tIns="123608" rIns="117759" bIns="123608" numCol="1" spcCol="1270" anchor="ctr" anchorCtr="0">
          <a:noAutofit/>
        </a:bodyPr>
        <a:lstStyle/>
        <a:p>
          <a:pPr marL="0" lvl="0" indent="0" algn="ctr" defTabSz="622300">
            <a:lnSpc>
              <a:spcPct val="90000"/>
            </a:lnSpc>
            <a:spcBef>
              <a:spcPct val="0"/>
            </a:spcBef>
            <a:spcAft>
              <a:spcPct val="35000"/>
            </a:spcAft>
            <a:buNone/>
          </a:pPr>
          <a:r>
            <a:rPr lang="en-US" sz="1400" kern="1200">
              <a:solidFill>
                <a:schemeClr val="tx1"/>
              </a:solidFill>
              <a:latin typeface="Arial" panose="020B0604020202020204" pitchFamily="34" charset="0"/>
              <a:cs typeface="Arial" panose="020B0604020202020204" pitchFamily="34" charset="0"/>
            </a:rPr>
            <a:t>End of workflow.</a:t>
          </a:r>
        </a:p>
      </dsp:txBody>
      <dsp:txXfrm>
        <a:off x="7023374" y="3992792"/>
        <a:ext cx="2403195" cy="1441917"/>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18:20.369"/>
    </inkml:context>
    <inkml:brush xml:id="br0">
      <inkml:brushProperty name="width" value="0.04286" units="cm"/>
      <inkml:brushProperty name="height" value="0.04286" units="cm"/>
      <inkml:brushProperty name="color" value="#33CCFF"/>
    </inkml:brush>
  </inkml:definitions>
  <inkml:trace contextRef="#ctx0" brushRef="#br0">1392 172 9723,'-3'-12'0,"-4"5"0,-7 7 0,-13 7 0,-5 7 0,-1 6 0,-6 2 0,-12 2 0,-7 2 0,-5 3 0,-12 10 0,-7-3 0,36-14 0,0 0 0,-4 4 0,-2-1 0,-3-2 0,-1 0 0,0 2 0,1 1 0,2-4 0,2-1 0,0-3 0,2 0 0,-33 21 0,17-10 0,14-2 0,12-3 0,10-9 0,15-1 0,6-9 0,16 2 0,-3-4 0,9-3 0,3 0 0,2 0 0,3-10 0,0-2 0,0-10 0</inkml:trace>
  <inkml:trace contextRef="#ctx0" brushRef="#br0" timeOffset="351">412 673 9723,'12'0'0,"0"0"0,-5 0 0,5 0 0,10 0 0,0 0 0,0 10 0,-1 2 0,1 2 0,0 1 0,0-1 0,2 10 0,3 3 0,2 2 0,2 0 0,-4-5 0,2 3 0,-3 2 0,-1 7 0,-4-4 0,1-1 0,0 1 0,-10 4 0,-5-5 0,-4 1 0,-3-1 0,-3 1 0,-4-8 0,-8 0 0,-4-4 0,-5-6 0,-3 1 0,-4-8 0,-3-5 0,5-2 0,-5 0 0,0-2 0,0-5 0,8-3 0,-3-7 0,4 2 0,4-2 0,1-9 0,3-3 0,3 2 0,9 3 0,-2 2 0,7 0 0,7 1 0,5-1 0,10 0 0</inkml:trace>
  <inkml:trace contextRef="#ctx0" brushRef="#br0" timeOffset="769">1000 869 9723,'12'12'-2,"-2"0"0,-8-7-7,5 2 0,-4 3 6,4-3 0,-2 3 0,0 7 2,2-3 1,7-6 0,-4 4 0,2-3 0,-5-1 0,8-8 0,2 0 0,-5 0 0,2-3 0,3-4 0,-5 2 0,1-9 0,-4-3 0,6-3 0,-8-2 0,-2 1 0,-3-1 0,-2 7 0,0 1 0,0-3 0,0-2 0,0 6 0,3 4 0,2 11 0,2 5 0,10-2 0,-3 10 0,6 2 0,-1-5 0,-2 0 0,-3 0 0,3 0 0,3-5 0,2 6 0,-1-1 0,1 0 0,0-5 0,0 5 0,-1-2 0,1-5 0,0-3 0,0 8 0,-1 2 0</inkml:trace>
  <inkml:trace contextRef="#ctx0" brushRef="#br0" timeOffset="1104">1718 477 9606,'-7'-15'0,"-3"3"0,1 0 0,-1 0 0,0 7 0,3-2 0,-7 5 0,2 2 0,-3 0 0,0 2 0,3 5 0,-5 5 0,8 10 0,-1 0 0,0 0 0,3-8 0,7 1 0,0 2 0,0 2 0,3-4 0,4-3 0,7 0 0,6 0 0,1-7 0,1 2 0,0-5 0,0-2 0,7 3 0,0 2 0,-2 2 0,-3-2 0,-3 0 0,1-1 0,0 4 0,-7 1 0,-3-1 0,-3 6 0,-1-2 0,-8 3 0,0 2 0,-10-5 0,-5 0 0,-4-2 0,-3 4 0,0-7 0,1-2 0,-1-2 0,0-3 0,0 0 0,1-10 0,-1-2 0</inkml:trace>
  <inkml:trace contextRef="#ctx0" brushRef="#br0" timeOffset="1367">1871 63 9606,'0'-22'0,"0"8"0,0-1 0,9 11 0,6-4 0,4 16 0,3 6 0,0 5 0,-3 10 0,-2 0 0,-2 1 0,2 1 0,2-4 0,3 6 0,0-1 0,-1-5 0,1 4 0,0-2 0,0-2 0,-1-3 0,1-2 0,0-1 0,0 1 0,0 0 0,-1-10 0,1-5 0,0-4 0,0-3 0</inkml:trace>
  <inkml:trace contextRef="#ctx0" brushRef="#br0" timeOffset="1515">2459 129 9606,'-24'0'0,"-5"0"0,4 7 0,-6 0 0,2 0 0,0 3 0,0-5 0,7 9 0,-2 3 0,-5 3 0,12-6 0,-5 1 0,3 2 0,-1 2 0,1 3 0,4 0 0,-14-1 0,5 1 0</inkml:trace>
  <inkml:trace contextRef="#ctx0" brushRef="#br0" timeOffset="2217">1196 2067 9461,'0'-22'0,"-3"2"0,-4 6 0,5 4 0,-8 10 0,12 10 0,6 4 0,6 6 0,-2 4 0,3 3 0,2 4 0,2 3 0,3-5 0,2 5 0,3 0 0,2 0 0,7 2 0,-5 7 0,1 1 0,-1 0 0,6-8 0,-6 0 0,1 0 0,-1-2 0,-4-2 0,-10-13 0,-5-2 0,-3-2 0,1-11 0,-5 1 0,2-10 0,0-9 0,-7-13 0,0-4 0,0-3 0,0-2 0,0-5 0,0 2 0,0 3 0,0-1 0,0-4 0,0 5 0,0 7 0,0 2 0,0-2 0,3 7 0,4 1 0,-5 11 0,6 17 0,1-2 0,-1 10 0,-1-1 0,3-2 0,-8 8 0,8-6 0,-1 5 0,1 3 0,7-2 0,-2-4 0,1-1 0,-3-8 0,1 8 0,3 2 0,-5-8 0,3-1 0,2-6 0,-5-2 0,2 0 0,1 0 0,6-10 0,1-2 0</inkml:trace>
  <inkml:trace contextRef="#ctx0" brushRef="#br0" timeOffset="2417">2001 2132 9461,'-12'2'0,"5"6"0,5 4 0,2 10 0,7-8 0,3-2 0,-1 0 0,1 0 0,0-7 0,-5 5 0,2 0 0,0-8 0,3 17 0,2-7 0</inkml:trace>
  <inkml:trace contextRef="#ctx0" brushRef="#br0" timeOffset="2582">1805 1892 9461,'-7'-14'0,"0"-1"0,2-2 0,3 5 0,2-2 0,2 9 0,5-2 0,8 4 0,4 13 0,3 2 0</inkml:trace>
  <inkml:trace contextRef="#ctx0" brushRef="#br0" timeOffset="3252">2481 1871 9461,'21'-22'0,"1"0"0,-3 0 0,-4 1 0,2 6 0,-7 0 0,2-1 0,-7-4-1,2-2 0,-7 3 1,-7 5-5,-8 6 0,-4 6 0,-3 2 0,0 0 3,0 0 0,-7 2 0,0 6 0,3 4 1,1 0 1,4 7 0,1-4-1,3 4 1,3 3 0,2 0 0,-5-1 0,5 1 0,2 0 0,3 2 0,7 3 0,0 2 0,0-3 0,2-4 0,5-5 0,8-2 0,4 1 0,3-3 0,0-1 0,2-3 0,5-4 0,-2-2 0,7-3 0,-3 0 0,-2-3 0,-5-4 0,3-8 0,2-4 0,-2-3 0,-6 1 0,-4-4 0,-5-1 0,-2-3 0,0-8 0,-5 6 0,2-3 0,-2-5 0,-3-2 0,-4-5 0,-3-2 0,-2-3 0,-8 0 0,5 8 0,-2-1 0,-5 1 0,5 6 0,-2 3 0,-3 3 0,5 9 0,-3 8 0,8 11 0,-5 3 0,2 12 0,3 8 0,9 1 0,3 4 0,2 4 0,10-5 0,-2 7 0,4-2 0,3 0 0,0 8 0,0-8 0,-1-3 0,1-1 0,2-1 0,3 0 0,2 0 0,-2-5 0,-3-4 0,-2 2 0,2-5 0,5-2 0,-5-3 0,5-7 0,5 0 0,0 0 0</inkml:trace>
  <inkml:trace contextRef="#ctx0" brushRef="#br0" timeOffset="3450">3090 1392 9429,'0'14'0,"0"1"0,3-1 0,4 8 0,3-8 0,7-2 0,-5 1 0,-3-1 0,8-7 0,-2 2 0,-6 5 0,11-10 0,-8 8 0</inkml:trace>
  <inkml:trace contextRef="#ctx0" brushRef="#br0" timeOffset="3598">3003 1021 9429,'-12'0'0,"2"0"0,10-9 0,0-3 0</inkml:trace>
  <inkml:trace contextRef="#ctx0" brushRef="#br0" timeOffset="4487">3286 1043 9429,'15'3'0,"-1"4"0,3 7 0,3-2 0,1 1 0,1-4 0,0 8 0,0-2 0,-1 4 0,1-7 0,-2-2 0,-3-3 0,-3 0 0,1 1 0,6-8 0,1 0 0,-2-3 0,-4-2 0,-3-4 0,-4-3 0,6-3 0,-6-7 0,1 0 0,0 1 0,-1-1 0,-4 0 0,3 0 0,-4 1 0,-1-1 0,-3 0 0,0 8 0,0-1 0,0 10 0,7-2 0,0 14 0,10-4 0,-2 4 0,-3-5 0,2-2 0,1 0 0,7 0 0,-1-9 0,-1-6 0,-6-4 0,-2 4 0,-7 1 0,5-3 0,2-3 0,-7-4 0,2-2 0,-4-6 0,-3-2 0,0 8 0,-3-6 0,-4 3 0,-8 0 0,3-7 0,-2 7 0,-3 2 0,-3 3 0,6 9 0,-1 3 0,-2 3 0,1 4 0,-1 10 0,2 2 0,10 10 0,-2-3 0,5 6 0,2 1 0,0 1 0,2 0 0,5 0 0,8 0 0,-3-8 0,2 1 0,3-1 0,3-2 0,-6-2 0,1-8 0,2 3 0,2 2 0,-4 1 0,-1-8 0,3 0 0,2-10 0,3-4 0,-3-6 0,-4-2 0,2 1 0,-7-1 0,2 0 0,-5 0 0,7 0 0,-6 10 0,6 5 0,1 7 0,7 7 0,-1 8 0,1 7 0,2 4 0,3 6 0,2 2 0,2-5 0,-4 7 0,4 0 0,3-2 0,0 7 0,3-4 0,-8 4 0,-5 2 0,-2 3 0,-3 3 0,-2 1 0,-3-1 0,-6-3 0,4-3 0,-3 1 0,-4-1 0,-2 1 0,-3 0 0,0-3 0,0-5 0,-8 3 0,-1-10 0,-3-5-1,-5-7 0,-3 0 0,-1-10 0,-1-2-6,0-3 1,-7-2 0,-3 0 0,-1 0-1,-6 0 1,5 0 0,0 0 0,0-2 1,0-5 1,15 2 0,-3-10 0,5-2 1,5-2 1,-5-3 0,10 0-1,2 1 2,3-1 1,2 0-1,2 3 1,3 2 0,2 2 0,10 3 0,-2-2 0,14-6 0,5 8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18:27.354"/>
    </inkml:context>
    <inkml:brush xml:id="br0">
      <inkml:brushProperty name="width" value="0.04286" units="cm"/>
      <inkml:brushProperty name="height" value="0.04286" units="cm"/>
      <inkml:brushProperty name="color" value="#33CCFF"/>
    </inkml:brush>
  </inkml:definitions>
  <inkml:trace contextRef="#ctx0" brushRef="#br0">22 163 9376,'-7'-15'0,"0"1"0,-1 9 0,8-5 0,0 13 0,0 4 0,0-2 0,0 9 0,0 3 0,8 3 0,1-1 0,1-2 0,0-3 0,4-6 0,-4 6 0,2 3 0,2 2 0,8 3 0,0-7 0,0-1 0,-8-9 0,1 2 0,-10-7 0,2-7 0,-5 2 0,-2-9 0,0-3 0,0-3 0,0-1 0,0-1 0,0 0 0,0 8 0,0-1 0,0-2 0,0-2 0,0-3 0,-2 0 0,-3 0 0,-2 1 0,-1 6 0,8 1 0,0-3 0,0 5 0,0-3 0,0 13 0,0 2 0,0 9 0,0 16 0,0 4 0,0-5 0,0 5 0,0-5 0,0-2 0,10 2 0,2 3 0,3 2 0,-1-3 0,1-2 0,7-4 0,-1-3 0,1-3 0,10-2 0,1 5 0,1-2 0,17-10 0,-5 4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22:57.627"/>
    </inkml:context>
    <inkml:brush xml:id="br0">
      <inkml:brushProperty name="width" value="0.3" units="cm"/>
      <inkml:brushProperty name="height" value="0.6" units="cm"/>
      <inkml:brushProperty name="color" value="#00FDFF"/>
      <inkml:brushProperty name="tip" value="rectangle"/>
      <inkml:brushProperty name="rasterOp" value="maskPen"/>
    </inkml:brush>
  </inkml:definitions>
  <inkml:trace contextRef="#ctx0" brushRef="#br0">7497 0 13804,'-51'7'0,"-5"3"0,-14 2 0,-5 3 0,-19 4 0,2-2 0,-2-2 0,43-9 0,0 0 0,-6 2 0,0 1 0,0-3 0,0 0 0,4-1 0,0-1 0,2 1 0,0 0 0,-41 0 0,-4 5 0,-4 2 0,47-10 0,-2 0 0,-4 3 0,-1 0 0,1-1 0,-1-1 0,1 1 0,0 0 0,1 1 0,0-1 0,1-1 0,0-1 0,-3 2 0,-1-1 0,-4 0 0,-1-1 0,-6 3 0,-1 0 0,1 0 0,-1 0 0,-1-1 0,0 1 0,2 0 0,-1 0 0,-1 2 0,1 1 0,3-4 0,2-1 0,-1 0 0,0-1 0,-1-1 0,0 0 0,3 2 0,0 1 0,-2 0 0,1 0 0,3-2 0,1 0 0,6 0 0,0-1 0,3-1 0,1 0 0,-40 0 0,42 0 0,0 0 0,-5 0 0,0 0 0,-2 0 0,0 0 0,-3 0 0,0 0 0,5 0 0,0 0 0,5 0 0,0 0 0,-47 0 0,2 0 0,44 0 0,-2 0 0,-6 0 0,1 0 0,-1 0 0,1 0 0,0 0 0,1 0 0,3 0 0,1 0 0,-45 0 0,6 0 0,5 0 0,-1 0 0,5 0 0,-4 0 0,-5 0 0,-1 0-2,-2 0 0,18 0 0,-4 0-2,6 0 0,16 0 1,-4 0-4,2 0 1,5 0 0,-7 0 1,-3 0 2,-12 0 0,12 0 2,10 0 1,7 0 0,-7 0 0,29 0 0,-19 0 0,33 0 0,1 2 0,28 6 0,20-6 0,32 8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22:58.174"/>
    </inkml:context>
    <inkml:brush xml:id="br0">
      <inkml:brushProperty name="width" value="0.3" units="cm"/>
      <inkml:brushProperty name="height" value="0.6" units="cm"/>
      <inkml:brushProperty name="color" value="#00FDFF"/>
      <inkml:brushProperty name="tip" value="rectangle"/>
      <inkml:brushProperty name="rasterOp" value="maskPen"/>
    </inkml:brush>
  </inkml:definitions>
  <inkml:trace contextRef="#ctx0" brushRef="#br0">4433 44 13619,'-51'-15'0,"0"1"0,5 9 0,-19-2 0,-3 4 0,-12 3 0,5 0 0,0 0 0,5 3 0,-7 2 0,-1 2 0,1-2 0,-5-3 0,-10 1 0,-7 1 0,46 0 0,-1 0 0,-2 0 0,-2-1 0,-6-3 0,-2 0 0,-1 0 0,1 0 0,-4 0 0,2 0 0,5 0 0,0 0 0,-3 1 0,-1 0 0,-1 1 0,0 1 0,-3 1 0,0-1 0,-4 1 0,0 0 0,-1-4 0,2 0 0,2 0 0,1 0 0,5-1 0,1 2 0,0 0 0,-1 0 0,4 1 0,-1 1 0,-6 1 0,0-1 0,-8 0 0,1-1 0,9 0 0,1 1 0,0-1 0,2 1 0,6 0 0,2 1 0,5-2 0,0 1 0,-2 1 0,0 1 0,-44 3 0,3-3 0,6-3 0,23-2 0,0 0 0,-8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22:58.708"/>
    </inkml:context>
    <inkml:brush xml:id="br0">
      <inkml:brushProperty name="width" value="0.3" units="cm"/>
      <inkml:brushProperty name="height" value="0.6" units="cm"/>
      <inkml:brushProperty name="color" value="#00FDFF"/>
      <inkml:brushProperty name="tip" value="rectangle"/>
      <inkml:brushProperty name="rasterOp" value="maskPen"/>
    </inkml:brush>
  </inkml:definitions>
  <inkml:trace contextRef="#ctx0" brushRef="#br0">4008 7 13545,'-75'-7'0,"-5"14"0,12-4 0,-5 14 0,-11-5 0,9-2 0,25-3 0,-2 0 0,1-2 0,0-3 0,-1 0 0,0-1 0,1 2 0,1 1 0,-1 0 0,0-1 0,-1 0 0,0-1 0,0 0 0,-2-1 0,-10-1 0,-1 0 0,-2 0 0,-1 0 0,-3 0 0,-1 0 0,-1 0 0,1 0 0,4 0 0,0 0 0,-2 0 0,0 0 0,0 0 0,0 0 0,-3 0 0,1 0 0,-3-1 0,0 2 0,-2-1 0,1 2 0,2 0 0,1 1 0,3 0 0,2 1 0,-2 1 0,2 0 0,7-3 0,1 1 0,-1 0 0,1 1 0,1-2 0,2 1 0,1 1 0,0 1 0,3 0 0,0 0 0,2 0 0,0 0 0,-43 4 0,21 1 0,8-3 0,24-4 0,0 6 0,118 13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22:59.110"/>
    </inkml:context>
    <inkml:brush xml:id="br0">
      <inkml:brushProperty name="width" value="0.3" units="cm"/>
      <inkml:brushProperty name="height" value="0.6" units="cm"/>
      <inkml:brushProperty name="color" value="#00FDFF"/>
      <inkml:brushProperty name="tip" value="rectangle"/>
      <inkml:brushProperty name="rasterOp" value="maskPen"/>
    </inkml:brush>
  </inkml:definitions>
  <inkml:trace contextRef="#ctx0" brushRef="#br0">370 27 13490,'-24'-24'0,"-24"21"0,4 25 0,3 7 0,-3 0 0,15-14 0,-21 23 0,23-23 0,-14 16 0,19-9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22:59.690"/>
    </inkml:context>
    <inkml:brush xml:id="br0">
      <inkml:brushProperty name="width" value="0.3" units="cm"/>
      <inkml:brushProperty name="height" value="0.6" units="cm"/>
      <inkml:brushProperty name="color" value="#00FDFF"/>
      <inkml:brushProperty name="tip" value="rectangle"/>
      <inkml:brushProperty name="rasterOp" value="maskPen"/>
    </inkml:brush>
  </inkml:definitions>
  <inkml:trace contextRef="#ctx0" brushRef="#br0">3409 88 13705,'37'0'-112,"11"0"104,-43 0 7,-63 0 0,14 0 0,-55 0 1,19 0 0,10-3 0,5-2 0,-1-2 0,1 2 0,-10 3 0,-10 2 0,-14-3 0,42 0 0,-2-1 0,-5 3 0,0 0 0,-5-3 0,0 0 0,-2 3 0,-1 0 0,1 1 0,-1 0 0,-3-3 0,0-1 0,4 0 0,-1 1 0,0 0 0,-1 1 0,1 0 0,-1 1 0,2 1 0,-1 0 0,1 0 0,0 0 0,4 0 0,3 0 0,4 0 0,1 0 0,8 0 0,1 0 0,-42 0 0,7-2 0,5-5 0,0 4 0,-4-4 0,4 5 0,-2 2 0,9 0 0,0 0 0,-4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23:01.343"/>
    </inkml:context>
    <inkml:brush xml:id="br0">
      <inkml:brushProperty name="width" value="0.3" units="cm"/>
      <inkml:brushProperty name="height" value="0.6" units="cm"/>
      <inkml:brushProperty name="color" value="#00FDFF"/>
      <inkml:brushProperty name="tip" value="rectangle"/>
      <inkml:brushProperty name="rasterOp" value="maskPen"/>
    </inkml:brush>
  </inkml:definitions>
  <inkml:trace contextRef="#ctx0" brushRef="#br0">11128 44 13439,'46'-12'0,"5"-8"0,-17 18 0,10-8 0,-20 10 0,-19 3 0,-34 4 0,-10 2 0,-24 8 0,-5-2 0,-4-10 0,-1 4 0,-9-1 0,-10-1 0,42-3 0,-2-1 0,-5-2 0,-2-2 0,-2 1 0,-1 0 0,-2 0 0,-1 0 0,0 0 0,0 0 0,-2 0 0,1 0 0,-3 0 0,0 0 0,-3 0 0,-1 0 0,-6 0 0,0 0 0,0-1 0,1 0 0,2-1 0,2-1 0,4-1 0,0 1 0,-1-1 0,-1 0 0,-4 4 0,-1 0 0,-4 0 0,-2 0 0,-4 0 0,0 0 0,-1 1 0,1-2 0,10 1 0,0-2 0,-4 0 0,-1-1 0,-4 0 0,-2-1 0,-8 0 0,-1 1 0,-3 2 0,1 2 0,6-1 0,0 0 0,1 0 0,0 0 0,-4 0 0,-1 0 0,27 0 0,0 0 0,-1 0 0,1 0 0,-1 0 0,2 0 0,1 0 0,0 0 0,0 0 0,-3 0 0,0 0 0,0 0 0,4 0 0,0 0 0,1 0 0,-2 0 0,0 0 0,0 0 0,-30 0 0,0 0 0,1 0 0,1 0 0,4 0 0,2 0 0,2 0 0,0 0 0,2 0 0,2 0 0,7-4 0,2 0 0,5 1 0,2-1 0,1 1 0,1 1 0,1 1 0,-1 0 0,-5 1 0,-1 0 0,-1 0 0,-1 0 0,-1 0 0,0 0 0,3 0 0,1 0 0,0 1 0,-1 0 0,1 1 0,0 1 0,-3 2 0,0 0 0,-3 1 0,-1 0 0,0-4 0,1 1 0,4 1 0,1 1 0,4-1 0,1 0 0,3-1 0,2 1 0,-2 3 0,-1 0 0,4-1 0,-1-2 0,-2 1 0,0 0 0,-2 0 0,1-1 0,5 2 0,2-2 0,2-1 0,0-1 0,3 1 0,2 1 0,-31 4 0,2-8 0,10 0 0,5 0 0,7 0 0,0 0 0,-3 0 0,-19 0 0,-7 0 0,2 0 0,6 0 0,16 0 0,-3 0 0,13 7 0,-5 0 0,19 0 0,-21-7 0,24 0 0,-8 0 0,13 0 0,18 0 0,-6 0 0,7-9 0,-10 6 0,-9-6 0,-13 9 0,-2 0 0,-7 0 0,19 0 0,3 0 0,19 9 0,-17 13 0,14 2 0,-16 8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23:01.877"/>
    </inkml:context>
    <inkml:brush xml:id="br0">
      <inkml:brushProperty name="width" value="0.3" units="cm"/>
      <inkml:brushProperty name="height" value="0.6" units="cm"/>
      <inkml:brushProperty name="color" value="#00FDFF"/>
      <inkml:brushProperty name="tip" value="rectangle"/>
      <inkml:brushProperty name="rasterOp" value="maskPen"/>
    </inkml:brush>
  </inkml:definitions>
  <inkml:trace contextRef="#ctx0" brushRef="#br0">1 175 13499,'38'-29'0,"6"0"0,21 9 0,25-6 0,-41 15 0,1 2 0,5 1 0,1 2 0,10 2 0,1 0 0,6-1 0,0-2 0,-3 2 0,0 1 0,-2 1 0,-1 1 0,0 0 0,-1 1 0,4 1 0,1 0 0,3 0 0,2 0 0,2 0 0,1 0 0,0 0 0,-1 0 0,-5 0 0,0 0 0,-3 1 0,0 1 0,0 1 0,0 1 0,6-2 0,1 1 0,6 4 0,1 0 0,0 1 0,1-1 0,-1-1 0,-1 0 0,0 3 0,1-1 0,0-3 0,1 0 0,7 0 0,0 2 0,4 1 0,-1 1 0,-3-1 0,-2 1 0,-9-1 0,0 1 0,0-2 0,0 0 0,2 1 0,1 1 0,4 0 0,1-1 0,-3 1 0,-1-1 0,-5-1 0,-2 0 0,-6 2 0,-2-1 0,-6 1 0,-2-1 0,2 1 0,0-1 0,4-1 0,0-2 0,3 0 0,1 0 0,0 2 0,-2 1 0,-7-4 0,-2-1 0,-4-1 0,0 1-2,-5-2 1,0 0-1,1-1 1,0 0 0,-2 0-1,0 0 1,1 0-1,0 0-5,-1 0 0,-1 0 1,47 0-1,-12 0-4,-5 0 1,-5-2-3,-10-6 10,-29 6 1,22-17 1,-14 4 1,-15 5 0,29 1 0,-31 9 0,7 0 0,-15-10 0,-19-2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23:19.175"/>
    </inkml:context>
    <inkml:brush xml:id="br0">
      <inkml:brushProperty name="width" value="0.05714" units="cm"/>
      <inkml:brushProperty name="height" value="0.05714" units="cm"/>
      <inkml:brushProperty name="color" value="#E71224"/>
    </inkml:brush>
  </inkml:definitions>
  <inkml:trace contextRef="#ctx0" brushRef="#br0">9788 22 18244,'-15'0'0,"1"0"0,-3 0 0,5 0 0,-3 0-17,-2 0 0,-2 0 0,-3 0-12,0 0 0,-7 0 1,-2 0-1,-1 0 12,1 0 1,-8 8 0,3-1 0,-5-2-7,-3-3 0,-7-2 0,-2 0 1,-3 0-6,-4 0 1,-13 0 0,-7 0 0,-4 0-9,-3 0 1,-8 0 0,-1 0 0,-1 0 15,0 0 0,41 0 0,-2 0 0,1 0 0,-2 0 0,-4 0 0,-2 0-89,-3 0 0,-2 0 1,-4 0-1,-2 0 0,-5 0 1,0 0-1,-1 0 0,-1 0 92,-1 0 1,-1 0 0,2 0-1,1 0 1,1 0 0,0 0-1,3 0 1,1 0 1,5 0 1,2 0 0,5 0 0,1 0 0,8 0 0,1 0-1,-42-2-30,3-5 0,4 4 0,39 0 0,-2-1 0,1 2 0,0 1 20,-47 1 1,7 0-1,29 0 1,8 0 14,11 0 1,10 8-1,12-1-23,1-2 46,9-3 1,4-2 0,16 0-56,6 0 1,13 8 0,2-1 0,0-2 200,2-3 1,3-2 0,12 0 0,2 0-170,3 0 1,12 0-1,0 0 1,7 0 42,0 0 1,5 0 0,0 0-1,0 0-36,0 0 1,-2 0-1,-5 0 1,4 0-8,8 0 0,5 0 1,4 0-1,8 0 4,-43 0 1,1 0-1,3 1 1,0 0-1,4 2 1,0-1-1,-3 2 1,0 0-65,1-2 1,-1 0 0,-3 0 0,1-1 0,6-1 0,0 0 0,2 1 0,1 0 67,2 3 1,-1-1 0,2-1 0,-2-1 0,-5 3 0,-1-1 0,-3-1 0,-2-1-19,-4-1 1,0 0 0,0 0 0,0 2 0,43 3 0,-4 2-34,-1-2 1,4-3 0,1-2 0,-6 0 12,-6 0 1,-11 0-1,-14 0 1,-5 0 6,1 0 0,-8-2 0,4-3 1,-4-2 6,-2 2 0,-1 3 0,-1 2 0,-6 0-36,-7 0 1,-7-3-5,-8-4 0,-4 2 2,-10-9 0,-3 9 0,-4-5 0,-7 3 35,-6 0 1,-4-1 0,-2 8-1,-6 0 40,-2 0 0,-2-2 1,-8-3-1,1-2-15,-1 2 0,1 2 1,-3 3-1,-3 0 4,-1 0 0,-11 0 1,3 0-1,-5 0-7,-2 0 1,-10 0 0,-5 0 0,-7 0 7,-8 0 0,3 0 0,42 0 0,-1 0 0,0 0 0,0 0 6,-48 0 1,0-2 0,4-3 0,-4-2 92,0 2 0,44 4 1,-1 0-1,3 1 1,2 0-1,-48 0-73,7 0 1,0 0 0,12 0-1,-3 0-22,4 0 1,-6 0 0,5 0-1,-7 0 2,-7 0 0,4 0 0,-2 0 0,10 0-9,9 0 1,6 2 0,-1 3-1,-2 2 1,-3-2 0,-2-3 1,2-2-1,-6 0-8,-6 0 0,-2 0 0,2 0 0,5 0 6,8 0 1,11 8 0,3-1-1,0-2-2,2-3 1,-4-2 0,7 0 0,-5 0-7,-10 0 1,-5 3-1,-7 2 1,8 2 6,4-2 1,3 4 0,-1-1-1,4-1 3,3 2 1,6-6 0,7 4 0,-5-4-7,-7-3 1,-2 7 0,-1 0 0,3-2-6,-2-3 0,4-2 1,-2 0-1,-2 3 13,-3 4 0,0-5 1,5 6-1,5-6-8,-1-2 0,1 3 0,-7 1 1,2 4-7,-3-3 1,5-3 0,-4-2 0,-5 0-30,-6 0 0,-1 0 1,6 0-1,1 0-22,0 0 1,-1 0 0,1 0 0,2 0-18,5 0 1,-7 0 0,0 0 0,-13 0-9,-7 0 0,1 0 1,1 0-1,6 0-4,2 0 1,-5 0 0,10 0 0,7 0-14,10 0 1,7 0 0,2 0 0,-2-2-9,-4-6 0,4 6 1,-8-5-1,1 4 2,-5 3 0,-7 0 1,-5 0-1,-3 0 25,3 0 1,2 0 0,5 0-1,5 0 16,7 0 0,5 0 0,5 0 0,5 0-7,7 0 0,-3 0 0,3 0-116,3 0 107,1 0 0,16 0 51,9 0 1,12-2 0,15-3 0,2-2 9,-3 2 0,8 2 0,0 3 1,2 0 2,1 0 1,-1 0 0,10-2 0,5-3 3,7-2 1,5 0 0,4 7 0,6-3 1,7-4 0,4 4 0,6-4 0,4 2 9,-43 2 0,0-1 0,48 2 0,-48-3 0,0 0 0,1 1 0,0 1 2,1-1 1,0 1 0,3-2 0,0 2 0,0 3 0,1 0 0,0 0 0,0 0 0,-3 1 1,-1-2-1,43-6 1,-16 0-1,-7 2 0,-6 2 1,-11 3-1,-5 0 1,-5 0 2,-3 0 1,1 0-1,0 0 1,-3 0 0,-5 0 1,-5 0 0,-9 0-3,0 0 2,-10 0 0,-12 0 1,-17 0-1,-7 0 0,-5 0 1,-12 0-1,0 0 1,-10 0-1,-5 0 1,5 0-1,-4 0 1,-1 0-1,0 0 1,6 0-1,-8 0 1,-1 0-1,4 0 1,-8 0 0,2 0 0,-9 0 0,-10 0 0,-12 0 0,-4 0 0,-1 0 0,0 0 0,0 3 0,5 2 1,-4 2-1,-4-2 0,6-3 1,-5 1-1,48-1 1,0 1-1,-2 0 0,0 1 1,-42 3-1,-4-5 1,14 3 0,13 3 0,2 6 0,0-7 1,-3-2-2,3-2 1,2-1-1,5 3 1,3 2-1,2-2 1,9-3 0,1-2 0,7 0-1,4 0 0,11 0 0,-3 0 0,5 0 0,9 0-1,0 0 1,8 0-1,-7 0 0,11 0 0,3 0 1,3 0-1,11 0 1,3 0-1,3 0 0,9 0 0,2-2 0,3-3 1,5-2 1,4 0 0,6 7 0,4 0-2,2 0 0,4 0 1,3 0-1,1 0 1,3 0 0,-6 0 0,10 0 0,-7 0 0,-5 0 0,0 0 0,8 0 0,-1 0-1,0 0 0,-7 7 1,-2 0-1,-3 0-1,-4 3 1,-6-8 0,-6 6-1,-8-6-1,-5-2 2,-12 0 1,-15 0 0,-18 0 0,-13 0-2,-7 0 1,-13 0 0,-4 0-1,-5 0 2,-2 0 0,0 0 0,2 0 0,5 0 0,7 0 0,3 0 0,-1 0 0,-2 0 0,3 0 0,2 0 0,2 0 0,1 0 0,-1 0 1,1 0 0,2 0 0,4 0 0,8 0 1,-4 0 0,-1 0-1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23:20.991"/>
    </inkml:context>
    <inkml:brush xml:id="br0">
      <inkml:brushProperty name="width" value="0.05714" units="cm"/>
      <inkml:brushProperty name="height" value="0.05714" units="cm"/>
      <inkml:brushProperty name="color" value="#E71224"/>
    </inkml:brush>
  </inkml:definitions>
  <inkml:trace contextRef="#ctx0" brushRef="#br0">8643 262 10852,'12'0'-33,"-2"0"1,-27 0 26,-5 0 0,-12 0 0,3-3 0,-3-2-1,-5-2 0,-12-2 1,-7 4-1,-7-5 3,-8-2 1,-4 7 0,-10-5 0,0 3 1,0 0 0,-8-8 0,1 8 0,0 0 1,-3-3 1,5 8-1,41-3 1,0 0-1,-1 1 1,0 1-27,-1-1 1,0 1-1,-3-2 1,0 0-1,1 2 1,-1 1 0,0-2-1,1 1 25,1 0 0,1 1 0,2 0 0,-2 2 0,-3-1 0,-1 2 0,-5-1 0,-2 0 2,-8 0 0,-1 0 0,2 0 0,1 0 0,-2 0 0,-1 0 0,4 0 0,0 0-85,1 0 1,-2 0 0,-3 0 0,-1 0 0,-8 0 0,-1 0 0,-2 0 0,1 0 85,2 0 0,2 0 0,1 0 0,3 0 0,7 0 0,0 0 0,-3 0 0,-1 0-1,-2 0 1,0 0 0,4 0-1,1 0 1,4 0 0,2 0 0,5 0-1,2 0 0,4-1 1,2 2 0,0-1 0,0 2 0,-46 3 0,44-1 0,0 1-31,-3 2 0,0-1 0,0-3 0,-1 1 0,-5 2 0,0 0 1,4 0-1,0 0 30,2 0 1,1 0 0,1-2 0,1-1 0,1 3 0,0 0 0,1 0 0,-2-2-1,-2-1 0,-1-1 0,1-1 0,-1 0 0,-4 0 0,1 1 1,3 0-1,1 1 0,-44 4 0,16 0 0,11-7 0,2 0-1,-3 0 0,5 0 0,-4 0 0,4 0-1,3 0 1,-8-7-1,0 0 1,6 2 47,6 2 0,10 3 1,13 0-1,4 0-51,2 0 335,3 0 1,20 0-331,9 0 1,17-2 0,14-3 0,5-2 67,10 2 0,-2 3 0,9-1 0,0-2-69,5-2 1,8 0 0,4 7 0,2 0-1,-1 0 1,-6 0-1,-5 0 1,1 0 0,7 0 1,-10 0-1,9 0 1,1 0-1,2 0 0,17 0 0,3 0 1,-40 0-1,2 0 0,-1 0 0,2 0 0,2-1 0,1-1 0,1 0 1,0 0-1,-2-2 0,1 0-35,0 2 1,-1 0 0,-2 0 0,1 1 0,6 1 0,1 0 0,-1 0 0,1 0 32,-1 0 1,1 0-1,-1 0 1,1 0 0,1 0-1,-1 0 1,-3 0 0,-2 0 0,-4 0 0,0 0 0,47 0 0,-5 0 0,-42 0 0,0 0 0,5 0 0,0 0 1,-1 0-1,-1 0 1,3 0-1,-2 0 1,-3 1-1,-2 1 0,44 5 0,-6-5 0,-2 5 1,0-4-17,0-3 1,3 2 0,2 3 0,2 2 15,-2-2 1,-12-2-1,-7-3 1,-8 0-1,-7 0 1,-2 0 0,-8 0-1,3 0 0,-3 0 1,-2 0 0,-5 0 0,-2 0 0,-3 0 1,-2-3-1,3-2 8,-8-2 59,-15 0 0,-11 4 0,-16-1 0,-3-4-68,-9 4 0,-11 1 0,0 3 0,-8 0 17,-7 0 0,3-2 0,-10-3 0,0-2-17,2 2 1,-7 2 0,5 3-1,-7 0 1,-8 0 0,-4 0 0,-10 0 0,-5 0-1,41 0 1,0 0 0,-1-1 0,-2 0 0,-9-1 0,-2-1 0,-4-1 0,0 1-108,-5 0 1,0 1-1,-5 0 1,-2-1-1,-8 1 1,-1-1-1,0 0 1,-1-1 105,1 1 1,1 1 0,5 1 0,1 0 0,3 1 0,0 0 0,1 0 0,1 0 1,-2 0 1,0 0-1,4 0 1,0 0 0,0 0-1,2 0 1,5 0 0,2 0-52,4 0 0,0 0 0,5 1 0,0 0 0,-4 1 0,-2 1 0,-2 1 0,-1-1 51,-4 0 1,0-1 0,5 3 0,1 0-1,3 0 1,0-1 0,5 1 0,1 0 0,2 0 0,-1 0 0,-5 0 0,-1 0 0,-3-3 0,0 0 0,-3 2 0,1 0-1,1-2 0,1 0 0,8 0 1,1-1-1,-39-1 0,4 2-6,3 6 1,2-6-1,3 5 1,0-4 5,-8-3 1,3 0-1,-5 0 1,12 0-1,15 0 0,9 0 1,15 0-1,5 0 0,7 0 0,5 0 0,2 0 407,0 0 1,0 0-412,1 0 116,9 9 0,4-6 0,16 4 0,6-5-112,5-2 0,10-2 1,3-3-1,2-2 9,5 2 1,2-5-1,5 3 1,4 0-9,9-3 1,6 5 0,10-7 0,10 0-1,6 0 0,-39 8 0,1 1 0,46-9 0,-49 6 0,1 0-1,0-1 1,0 2 0,5 1-1,2 0 1,7-2 0,3 0-1,6 1 1,2 0-96,6 3 1,0 0 0,0-1 0,-2 1 0,-1 0-1,0-1 1,-3-1 0,0 1 94,0 0 0,1 1 0,-2 0 0,2 1 0,7 2 0,1 1 0,-1 0 0,-1 1-1,-5 0 1,-1 1 0,-4 0 0,-1-1 0,-4-1 0,0-1 0,4 1 0,1 0-1,6 2 0,2 0 0,-2 1 0,-1-1 1,0-1-1,-1-1 0,-3 2 0,-1 0-1,1-2 1,0 0-1,7 0 1,3-1 0,2-1-1,2 0 1,1 0-1,1 0 1,-5 0 0,-1 0 0,-3 0 0,-2 0 0,-2 1 0,1 0 0,1 1 0,1 1-1,4 0 1,-1 1 0,-7 1 0,-2 0 0,-4-3 0,-2 1-1,-6 0 1,-3 1 0,-3-1 0,0-1 0,3-1 0,0 0 1,3-1-1,0 0 0,0 0 0,1 0-17,-1 0 0,0 0 1,-3 0-1,-2 0 1,42 0-1,-9 0 18,-8 0 0,-5 0 1,3 0-1,-5 0 1,0 0 0,-7 0 1,5 0-1,-8 0 1,-7 0 0,-5 0 0,-12 0 0,-4 0-1,-8 0 1,-5 0-1,-2 0 1,-1 0 0,1 0 0,0 0 0,0 0 249,0 0 1,-1 3-1,1 2-253,0 2 1,0 0 0,-1-7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29:14.974"/>
    </inkml:context>
    <inkml:brush xml:id="br0">
      <inkml:brushProperty name="width" value="0.04286" units="cm"/>
      <inkml:brushProperty name="height" value="0.04286" units="cm"/>
      <inkml:brushProperty name="color" value="#E71224"/>
    </inkml:brush>
  </inkml:definitions>
  <inkml:trace contextRef="#ctx0" brushRef="#br0">2104 6 9210,'-2'-6'0,"-2"6"0,2 6 0,-2 7 0,2 1 0,2-1 0,0 5 0,2 0 0,2-1 0,5 3 0,-1-4 0,0 6 0,4 2 0,5 1 0,-1 0 0,6-1 0,2-2 0,1 2 0,1 2 0,1 4 0,0-1 0,-1-4 0,-1 2 0,-1-6 0,-3 1 0,-2 0 0,-7-6 0,-8 2 0,-2-3 0,-2-2 0,-8-4 0,-5-1 0,-8-2 0,-4-3 0,-3-2 0,-1-1 0,-4 0 0,-1 0 0,4 0 0,-1 0 0,3-1 0,2-4 0,-1-1 0,2-4 0,3 1 0,4-1 0,8-1 0,1 1 0,0 1 0,1-1 0,-2-2 0,6-2 0,-1 1 0,5 0 0,0 4 0,-1 2 0,-4 1 0,4 1 0,-4 5 0,10 0 0,-2 0 0,6 0 0,1 0 0,-3 0 0,2 0 0,0 0 0,-1 2 0,-4 2 0,-4-1 0,-4 4 0,-5 1 0,-3-1 0,-2 1 0,1 2 0,0-1 0,0 1 0,-5-2 0,0 1 0,2-1 0,1 0 0,2 4 0,-1-3 0,1 2 0,6 3 0,2-1 0,4 0 0,7 1 0,3-3 0,2 0 0,3-2 0,0 0 0,4 2 0,3 0 0,0-2 0,4-5 0,-5 3 0,3 1 0,-1-1 0,-1-4 0,2 2 0,-1-4 0,2-1 0,-5 0 0,1 6 0,-7 1 0</inkml:trace>
  <inkml:trace contextRef="#ctx0" brushRef="#br0" timeOffset="765">160 499 9214,'-8'-2'0,"4"-2"0,4 2 0,4-2 0,-1 2 0,6 2 0,2 0 0,0-4 0,4 0 0,1-1 0,2-1 0,0 3 0,-3-4 0,1-1 0,2 1 0,0 0 0,-5-4 0,-1 2 0,-3-1 0,1 3 0,-6-2 0,-1-2 0,-1 0 0,-4-1 0,-1 1 0,-4 3 0,-5-3 0,2 1 0,-9 0 0,1 1 0,0-2 0,-6 5 0,4 0 0,-3 2 0,1 0 0,5-1 0,-4 5 0,2 2 0,2 2 0,3-1 0,2 6 0,1 1 0,2 2 0,5 3 0,-3 1 0,1 3 0,3 2 0,1 3 0,2 5 0,0 4 0,0 1 0,5 1 0,1 7 0,1 1 0,3 1 0,1 5 0,-1-5 0,-1-1 0,1-1 0,-2-4 0,1-2 0,-1-5 0,0-3 0,2-8 0,-4-2 0,0-3 0,0-2 0,-2-5 0,-4-4 0,0-8-3,0-5 3,0-3 0,0-7 0,0-2 0</inkml:trace>
  <inkml:trace contextRef="#ctx0" brushRef="#br0" timeOffset="947">266 872 9181,'-13'0'0,"-6"0"0,-2 0 0,-1 0 0,0 0 0,1 0 0,-3 0 0,2 0 0,-2 0 0,5 0 0,1 0 0,4 0 0,0 0 0,7-6 0,1-2 0</inkml:trace>
  <inkml:trace contextRef="#ctx0" brushRef="#br0" timeOffset="1202">346 872 9165,'8'5'0,"-1"-3"0,-4 4 0,1 0 0,5-3 0,-4 6 0,-2 1 0,-2-3 0,1 2 0,2 2 0,-2 0 0,2 3 0,-3-1 0,-1-4 0,0 0 0,0 0 0,-5-2 0,-3-1 0</inkml:trace>
  <inkml:trace contextRef="#ctx0" brushRef="#br0" timeOffset="1313">360 672 9165,'8'0'0,"1"0"0,-4 0 0,4 0 0,-6 6 0,2 1 0</inkml:trace>
  <inkml:trace contextRef="#ctx0" brushRef="#br0" timeOffset="1729">453 858 9165,'0'14'0,"0"-6"0,0 1 0,0 0 0,0 5 0,0-1 0,0 0 0,1 0 0,4 1 0,-4-1 0,7-1 0,-4-3 0,3-3 0,7-6 0,-3-2 0,0-2 0,-2-5 0,1-3 0,2 3 0,1 0 0,-1-1 0,-3-2 0,3 3 0,-3 2 0,2 1 0,3 3 0,-1 2 0,0 1 0,1 0 0,-5 0 0,-1 0 0,0 1 0,2 2 0,-2 3 0,-2 1 0,-1-2 0,-2 4 0,2 1 0,5 2 0,-1 1 0,3 0 0,-3 1 0,0-1 0,1 0 0,2 1 0,1-1 0</inkml:trace>
  <inkml:trace contextRef="#ctx0" brushRef="#br0" timeOffset="2465">959 858 9165,'-9'-9'0,"0"2"0,-1 1 0,-2-3-1,-2 5 1,6-1-3,-1 5 1,1 6 0,-2 3-1,1 3 1,6 1 0,-1 1 0,2-1 1,2 0 0,0 1 0,0-1 1,2 0-1,2 0 1,5 1 0,-2-7 0,2-1 0,2 0 0,-4-5 0,2 2 0,1-6 0,-2 1 0,0-7 0,3-2 0,-4-1 0,1-1 0,-2 0 0,-4 0 0,0-1 0,-1 1 0,2 0 0,2-1 0,-1 1 0,-4 0 0,0 5 0,0 4 0,0 8 0,0 4 0,0 5 0,0 0 0,0 1 0,2-3 0,2-2 0,-1-1 0,6-5 0,1 1 0,2 1 0,2-7 0,-1-2 0,0-4 0,-1-5 0,-2 0 0,-1-1 0,0 1 0,4-2 0,-1-1 0,-3-2 0,1-6 0,-4 2 0,0-3 0,0-2 0,0 1 0,-3-1 0,2 1 0,-2-1 0,-2 5 0,-1 1 0,0 2 0,0 3 0,0 1 0,0 1 0,-1 7 0,-4 3 0,4 4 0,-5 3 0,1 3 0,1 1 0,-1 2 0,5 6 0,0 2 0,-4-2 0,-1 4 0,3 1 0,0 2 0,2 3 0,0 2 0,0-1 0,0 1 0,0-1 0,0 1 0,0 0 0,0-1 0,2-1 0,2-1 0,6-2 0,7 2 0,3-5 0,8-1 0,3-3 0,5-2 0,-2-4 0,0-2 0,-1-1 0,-4-3 0,2-6 0,-4-3 0,-6-1 0,-5-3 0,-7-2 0,-2-2 0,-1 1 0,-2-6 0,-4-2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29:10.224"/>
    </inkml:context>
    <inkml:brush xml:id="br0">
      <inkml:brushProperty name="width" value="0.04286" units="cm"/>
      <inkml:brushProperty name="height" value="0.04286" units="cm"/>
      <inkml:brushProperty name="color" value="#E71224"/>
    </inkml:brush>
  </inkml:definitions>
  <inkml:trace contextRef="#ctx0" brushRef="#br0">2503 1 9052,'13'0'0,"2"0"0,1 0 0,2 0 0,0 1 0,-3 2 0,1 1 0,2-1 0,1 3 0,-3 0 0,4 0 0,0 0 0,-2 4 0,3-2 0,-1 1 0,1 0 0,-3-1 0,3 4 0,-1-1 0,1-2 0,-5-1 0,2 4 0,-5-1 0,-4-2 0,3-1 0,-5 6 0,1-1 0,2 0 0,-5 1 0,-2-1 0,-2 0 0,-1-4 0,0 0 0,0 1 0,0 2 0,-1 2 0,-4-1 0,-2 0 0,-7-1 0,1-2 0,0-1 0,-5-1 0,0 2 0,1-3 0,-3-1 0,4 3 0,-6-3 0,0 0 0,1 0 0,-3 3 0,5-5 0,-2 1 0,-2 1 0,2-5 0,0 4 0,1-4 0,-1-1 0,5 0 0,-2 0 0,3 0 0,2 0 0,5-6 0,4-3 0,2-3 0,2-1 0,0 0 0,0-1 0,0 1 0,0 0 0,0-1 0,0 1 0,0 0 0,0 4 0,0 0 0,0-1 0,0 4 0,6 0 0,-3 12 0,6 3 0,-6 3 0,2 1 0,-4 0 0,-1 0 0,-1 1 0,-4-1 0,2 0 0,-6-1 0,0-1 0,2-3 0,-5 1 0,3 5 0,-3-1 0,-1 0 0,0-1 0,0-3 0,4 1 0,0-5 0,6 1 0,-2-2 0,5-2 0,5 2 0,4-7 0,7-1 0,3 1 0,2 1 0,-3 2 0,4 0 0,2 0 0,1 0 0,-3 0 0,2 0 0,1 0 0,0 0 0,4 0 0,-8 0 0,1 2 0,0 2 0,-5-2 0,1 2 0,-4-1 0,0 1 0,-1-1 0,0 6 0,-5-6 0,-2 3 0</inkml:trace>
  <inkml:trace contextRef="#ctx0" brushRef="#br0" timeOffset="717">133 294 9307,'-13'7'0,"4"-1"0,0-5 0,-1 4 0,2-2 0,-1 6 0,5-1 0,-3 6 0,1-1 0,3 0 0,6 1-1,1-1 1,6-1 0,-1-2-1,3-2-4,2-2 1,0 2-1,3-2 1,2 0-2,2 0 0,-4 3 1,4-3-1,0 0-1,-1 0 1,-3 4-1,2-1 3,0 3 0,-4 1 0,1 0 0,-5 1-1,-7-1 1,-3 0 0,-2 1 1,-3-1 1,-4 0 0,-7-1 0,-1-1 1,-2-3 0,-4-3 0,3 2 0,0-1 1,-1-3 0,1 3 0,3-1 0,-2-3 0,2 0 0,-3-2 0,1 0 0,2-2 0,1-2 0,2 1 0,-1-6 0,1-1 0,0-2 0,5-1 0,4-1 0,2 1 0,-4-6 0,-1-2 0</inkml:trace>
  <inkml:trace contextRef="#ctx0" brushRef="#br0" timeOffset="1301">306 493 9201,'9'5'0,"0"-1"0,0 2 0,4-3 0,0 1 0,1-1 0,-1-1 0,0-2 0,2 0 0,3 0 0,-3 0 0,4 0 0,-1 0 0,0 0 0,-1-2 0,-3-1 0,-1-1 0,0-6 0,1 1 0,-7-3 0,-3-1 0,-2 4 0,-2 0 0,-2 0 0,-2 2 0,-2-1 0,-4 4 0,1-4 0,-2 1 0,0 1 0,-3 6 0,1 0 0,0 0 0,4 0 0,0 0 0,-1 0 0,-2 0 0,-2 0 0,1 0 0,0 2 0,-1 2 0,1 2 0,0 4 0,-1-1 0,1 1 0,4 2 0,0 2 0,1-1 0,0 0 0,-2 1 0,5-1 0,2 0 0,2 0 0,1 5 0,0 0 0,1-2 0,4-1 0,-1-2 0,8 1 0,4-1 0,4 0 0,2-5 0,4-2 0,1-2 0,0 1 0,1-1 0,1-4 0,2 0 0,1-6 0,-6-1 0</inkml:trace>
  <inkml:trace contextRef="#ctx0" brushRef="#br0" timeOffset="1668">772 413 9040,'-6'-9'0,"-3"1"0,2 5 0,-2-3 0,-1 0 0,-2 4 0,-1-2 0,-1 2 0,3 4 0,0 1 0,4 3 0,1 1 0,-5 2 0,4 4 0,0 1 0,2-1 0,-1 0 0,0 1 0,0-1 0,1 0 0,0 5 0,5 0 0,0-2 0,0-1 0,0-2 0,0 0 0,2 1 0,2-1 0,3 0 0,7-1 0,-2-1 0,-4-3 0,9-3 0,-4 2 0,2-1 0,0-3 0,-2-1 0,2-2 0,1 0 0,2 0 0,0 0 0,1-6 0,1-2 0</inkml:trace>
  <inkml:trace contextRef="#ctx0" brushRef="#br0" timeOffset="2085">945 493 9040,'0'-9'0,"0"0"0,-1 7 0,-2-4 0,-2 0 0,0 4 0,0-2 0,2 2 0,-4 4 0,1 2 0,-3-1 0,4 6 0,3 1 0,0 2 0,2 2 0,0-1 0,0 0 0,0-4 0,0 0 0,0 1 0,0 2 0,6-3 0,3-2 0,3 1 0,1-1 0,0-4 0,1 3 0,-1-1 0,0-1 0,5 0 0,1-4 0,0-1 0,1-4 0,2 3 0,-4-7 0,-2-2 0,-1-1 0,-3 4 0,-4-1 0,-2-2 0,0-1 0,-4-1 0,1 0 0,-6 0 0,-6-1 0,-7-2 0,-2 1 0,0 3 0,-1 1 0,3 3 0,-5 1 0,0 1 0,0 3 0,5 1 0,-2 2 0,2 2 0,-2 2 0,4 4 0,-3 5 0,7 0 0,-2 1 0,11 5 0,-5 2 0</inkml:trace>
  <inkml:trace contextRef="#ctx0" brushRef="#br0" timeOffset="2551">1185 440 9040,'0'-9'0,"0"0"0,0 6 0,0-1 0,0 8 0,0 4 0,0 5 0,0 0 0,1-4 0,2 0 0,2 1 0,4-2 0,-3-1 0,1-1 0,0 0 0,4-3 0,-2 1 0,0 1 0,4-5 0,0-2 0,0-1 0,-1-2 0,-3-3 0,3 1 0,-5-4 0,2 2 0,0-1 0,-4 3 0,2-2 0,-1-1 0,3-2 0,-5-2 0,1 7 0,-4 1 0,4 6 0,-4 2 0,4 2 0,-4 5 0,0 3 0,2 1 0,2 0 0,-1 1 0,-4-1 0,0 0 0,5 1 0,-1-1 0,2-1 0,-1-3 0,2 2 0,6-3 0</inkml:trace>
  <inkml:trace contextRef="#ctx0" brushRef="#br0" timeOffset="3000">1598 427 9040,'6'-8'0,"-3"2"0,5 6 0,-5 0 0,5 6 0,-5 3 0,1 3 0,1-3 0,-5 0 0,0 1 0,0 2 0,0-3 0,1 0 0,2 1 0,2 2 0,-1-3 0,-4 0 0,1-1 0,4 0 0,-4 4 0,4-3 0,-4-3 0,-1-2 0,0-8 0,0-4 0,0-5 0,2-1 0,2 1 0,-2 0 0,4 0 0,-2-1 0,0 1 0,2 1 0,-3 2 0,3 1 0,2-1 0,-4 4 0,4 0 0,-3 0 0,6 4 0,-4-1 0,1 6 0,2 0 0,-4 6 0,1 1 0,-4 2 0,3 2 0,-1-1 0,-1 0 0,0-4 0,-2 0 0,1 1 0,1 2 0,1-3 0,-5 0 0,0 1 0,6 2 0,1 1 0</inkml:trace>
  <inkml:trace contextRef="#ctx0" brushRef="#br0" timeOffset="3517">1891 373 9040,'-9'-11'0,"0"2"0,4-2 0,-3 5 0,-3-1 0,5 4 0,0 3 0,6 9 0,0 3 0,0-3 0,0 1 0,0 3 0,0 4 0,0 0 0,0-2 0,0 1 0,0 2 0,0 0 0,0-3 0,0 1 0,0 2 0,2-1 0,1-3 0,3-2 0,1-3 0,-2 1 0,3-4 0,3 1 0,1-4 0,1 2 0,0-4 0,1-1 0,-1-6 0,0-3 0,1-3 0,-1-1 0,-4-5 0,-2-1 0,-1-2 0,-3-2 0,3-2 0,-2-3 0,-1-2 0,-1-1 0,-2-6 0,0 3 0,0-2 0,0 1 0,0 5 0,0 1 0,0 4 0,0 2 0,0 7 0,0-2 0,-2 9 0,-1 6 0,-1 6 0,-2 6 0,3 8 0,-3 2 0,-1 2 0,4 1 0,-3 4 0,1 2 0,1 4 0,0-3 0,4 7 0,0-1 0,0-1 0,5 0 0,6-4 0,5 2 0,6 2 0,5-4 0,4 1 0,6-4 0,6-5 0,-2 1 0,4-5 0,2 6 0,0-3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29:06.109"/>
    </inkml:context>
    <inkml:brush xml:id="br0">
      <inkml:brushProperty name="width" value="0.04286" units="cm"/>
      <inkml:brushProperty name="height" value="0.04286" units="cm"/>
      <inkml:brushProperty name="color" value="#E71224"/>
    </inkml:brush>
  </inkml:definitions>
  <inkml:trace contextRef="#ctx0" brushRef="#br0">1665 41 9383,'13'-8'0,"-4"-2"0,0 5 0,1 2 0,2-3 0,1 2 0,1 1 0,-1 2 0,0 1 0,1 0 0,-1 0 0,0 0 0,1 0 0,0 1 0,3 2 0,0 1 0,3 5 0,-4-3 0,2 2 0,-2 2 0,5-3 0,1 2 0,3 2 0,2 0 0,-1-2 0,1 0 0,-1 2 0,1 0 0,1 3 0,2-1 0,1 0 0,-2 1 0,0 0 0,-3 3 0,-1 0 0,-2 0 0,-4-2 0,-7-2 0,-2 0 0,-1 1 0,-6 3 0,1 1 0,-2-2 0,-2-1 0,-2 0 0,-2 1 0,-5 2 0,-3-2 0,-1-1 0,-1-2 0,0 1-3,-4-1 1,3 5-1,-4-1 1,1-2-5,0-4 1,-5 0 0,1-2 0,-2 3 1,2 1 0,-2-1 1,5-1-1,0-3 3,-1 3 0,-2-4 0,3 1 1,0-2 0,-1-3 1,3 2 0,3 0 0,1-2 0,0-2 0,-1-1 0,1 0 0,0 0 0,-1 0 0,6 0 0,-1 0 0,-2 0 0,0 0 0,2 0 0,0 0 0,-2 0 0,1-1 0,0-2 0,1-2 0,4-3 0,-2 2 0,1-2 0,2 4 0,4-5 0,0-1 0,0 2 0,0-1 0,0-1 0,6 3 0,2-2 0,0 6 0,-1-3 0,-1 0 0,4 4 0,-1-2 0,-3 2 0,6 2 0,-10 0 0,4 0 0,-8 2 0,-2 2 0,1-2 0,-5 4 0,1-2 0,-1 1 0,4 4 0,-5-4 0,-1 3 0,-2-4 0,-1 5 0,-1-1 0,2 2 0,4-1 0,-4-6 0,4 3 0,1 0 0,1-5 0,6 6 0,0-2 0,2-4 0,2 4 0,-1-4 0,6-1 0,1 0 0,2 0 0,1 0 0,1 0 0,-5 0 0,-1 0 0,3 0 0,1 2 0,1 2 0,0-2 0,-1 4 0,-3 0 0,3-5 0,-5 5 0,1 0 0,-1-5 0,-4 5 0,1 0 0,7-4 0,-5 5 0,2-3 0,0-2 0,-4 2 0,-2-2 0,-2-2 0,-8-6 0,-5-1 0</inkml:trace>
  <inkml:trace contextRef="#ctx0" brushRef="#br0" timeOffset="767">280 640 9198,'-13'0'0,"4"0"0,0-2 0,-1-1 0,-2-1 0,3-1 0,0 5 0,-1 0 0,-2 0 0,-1 0 0,-1 0 0,1 0 0,0 0 0,-1 0 0,1 0 0,0 0 0,-1 0 0,1 0 0,0 0 0,-1 0 0,3 2 0,2 2 0,-3-2 0,12 4 0,0-6 0,0 1 0,6 2 0,0 2 0,-3-1 0,6-3 0,1 4 0,-3-2 0,1 6 0,-2 1 0,3-3 0,-4 2 0,3 0 0,2-1 0,-2 3 0,-1-2 0,0 3 0,1 2 0,-4 3 0,4 1 0,-1 0 0,0 1 0,-2 0 0,2 5 0,-1-2 0,-3 2 0,3-1 0,-2 1 0,-1-3 0,-1-2 0,-2-1 0,0-5 0,0 0 0,0 1 0,-2-7 0,-2-2 0,-5-4 0,-3-1 0,-1 0 0,0 0 0,-1-12 0,1-3 0</inkml:trace>
  <inkml:trace contextRef="#ctx0" brushRef="#br0" timeOffset="1010">227 933 9152,'-9'-5'0,"0"1"0,-1 1 0,2 1 0,-1 4 0,-1 1 0,-2 1 0,0 2 0,1-3 0,-1 3 0,-3 1 0,-1-4 0,2 2 0,1-4 0,0-1 0,-1 0 0,1 0 0,0 0 0,0 0 0</inkml:trace>
  <inkml:trace contextRef="#ctx0" brushRef="#br0" timeOffset="1267">267 879 9214,'4'9'0,"1"0"0,4 0 0,-4 3 0,1-2 0,0-1 0,3 0 0,-4 4 0,-1 1-2,2-1 1,-5 0 0,4 0-8,-4 1 9,-1-7 0,6 5 0,2-5 0</inkml:trace>
  <inkml:trace contextRef="#ctx0" brushRef="#br0" timeOffset="1432">293 799 9197,'-7'-5'0,"3"-4"0,2-3 0,1 0 0,-2 2 0,-2 1 0,1 0 0,4-4 0,1 5 0,4 4 0,-4 2 0,11 2 0,-5 0 0</inkml:trace>
  <inkml:trace contextRef="#ctx0" brushRef="#br0" timeOffset="1834">427 839 9308,'7'-6'0,"0"4"0,-2-7 0,-2 6 0,6-2 0,0 4 0,4 1 0,0 0 0,0 0 0,1 1 0,-1 2 0,0 2 0,1 5 0,-2-1 0,-2 3 0,-1 1 0,-5 0 0,4 1 0,-2-1-5,-4 0 0,0 1 0,-2-1-10,0 0 0,0 1 2,0-1 0,-2-1 6,-2-3 1,-2-5 0,-4-8 3,1-5 1,6 1 0,-3-1 0,2-2 1,-1-6 1,1 3 0,4-4 0,0 1 0,0 0 0,0 2 0,0-3 0,0 3 0,0 2 0,0 0 0,1-1 0,2 1 0,2 0 0,5 1 0,-1 2 0,3 2 0,1 2 0,0-4 0,1 8 0,-1-3 0</inkml:trace>
  <inkml:trace contextRef="#ctx0" brushRef="#br0" timeOffset="2234">839 720 9208,'8'-14'0,"-1"7"0,-4 1 0,2 0 0,-1 5 0,-4-5 0,-4 7 0,-2 2 0,-2 3 0,-2 1 0,2 1 0,1 2 0,0-1 0,-1 1 0,4-2 0,-4 1 0,2 1 0,-2 2 0,3 1 0,1-4 0,4 0 0,1-5 0,4 4 0,4-2 0,2-2 0,3-4 0,-1 2 0,0 2 0,1-3 0,-1 4 0,0-4 0,1 1 0,-3 2 0,-2 5 0,-3-1 0,-6 0 0,0 3 0,0-4 0,-1 1 0,-4-1 0,-4 0 0,-2 1 0,-1 2 0,1-2 0,3-3 0,-1 0 0,-3-4 0,3 4 0,-9-4 0,3 5 0</inkml:trace>
  <inkml:trace contextRef="#ctx0" brushRef="#br0" timeOffset="2550">959 560 9267,'8'-14'0,"-3"3"0,1 2 0,-4 1 0,4 5 0,0-1 0,-5 0 0,7 8 0,-5 2 0,1 3 0,-1 6 0,0-2 0,0 5 0,1-2 0,-1 2 0,0-2 0,0 5 0,2-1 0,-2 1 0,2 0 0,1 2 0,0-2 0,0-2 0,3 4 0,-3-6 0,0 0 0,0-3 0,4 0 0,-2-1 0,0 0 0,1 1 0,-4-7 0,4-3 0,-6-2 0,3-2 0,-6 0 0</inkml:trace>
  <inkml:trace contextRef="#ctx0" brushRef="#br0" timeOffset="2698">1199 733 9267,'-8'-6'0,"1"4"0,3-2 0,1-2 0,-6 2 0,-2 1 0,3 1 0,-4 2 0,-3 0 0,-7 6 0,1 2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30:38.983"/>
    </inkml:context>
    <inkml:brush xml:id="br0">
      <inkml:brushProperty name="width" value="0.04286" units="cm"/>
      <inkml:brushProperty name="height" value="0.04286" units="cm"/>
      <inkml:brushProperty name="color" value="#E71224"/>
    </inkml:brush>
  </inkml:definitions>
  <inkml:trace contextRef="#ctx0" brushRef="#br0">1656 1490 8987,'-15'-16'0,"-1"-1"0,-2-1 0,-1 4 0,-4 4 0,0 2 0,1 0 0,1 0 0,0-2 0,-1 0 0,1 1 0,3 1 0,0 1 0,-2 1 2,-2 1 1,-5 0-1,-6-2 1,-3 1-2,-4 1 0,1 4 0,-4-2 0,0 2-1,1 1 0,-1 0 0,1 0 0,-4 0 0,-2 0 0,-1 1 0,1 1 0,5 1 0,4 1 0,0-1 0,-1 2 0,-3 1 0,-2 1 0,4 0 0,3 1 0,5 0 0,2 2 0,-2-1 0,0 4 0,0 1 0,0 3 0,-2 2 0,-2 5 0,3-1 0,4 0 0,6 1 0,7-3 0,1 0 0,1 2 0,3-1 0,2-2 0,1-1 0,2-1 0,3-1 0,1 3 0,2 1 0,1 1 0,3 1 0,0 2 0,1 0 0,2-1 0,1 0 0,1-2 0,2-1 0,0-1 0,1-1 0,-2 2 0,2-2 0,0 0 0,3-1 0,3-3 0,2 0 0,3 0 0,2 0 0,6 0 0,1 0 0,2 0 0,1-2 0,2 0 0,-2-1 0,0 0 0,-1-1 0,-3-4 0,1 1 0,2 0 0,4-1 0,3 0 0,0-2 0,-2-3 0,-3-1 0,2-1 0,4-1 0,3-1 0,7-2 0,-2-3 0,1 1-2,-2 1 0,-3 0 1,-1-3-1,-1 1 0,0-1 0,-2 1 0,1-2 1,-4 0 0,-3-1 0,-2-1 1,-8 1-1,1-3 1,0-1 0,4-1 0,1 0 0,-2 0 0,1 0 0,-2-3 0,0 0 0,-4 2 0,-3 0 0,-5 1 0,-4-1 0,-1 0 0,-2-1 0,1 0 0,-1-2 0,-3-1 0,1 1 0,0-2 0,0-3 0,-2-2 0,-3-1 0,-1 2 0,-1 0 0,0 2 0,0 0 0,-1 0 0,-1 1 0,-4-1 0,-3 0 0,-3 3 0,-3 0 0,0 0 0,-1 1 0,1-3 0,0 2 0,-1 0 0,-1 0 0,-4 2 0,-3-1 0,-2 5 0,-1 2 0,-3 2 0,-4 2 0,1 2 0,-1 1 0,1 1 0,2 5 0,-1 2 0,-4 2 0,-5 0 0,-3 1 0,-3 0 0,-1 0 0,6 0 0,0 2 0,-1-1 0,-3 1 0,-1-1 0,2 1 0,1-1 0,4 1 0,4 2 0,9 0 0,4 0 0,5 1 0,3 1 0,2 3 0,4 0 0,3 0 0,3-3 0,6 2 0,1-2 0</inkml:trace>
  <inkml:trace contextRef="#ctx0" brushRef="#br0" timeOffset="1167">1316 1323 8958,'-1'7'0,"-2"-2"0,-2-2 0,1-2 0,-1 2 0,3-2 0,0 2 0,4-4 0,3 0 0,2-2 0,1-3 0,0 2 0,2-1 0,3 0 0,1 0 0,1-4 0,0 0 0,0-1 0,4-1 0,1 1 0,3-2 0,5-3 0,1 0 0,9-1 0,3-1 0,3-4 0,1 0 0,2-2 0,1 1 0,5 2 0,4-1 0,1 3 0,-2 1 0,-6 1 0,1 2 0,0 1 0,2 1 0,0 1 0,-2-2 0,-7 3 0,-1-1 0,-2 0 0,2 1 0,1 2 0,-1 1 0,-1-1 0,-5 3 0,-5 0 0,-1-1 0,-4-1 0,-1 1 0,-3 0 0,0 1 0,0-1 0,-1 0 0,0 0 0,-3 2 0,-4 0 0,-2-1 0,-4 0 0,1 0 0,0 0 0,-5 1 0,0-2 0,-2 1 0,0 3 0,-3-3 0,0-1 0,0 2 0,-1-1 2,-2 2 0,-1-2 0,-4 2 1,1-1 0,-1 1 0,-2-1 0,-1 3 0,0-2 0,-3 2 0,0-1 0,-1 0 0,0 0-1,0 0 1,-1-1 0,2 0 0,1 1-1,0-2 1,1 3-1,0-2 1,1 1-1,0-1 0,2 1 0,-1 1 1,2-2-3,0 2 0,4-3 0,2 2 0,4 1 0,4-2 0,3 2 0,4 1 0,1 0 0,1 0 0,1 0 0,2 0 0,1 0 0,4 0 0,0 0 0,-1 0 0,3 0 0,1 0 0,-2 0 0,0 0 0,-5 0 0,-1 1 0,-3 2 0,-3 2 0,-1 2 0,-4 0 0,-2 1 0,-3-1 0,-2 4 1,-2 2-1,-3 0 0,-2 0 0,0 1 0,-2-2 0,0 0 0,-1-2 0,-3 1 0,3-2 0,0-2 0,-1-1 0,2-2 0,-3 2 0,1-1 0,2 1 0,0-2 0,0-1 0,-2 0 0,1-2 0,3 6 0,-1-3 0</inkml:trace>
  <inkml:trace contextRef="#ctx0" brushRef="#br0" timeOffset="1763">3697 424 9360,'-4'-8'0,"-3"1"0,3-1 0,-2 1 0,-2 2 0,1 2 0,-5 2 0,-2 0 0,-3-2 0,-5 0 0,-4 4 0,-1 2 0,-2 2 0,-2 2 0,1 1 0,4 1 0,4 1 0,2 4 0,4-1 0,2 3 0,0 2 0,3 2 0,1-2 0,4 1 0,1-1 0,3 3 0,-1-4 0,3 0 0,0-1 0,1-1 0,4-1 0,3 0 0,3-2 0,-1-2 0,3 0 0,2-2 0,2 0 0,4-1 0,-1 1 0,3-2 0,2 0 0,0-2 0,2-3 0,1 2 0,-1-1 0,-2-2 0,-5 0 0,-2 0 0,-2 0 0,-1-3 0,0-1 0,0-4 0</inkml:trace>
  <inkml:trace contextRef="#ctx0" brushRef="#br0" timeOffset="2134">3803 530 9360,'-8'-3'0,"0"1"0,1-1 0,-1 3 0,1 0 0,-1 0 0,1 1 0,-1 1 0,1 4 0,-1 0 0,0 4 0,1 1 0,0 0 0,2 0 0,2 2 0,3-2 0,0 0 0,0-1 0,4 3 0,3-3 0,5-1 0,3 0 0,0-2 0,2 0 0,2-1 0,0-1 0,1-3 0,3 0 0,0-1 0,-1-1 0,-2 0 0,-3-1 0,-1-1 0,-1-3 0,-2-2 0,-2-1 0,-3 0 0,-4-2 0,-2-1 0,-3-3 0,-1 1 0,-3-3 0,-2 3 0,-1-2 0,-3 2 0,-1 1 0,-2-1 0,-2 3 0,-1 3 0,-1 1 0,-3 4 0,1 1 0,-2 2 0,0 1 0,2 4 0,3-1 0,2 2 0,5 0 0,1 1 0,7-1 0,3 1 0,3-4 0,3-1 0,7-3 0,2 0 0</inkml:trace>
  <inkml:trace contextRef="#ctx0" brushRef="#br0" timeOffset="2400">4014 341 9360,'-5'0'0,"0"0"0,3-3 0,-3 1 0,3-1 0,-1 6 0,5 3 0,1 0 0,2 2 0,-1 2 0,2 1 0,-1 1 0,1 4 0,0 0 0,2 4 0,-1-1 0,1 0 0,-3 1 0,0 2 0,1-1 0,1-1 0,0-2 0,0 1 0,-1-3 0,-1-1 0,-1-5 0,2 0 0,-1-3 0,1-2 0,-2-1 0,1-4 0,4 0 0,2 0 0</inkml:trace>
  <inkml:trace contextRef="#ctx0" brushRef="#br0" timeOffset="2685">4150 341 9360,'-7'-4'0,"3"3"0,0-4 0,1 2 0,3 1 0,0 2 0,4 0 0,4 0 0,1 3 0,2 2 0,0 2 0,0 1 0,0 2 0,0 3 0,-2 1 0,2 1 0,-1 1 0,1 1 0,-1 1 0,-1 3 0,1-2 0,-2 0-1,0-1 1,-1 0-1,-2-1 1,0-2-14,-2-1 0,0-3 0,-3 2-28,0-3 34,0-5 0,0-2 1,0-7 7,0-3 0,3-4 0,1-4 0</inkml:trace>
  <inkml:trace contextRef="#ctx0" brushRef="#br0" timeOffset="3116">4385 484 9241,'5'0'0,"0"0"0,1 0 0,3 0 0,1 0 0,2 0 0,-1 0 0,1 0 0,2 0 0,0 3 0,1-1 0,0 0 0,0-1 0,0-1 0,0 0 0,0 0 0,-3 0 0,2-3 0,-4-2 0,0 0 0,1 0 0,-3-2 0,2-3 0,-2 0 0,-3-1 0,1 0 0,-4-3 0,0 2 0,-1-2 0,-1 2 0,0 1 0,0-1 0,0 0 0,-1 3 0,-1-1 0,-4 1 0,0 2 0,-4 3 0,-1 1 0,-1 2 0,-1 1 0,-1 0 0,1 1 0,0 2 0,0 2 0,-2 1 0,0 2 0,1 0 0,1-1 0,0 4 0,3 1 0,1 0 0,0 1 0,5-3 0,1 3 0,3 0 0,0 1 0,0-1 0,3-1 0,3 0 0,3-1 0,3-1 0,3 0 0,0-3 0,0-2 0,4 1 0,1-3 0,2-2 0,0 0 0,-1-1 0,-2 0 0,-1 0 0,-1 0 0,2-3 0,1-1 0</inkml:trace>
  <inkml:trace contextRef="#ctx0" brushRef="#br0" timeOffset="3451">4967 265 9241,'-8'-3'0,"1"1"0,2-2 0,-1 0 0,1-1 0,-2 4 0,-1-3 0,1 2 0,-1-1 0,1 1 0,-1 2 0,1 0 0,-1 0 0,0 1 0,0 0 0,-1 3 0,-1 0 0,0 1 0,2 3 0,0 0 0,1 2 0,-1-1 0,1 3 0,0 0 0,2 0 0,-1 0 0,4 3 0,0 0 0,1 0 0,2 1 0,2-1 0,4 0 0,2 0 0,7 0 0,0-1 0,3 0 0,2-2 0,1-2 0,3 0 0,0-2 0,-1 0 0,0-4 0,-2-2 0,-2-2 0,-3-2 0,-1-6 0,0-4 0,-1-3 0,0-3 0,0-1 0,0-4 0</inkml:trace>
  <inkml:trace contextRef="#ctx0" brushRef="#br0" timeOffset="3699">5118 1 9268,'-8'0'0,"1"0"0,3 3 0,2 2 0,4 2 0,2 0 0,4 2 0,2 0 0,3 1 0,1 4 0,2 1 0,1 4 0,0 0 0,4 3 0,-4-2 0,1 3 0,0 2 0,-4-4 0,0 2 0,-2-2 0,-3-2 0,-3-1 0,-2-2 0,0-2 0,-3-2 0,0-1 0,-1-3 0,0-1 0,0 1 0,-3-4 0,-1 0 0,-4-4 0</inkml:trace>
  <inkml:trace contextRef="#ctx0" brushRef="#br0" timeOffset="3881">5390 227 9268,'-13'-1'0,"2"0"0,0-2 0,1-2 0,1 3 0,-1 0 0,-2 1 0,0 1 0,-2 0 0,-1 0 0,-2 0 0,-4 0 0,1 1 0,-2 1 0,-4 0 0,3 4 0,-10 2 0,2 3 0</inkml:trace>
  <inkml:trace contextRef="#ctx0" brushRef="#br0" timeOffset="4480">3477 1082 9493,'-8'0'0,"-2"0"0,4 0 0,-1 0 0,3 3 0,3 2 0,1 5 0,3 3 0,4 3-7,5 2 0,5 0 1,1-1-1,2 2-18,1 0 0,1 1 0,0 2 0,0-2 7,-2-2 1,-1 0 0,-4 0 0,-1 0 14,-1 0 0,-3-2 0,-5 1 1,-3-4 2,-1-3 0,-1-1 0,0-2 0,0 1 0,-3-4 0,-1-1 0</inkml:trace>
  <inkml:trace contextRef="#ctx0" brushRef="#br0" timeOffset="4866">3500 1044 9286,'3'-9'0,"-1"0"0,1-1 0,0 1 0,1 0 0,4 2 0,0 0-1,2 2 1,5 2 0,4 3 0,2 0-3,2 0 1,1 0 0,-3 0 0,0 1 2,2 1 0,1 2 0,4 4 0,0 0 0,2 2 0,0 0 0,-1 2 0,-1 2 0,-3 3 0,-2 0 0,-4 3 0,-4 1-1,-4 1 0,-3 1 0,-3 0 1,-3 1-7,-1-2 0,-1 2 0,-1-6 0,0-2 1,-2 0 0,-4-1 0,1 0 0,-4-3 3,-2-2 0,-1-1 0,-2-2 0,-1 1 2,-1-1 1,-3-2-1,-2-3 1,-1-1 0,0-1 0,1 0 0,0-1 0,2-1 0,2-3 0,6-2 0,4-2 0,3 0 0,1-1 0,5-2 0,5 1 0,4 0 0,5 0 0,5 1 0,4 2 0,2 1 0,1-1 0,1-3 0,2-1 0</inkml:trace>
  <inkml:trace contextRef="#ctx0" brushRef="#br0" timeOffset="5332">4181 1263 9159,'22'2'-12,"0"1"0,-2-1 1,-2-2 1,-6 0-1,-2 0 3,-1 0 0,-4 0 1,-1 0 3,-1-3 1,0-1 0,-3-4-1,0 1 2,0-1 1,-1 1-1,-1-1 1,-3 1 0,1-1 1,-5 0-1,1-1 1,0 1 0,0 1 0,-2 2 0,-1-1 0,-1 2 0,-2 1 0,3 0 0,-2 3 0,1 1 0,0 1 0,-2 0 0,4 3 0,1 1 0,1 1 0,3 0 0,2 1 0,1-1 0,-1 1 0,4 2 0,4 0 0,2 0 0,4 1 0,0-2 0,4 1 0,-2-3 0,0-2 0,-1 1 0,2-3 0,0 1 0,-1-1 0,-4 0 0,1-3 0,-3-1 0,-2-2 0,2-1 0,-3-3 0,1-2 0,-3-1 0,-1 2 0,-1-3 0,0 1 0,0 0 0,0-3 0,0 3 0,0 1 0,0 0 0,0 2 0,0-1 0,0 4 0,1 4 0,1 6 0,3 3 0,2 0 0,1 1 0,-1-1 0,1 1 0,-3-2 0,1 3 0,0-1 0,1 0 0,5 1 0,-5-1 0,2 0 0,-1-1 0,-1-1 0,-1 0 0,-1-1 0,1-2 0,0 0 0,2-2 0,0 0 0,-1-3 0</inkml:trace>
  <inkml:trace contextRef="#ctx0" brushRef="#br0" timeOffset="5600">4483 930 9017,'-8'0'0,"1"-3"0,3 3 0,4 0 0,5 4 0,5 3 0,2 3 0,6 2 0,1 1 0,1 3 0,1 2 0,0-1 0,0 3 0,-1-1 0,1 5 0,-4-2 0,0 0 0,-1-1 0,-3-4 0,-2 0 0,0-3 0,-1-1 0,-5-7 0,-3 2 0,-1-1 0,-1-4 0,-3 0 0,-2-3 0</inkml:trace>
  <inkml:trace contextRef="#ctx0" brushRef="#br0" timeOffset="5781">4831 1142 9017,'3'-1'0,"-3"-1"0,-6 0 0,-5-2 0,-1 0 0,-1-1 0,-1 3 0,-1-2 0,0-1 0,3 1 0,-3 0 0,3-2 0,-2 2 0,2 1 0,1-1 0,3 2 0,1 1 0,-1-2 0</inkml:trace>
  <inkml:trace contextRef="#ctx0" brushRef="#br0" timeOffset="6549">5073 1134 9017,'7'-7'0,"0"-1"0,-1 1 0,-2-1 0,-1 1 0,0-1 0,-3 1 0,0-1 0,0 0 0,0 1 0,0-1 0,0 1 0,0-1 0,0 1 0,-1 0 0,-1 1 0,0 1 0,-4 3 0,1 0 0,-2 1 0,0 1 0,-1 0 0,0 0 0,1 0 0,-1 0 0,1 0 0,-1 0 0,1 0 0,-1 0 0,0 0 0,-2 1 0,0 1 0,0 0 0,3 2 0,0 0 0,2 1 0,-2 0 0,3 2 0,0 1 0,0-1 0,4 1 0,0-1 0,4 1 0,1 0 0,2-2 0,0-1 0,3 2 0,1-3 0,0 0 0,0-1 0,2-2 0,-3 0 0,2 0 0,2 2 0,-3-1 0,1-3 0,0 0 0,0-2 0,-3-3 0,2 1 0,-1-1 0,0-2 0,-1 1 0,-3-1 0,-1 0 0,1-3 0,-3 3 0,0-2 0,-2 2 0,-1 0 0,-1 0 0,-2 2 0,-2 0 0,-1 1 0,-4 2 0,-1-1 0,-1 0 0,-2 0 0,3 2 0,-2 0 0,0 1 0,-2 1 0,1 0 0,1 0 0,1 0 0,1 0 0,-2 0 0,2 1 0,1 0 0,-1 2 0,-2 3 0,3-1 0,0 1 0,-1 2 0,3-1 0,-3 1 0,4 0 0,2-1 0,-1 3 0,3 1 0,2 1 0,0 1 0,1 1 0,1-1 0,1 0 0,3 0 0,5 2 0,3-1 0,1-1 0,1 0 0,4-4 0,1 2 0,2-1 0,1 0 0,-3-2 0,0-4 0,1 0 0,1 0 0,0-2 0,0 1 0,-2-3 0,-2-3 0,-5 1 0,-1-3 0,-1-1 0,-2 0 0,-1-2 0,-3 1 0,-2-2 0,-3-1 0,0 2 0,0-3 0,0 1 0,-3 0 0,0 0 0,-3 1 0,-3 0 0,1-1 0,0 0 0,0 3 0,0 1 0,1 1 0,-4 0 0,-1-2 0</inkml:trace>
  <inkml:trace contextRef="#ctx0" brushRef="#br0" timeOffset="6884">5239 1036 9035,'-5'3'0,"0"-1"0,3 1 0,-2-2 0,1 1 0,2 0 0,-1 3 0,1 0 0,1 2 0,0 1 0,1 0 0,1-1 0,0 1 0,0 3 0,2-3 0,1 3 0,1-1 0,-1 0 0,4 1 0,-1-2 0,1 1 0,2-1 0,-2 0 0,4-2 0,0 1 0,2 0 0,-3-3 0,1-1 0,-1-1 0,0-1 0,5-1 0,-2-1 0,0-1 0,-1-2 0,-4-2 0,-2-4 0,0-3 0,-1-2 0,1-3 0,-1-5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78F9BA-FAA7-4C71-8E5E-04227D9339CA}" type="datetimeFigureOut">
              <a:rPr lang="en-US" smtClean="0"/>
              <a:t>11/16/25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8A5EA9-A665-4B82-8C28-FB17FC9CCCF2}"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 Id="rId4" Type="http://schemas.openxmlformats.org/officeDocument/2006/relationships/image" Target="../media/image5.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 Id="rId4" Type="http://schemas.openxmlformats.org/officeDocument/2006/relationships/image" Target="../media/image5.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 Id="rId4" Type="http://schemas.openxmlformats.org/officeDocument/2006/relationships/image" Target="../media/image5.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 Id="rId4" Type="http://schemas.openxmlformats.org/officeDocument/2006/relationships/image" Target="../media/image5.png"/></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4.xml"/><Relationship Id="rId4" Type="http://schemas.openxmlformats.org/officeDocument/2006/relationships/image" Target="../media/image5.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4.xml"/><Relationship Id="rId4" Type="http://schemas.openxmlformats.org/officeDocument/2006/relationships/image" Target="../media/image5.pn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4.xml"/><Relationship Id="rId4" Type="http://schemas.openxmlformats.org/officeDocument/2006/relationships/image" Target="../media/image5.pn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4.xml"/><Relationship Id="rId4" Type="http://schemas.openxmlformats.org/officeDocument/2006/relationships/image" Target="../media/image5.png"/></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4.xml"/><Relationship Id="rId4" Type="http://schemas.openxmlformats.org/officeDocument/2006/relationships/image" Target="../media/image5.png"/></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5.xml"/><Relationship Id="rId4" Type="http://schemas.openxmlformats.org/officeDocument/2006/relationships/image" Target="../media/image5.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5.xml"/><Relationship Id="rId4" Type="http://schemas.openxmlformats.org/officeDocument/2006/relationships/image" Target="../media/image5.png"/></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5.xml"/><Relationship Id="rId4" Type="http://schemas.openxmlformats.org/officeDocument/2006/relationships/image" Target="../media/image5.png"/></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5.xml"/><Relationship Id="rId4" Type="http://schemas.openxmlformats.org/officeDocument/2006/relationships/image" Target="../media/image5.png"/></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5.xml"/><Relationship Id="rId4" Type="http://schemas.openxmlformats.org/officeDocument/2006/relationships/image" Target="../media/image5.png"/></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6.xml"/><Relationship Id="rId4" Type="http://schemas.openxmlformats.org/officeDocument/2006/relationships/image" Target="../media/image5.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6.xml"/><Relationship Id="rId4" Type="http://schemas.openxmlformats.org/officeDocument/2006/relationships/image" Target="../media/image5.png"/></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6.xml"/><Relationship Id="rId4" Type="http://schemas.openxmlformats.org/officeDocument/2006/relationships/image" Target="../media/image5.png"/></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6.xml"/><Relationship Id="rId4" Type="http://schemas.openxmlformats.org/officeDocument/2006/relationships/image" Target="../media/image5.png"/></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6.xml"/><Relationship Id="rId4" Type="http://schemas.openxmlformats.org/officeDocument/2006/relationships/image" Target="../media/image5.png"/></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6.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943350" y="2609849"/>
            <a:ext cx="7639050" cy="1790701"/>
          </a:xfrm>
          <a:ln>
            <a:noFill/>
          </a:ln>
        </p:spPr>
        <p:txBody>
          <a:bodyPr anchor="b">
            <a:normAutofit/>
          </a:bodyPr>
          <a:lstStyle>
            <a:lvl1pPr algn="ctr">
              <a:defRPr sz="4000">
                <a:solidFill>
                  <a:schemeClr val="bg1"/>
                </a:solidFill>
              </a:defRPr>
            </a:lvl1pPr>
          </a:lstStyle>
          <a:p>
            <a:r>
              <a:rPr lang="en-US"/>
              <a:t>Click to edit Master title style</a:t>
            </a:r>
          </a:p>
        </p:txBody>
      </p:sp>
      <p:sp>
        <p:nvSpPr>
          <p:cNvPr id="3" name="Subtitle 2"/>
          <p:cNvSpPr>
            <a:spLocks noGrp="1"/>
          </p:cNvSpPr>
          <p:nvPr>
            <p:ph type="subTitle" idx="1"/>
          </p:nvPr>
        </p:nvSpPr>
        <p:spPr>
          <a:xfrm>
            <a:off x="3943350" y="4514849"/>
            <a:ext cx="7639050" cy="865187"/>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ctrTitle"/>
          </p:nvPr>
        </p:nvSpPr>
        <p:spPr>
          <a:xfrm>
            <a:off x="3943350" y="2609849"/>
            <a:ext cx="7639050" cy="1790701"/>
          </a:xfrm>
          <a:ln>
            <a:noFill/>
          </a:ln>
        </p:spPr>
        <p:txBody>
          <a:bodyPr anchor="b">
            <a:normAutofit/>
          </a:bodyPr>
          <a:lstStyle>
            <a:lvl1pPr algn="ctr">
              <a:defRPr sz="4000">
                <a:solidFill>
                  <a:schemeClr val="bg1"/>
                </a:solidFill>
              </a:defRPr>
            </a:lvl1pPr>
          </a:lstStyle>
          <a:p>
            <a:r>
              <a:rPr lang="en-US"/>
              <a:t>Click to edit Master title style</a:t>
            </a:r>
          </a:p>
        </p:txBody>
      </p:sp>
      <p:sp>
        <p:nvSpPr>
          <p:cNvPr id="5" name="Subtitle 2"/>
          <p:cNvSpPr>
            <a:spLocks noGrp="1"/>
          </p:cNvSpPr>
          <p:nvPr>
            <p:ph type="subTitle" idx="1"/>
          </p:nvPr>
        </p:nvSpPr>
        <p:spPr>
          <a:xfrm>
            <a:off x="3943350" y="4514849"/>
            <a:ext cx="7639050" cy="865187"/>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Graphic 6"/>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15975"/>
            <a:ext cx="219075" cy="365125"/>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2559A9"/>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4_Section Header">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54075"/>
            <a:ext cx="219075" cy="365125"/>
          </a:xfrm>
          <a:prstGeom prst="rect">
            <a:avLst/>
          </a:prstGeom>
        </p:spPr>
      </p:pic>
      <p:pic>
        <p:nvPicPr>
          <p:cNvPr id="10" name="Picture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Graphic 9"/>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35025"/>
            <a:ext cx="219075" cy="365125"/>
          </a:xfrm>
          <a:prstGeom prst="rect">
            <a:avLst/>
          </a:prstGeom>
        </p:spPr>
      </p:pic>
      <p:pic>
        <p:nvPicPr>
          <p:cNvPr id="11" name="Picture 1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pic>
        <p:nvPicPr>
          <p:cNvPr id="7" name="Graphic 6"/>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35025"/>
            <a:ext cx="219075" cy="365125"/>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9" y="2057401"/>
            <a:ext cx="393223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9" name="Graphic 8"/>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1168400"/>
            <a:ext cx="219075" cy="365125"/>
          </a:xfrm>
          <a:prstGeom prst="rect">
            <a:avLst/>
          </a:prstGeom>
        </p:spPr>
      </p:pic>
      <p:pic>
        <p:nvPicPr>
          <p:cNvPr id="10" name="Picture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8"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9" y="2057401"/>
            <a:ext cx="393223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ctrTitle"/>
          </p:nvPr>
        </p:nvSpPr>
        <p:spPr>
          <a:xfrm>
            <a:off x="5153024" y="3505200"/>
            <a:ext cx="6429375" cy="1266825"/>
          </a:xfrm>
          <a:ln>
            <a:noFill/>
          </a:ln>
        </p:spPr>
        <p:txBody>
          <a:bodyPr anchor="b">
            <a:noAutofit/>
          </a:bodyPr>
          <a:lstStyle>
            <a:lvl1pPr algn="ctr">
              <a:defRPr sz="3600">
                <a:solidFill>
                  <a:schemeClr val="bg1"/>
                </a:solidFill>
              </a:defRPr>
            </a:lvl1pPr>
          </a:lstStyle>
          <a:p>
            <a:r>
              <a:rPr lang="en-US"/>
              <a:t>Click to edit Master title style</a:t>
            </a:r>
          </a:p>
        </p:txBody>
      </p:sp>
      <p:sp>
        <p:nvSpPr>
          <p:cNvPr id="5" name="Subtitle 2"/>
          <p:cNvSpPr>
            <a:spLocks noGrp="1"/>
          </p:cNvSpPr>
          <p:nvPr>
            <p:ph type="subTitle" idx="1"/>
          </p:nvPr>
        </p:nvSpPr>
        <p:spPr>
          <a:xfrm>
            <a:off x="5153024" y="4772025"/>
            <a:ext cx="6429375" cy="609600"/>
          </a:xfrm>
        </p:spPr>
        <p:txBody>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ctrTitle"/>
          </p:nvPr>
        </p:nvSpPr>
        <p:spPr>
          <a:xfrm>
            <a:off x="5153024" y="3505200"/>
            <a:ext cx="6429375" cy="1266825"/>
          </a:xfrm>
          <a:ln>
            <a:noFill/>
          </a:ln>
        </p:spPr>
        <p:txBody>
          <a:bodyPr anchor="b">
            <a:noAutofit/>
          </a:bodyPr>
          <a:lstStyle>
            <a:lvl1pPr algn="ctr">
              <a:defRPr sz="3600">
                <a:solidFill>
                  <a:schemeClr val="bg1"/>
                </a:solidFill>
              </a:defRPr>
            </a:lvl1pPr>
          </a:lstStyle>
          <a:p>
            <a:r>
              <a:rPr lang="en-US"/>
              <a:t>Click to edit Master title style</a:t>
            </a:r>
          </a:p>
        </p:txBody>
      </p:sp>
      <p:sp>
        <p:nvSpPr>
          <p:cNvPr id="5" name="Subtitle 2"/>
          <p:cNvSpPr>
            <a:spLocks noGrp="1"/>
          </p:cNvSpPr>
          <p:nvPr>
            <p:ph type="subTitle" idx="1"/>
          </p:nvPr>
        </p:nvSpPr>
        <p:spPr>
          <a:xfrm>
            <a:off x="5153024" y="4772025"/>
            <a:ext cx="6429375" cy="609600"/>
          </a:xfrm>
        </p:spPr>
        <p:txBody>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943350" y="2609849"/>
            <a:ext cx="7639050" cy="1790701"/>
          </a:xfrm>
          <a:ln>
            <a:noFill/>
          </a:ln>
        </p:spPr>
        <p:txBody>
          <a:bodyPr anchor="b">
            <a:normAutofit/>
          </a:bodyPr>
          <a:lstStyle>
            <a:lvl1pPr algn="ctr">
              <a:defRPr sz="4000">
                <a:solidFill>
                  <a:schemeClr val="bg1"/>
                </a:solidFill>
              </a:defRPr>
            </a:lvl1pPr>
          </a:lstStyle>
          <a:p>
            <a:r>
              <a:rPr lang="en-US"/>
              <a:t>Click to edit Master title style</a:t>
            </a:r>
          </a:p>
        </p:txBody>
      </p:sp>
      <p:sp>
        <p:nvSpPr>
          <p:cNvPr id="3" name="Subtitle 2"/>
          <p:cNvSpPr>
            <a:spLocks noGrp="1"/>
          </p:cNvSpPr>
          <p:nvPr>
            <p:ph type="subTitle" idx="1"/>
          </p:nvPr>
        </p:nvSpPr>
        <p:spPr>
          <a:xfrm>
            <a:off x="3943350" y="4514849"/>
            <a:ext cx="7639050" cy="865187"/>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ctrTitle"/>
          </p:nvPr>
        </p:nvSpPr>
        <p:spPr>
          <a:xfrm>
            <a:off x="3943350" y="2609849"/>
            <a:ext cx="7639050" cy="1790701"/>
          </a:xfrm>
          <a:ln>
            <a:noFill/>
          </a:ln>
        </p:spPr>
        <p:txBody>
          <a:bodyPr anchor="b">
            <a:normAutofit/>
          </a:bodyPr>
          <a:lstStyle>
            <a:lvl1pPr algn="ctr">
              <a:defRPr sz="4000">
                <a:solidFill>
                  <a:schemeClr val="bg1"/>
                </a:solidFill>
              </a:defRPr>
            </a:lvl1pPr>
          </a:lstStyle>
          <a:p>
            <a:r>
              <a:rPr lang="en-US"/>
              <a:t>Click to edit Master title style</a:t>
            </a:r>
          </a:p>
        </p:txBody>
      </p:sp>
      <p:sp>
        <p:nvSpPr>
          <p:cNvPr id="5" name="Subtitle 2"/>
          <p:cNvSpPr>
            <a:spLocks noGrp="1"/>
          </p:cNvSpPr>
          <p:nvPr>
            <p:ph type="subTitle" idx="1"/>
          </p:nvPr>
        </p:nvSpPr>
        <p:spPr>
          <a:xfrm>
            <a:off x="3943350" y="4514849"/>
            <a:ext cx="7639050" cy="865187"/>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Graphic 6"/>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15975"/>
            <a:ext cx="219075" cy="365125"/>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2559A9"/>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4_Section Header">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54075"/>
            <a:ext cx="219075" cy="365125"/>
          </a:xfrm>
          <a:prstGeom prst="rect">
            <a:avLst/>
          </a:prstGeom>
        </p:spPr>
      </p:pic>
      <p:pic>
        <p:nvPicPr>
          <p:cNvPr id="10" name="Picture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Graphic 9"/>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35025"/>
            <a:ext cx="219075" cy="365125"/>
          </a:xfrm>
          <a:prstGeom prst="rect">
            <a:avLst/>
          </a:prstGeom>
        </p:spPr>
      </p:pic>
      <p:pic>
        <p:nvPicPr>
          <p:cNvPr id="11" name="Picture 1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pic>
        <p:nvPicPr>
          <p:cNvPr id="7" name="Graphic 6"/>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35025"/>
            <a:ext cx="219075" cy="365125"/>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9" y="2057401"/>
            <a:ext cx="393223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9" name="Graphic 8"/>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1168400"/>
            <a:ext cx="219075" cy="365125"/>
          </a:xfrm>
          <a:prstGeom prst="rect">
            <a:avLst/>
          </a:prstGeom>
        </p:spPr>
      </p:pic>
      <p:pic>
        <p:nvPicPr>
          <p:cNvPr id="10" name="Picture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8"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9" y="2057401"/>
            <a:ext cx="393223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ctrTitle"/>
          </p:nvPr>
        </p:nvSpPr>
        <p:spPr>
          <a:xfrm>
            <a:off x="5153024" y="3505200"/>
            <a:ext cx="6429375" cy="1266825"/>
          </a:xfrm>
          <a:ln>
            <a:noFill/>
          </a:ln>
        </p:spPr>
        <p:txBody>
          <a:bodyPr anchor="b">
            <a:noAutofit/>
          </a:bodyPr>
          <a:lstStyle>
            <a:lvl1pPr algn="ctr">
              <a:defRPr sz="3600">
                <a:solidFill>
                  <a:schemeClr val="bg1"/>
                </a:solidFill>
              </a:defRPr>
            </a:lvl1pPr>
          </a:lstStyle>
          <a:p>
            <a:r>
              <a:rPr lang="en-US"/>
              <a:t>Click to edit Master title style</a:t>
            </a:r>
          </a:p>
        </p:txBody>
      </p:sp>
      <p:sp>
        <p:nvSpPr>
          <p:cNvPr id="5" name="Subtitle 2"/>
          <p:cNvSpPr>
            <a:spLocks noGrp="1"/>
          </p:cNvSpPr>
          <p:nvPr>
            <p:ph type="subTitle" idx="1"/>
          </p:nvPr>
        </p:nvSpPr>
        <p:spPr>
          <a:xfrm>
            <a:off x="5153024" y="4772025"/>
            <a:ext cx="6429375" cy="609600"/>
          </a:xfrm>
        </p:spPr>
        <p:txBody>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5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ctrTitle"/>
          </p:nvPr>
        </p:nvSpPr>
        <p:spPr>
          <a:xfrm>
            <a:off x="5153024" y="3505200"/>
            <a:ext cx="6429375" cy="1266825"/>
          </a:xfrm>
          <a:ln>
            <a:noFill/>
          </a:ln>
        </p:spPr>
        <p:txBody>
          <a:bodyPr anchor="b">
            <a:noAutofit/>
          </a:bodyPr>
          <a:lstStyle>
            <a:lvl1pPr algn="ctr">
              <a:defRPr sz="3600">
                <a:solidFill>
                  <a:schemeClr val="bg1"/>
                </a:solidFill>
              </a:defRPr>
            </a:lvl1pPr>
          </a:lstStyle>
          <a:p>
            <a:r>
              <a:rPr lang="en-US"/>
              <a:t>Click to edit Master title style</a:t>
            </a:r>
          </a:p>
        </p:txBody>
      </p:sp>
      <p:sp>
        <p:nvSpPr>
          <p:cNvPr id="5" name="Subtitle 2"/>
          <p:cNvSpPr>
            <a:spLocks noGrp="1"/>
          </p:cNvSpPr>
          <p:nvPr>
            <p:ph type="subTitle" idx="1"/>
          </p:nvPr>
        </p:nvSpPr>
        <p:spPr>
          <a:xfrm>
            <a:off x="5153024" y="4772025"/>
            <a:ext cx="6429375" cy="609600"/>
          </a:xfrm>
        </p:spPr>
        <p:txBody>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943350" y="2609849"/>
            <a:ext cx="7639050" cy="1790701"/>
          </a:xfrm>
          <a:ln>
            <a:noFill/>
          </a:ln>
        </p:spPr>
        <p:txBody>
          <a:bodyPr anchor="b">
            <a:normAutofit/>
          </a:bodyPr>
          <a:lstStyle>
            <a:lvl1pPr algn="ctr">
              <a:defRPr sz="4000">
                <a:solidFill>
                  <a:schemeClr val="bg1"/>
                </a:solidFill>
              </a:defRPr>
            </a:lvl1pPr>
          </a:lstStyle>
          <a:p>
            <a:r>
              <a:rPr lang="en-US"/>
              <a:t>Click to edit Master title style</a:t>
            </a:r>
          </a:p>
        </p:txBody>
      </p:sp>
      <p:sp>
        <p:nvSpPr>
          <p:cNvPr id="3" name="Subtitle 2"/>
          <p:cNvSpPr>
            <a:spLocks noGrp="1"/>
          </p:cNvSpPr>
          <p:nvPr>
            <p:ph type="subTitle" idx="1"/>
          </p:nvPr>
        </p:nvSpPr>
        <p:spPr>
          <a:xfrm>
            <a:off x="3943350" y="4514849"/>
            <a:ext cx="7639050" cy="865187"/>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ctrTitle"/>
          </p:nvPr>
        </p:nvSpPr>
        <p:spPr>
          <a:xfrm>
            <a:off x="3943350" y="2609849"/>
            <a:ext cx="7639050" cy="1790701"/>
          </a:xfrm>
          <a:ln>
            <a:noFill/>
          </a:ln>
        </p:spPr>
        <p:txBody>
          <a:bodyPr anchor="b">
            <a:normAutofit/>
          </a:bodyPr>
          <a:lstStyle>
            <a:lvl1pPr algn="ctr">
              <a:defRPr sz="4000">
                <a:solidFill>
                  <a:schemeClr val="bg1"/>
                </a:solidFill>
              </a:defRPr>
            </a:lvl1pPr>
          </a:lstStyle>
          <a:p>
            <a:r>
              <a:rPr lang="en-US"/>
              <a:t>Click to edit Master title style</a:t>
            </a:r>
          </a:p>
        </p:txBody>
      </p:sp>
      <p:sp>
        <p:nvSpPr>
          <p:cNvPr id="5" name="Subtitle 2"/>
          <p:cNvSpPr>
            <a:spLocks noGrp="1"/>
          </p:cNvSpPr>
          <p:nvPr>
            <p:ph type="subTitle" idx="1"/>
          </p:nvPr>
        </p:nvSpPr>
        <p:spPr>
          <a:xfrm>
            <a:off x="3943350" y="4514849"/>
            <a:ext cx="7639050" cy="865187"/>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Graphic 6"/>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15975"/>
            <a:ext cx="219075" cy="365125"/>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2559A9"/>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4_Section Header">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54075"/>
            <a:ext cx="219075" cy="365125"/>
          </a:xfrm>
          <a:prstGeom prst="rect">
            <a:avLst/>
          </a:prstGeom>
        </p:spPr>
      </p:pic>
      <p:pic>
        <p:nvPicPr>
          <p:cNvPr id="10" name="Picture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Graphic 9"/>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35025"/>
            <a:ext cx="219075" cy="365125"/>
          </a:xfrm>
          <a:prstGeom prst="rect">
            <a:avLst/>
          </a:prstGeom>
        </p:spPr>
      </p:pic>
      <p:pic>
        <p:nvPicPr>
          <p:cNvPr id="11" name="Picture 1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pic>
        <p:nvPicPr>
          <p:cNvPr id="7" name="Graphic 6"/>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35025"/>
            <a:ext cx="219075" cy="365125"/>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9" y="2057401"/>
            <a:ext cx="393223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9" name="Graphic 8"/>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1168400"/>
            <a:ext cx="219075" cy="365125"/>
          </a:xfrm>
          <a:prstGeom prst="rect">
            <a:avLst/>
          </a:prstGeom>
        </p:spPr>
      </p:pic>
      <p:pic>
        <p:nvPicPr>
          <p:cNvPr id="10" name="Picture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8"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9" y="2057401"/>
            <a:ext cx="393223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ctrTitle"/>
          </p:nvPr>
        </p:nvSpPr>
        <p:spPr>
          <a:xfrm>
            <a:off x="5153024" y="3505200"/>
            <a:ext cx="6429375" cy="1266825"/>
          </a:xfrm>
          <a:ln>
            <a:noFill/>
          </a:ln>
        </p:spPr>
        <p:txBody>
          <a:bodyPr anchor="b">
            <a:noAutofit/>
          </a:bodyPr>
          <a:lstStyle>
            <a:lvl1pPr algn="ctr">
              <a:defRPr sz="3600">
                <a:solidFill>
                  <a:schemeClr val="bg1"/>
                </a:solidFill>
              </a:defRPr>
            </a:lvl1pPr>
          </a:lstStyle>
          <a:p>
            <a:r>
              <a:rPr lang="en-US"/>
              <a:t>Click to edit Master title style</a:t>
            </a:r>
          </a:p>
        </p:txBody>
      </p:sp>
      <p:sp>
        <p:nvSpPr>
          <p:cNvPr id="5" name="Subtitle 2"/>
          <p:cNvSpPr>
            <a:spLocks noGrp="1"/>
          </p:cNvSpPr>
          <p:nvPr>
            <p:ph type="subTitle" idx="1"/>
          </p:nvPr>
        </p:nvSpPr>
        <p:spPr>
          <a:xfrm>
            <a:off x="5153024" y="4772025"/>
            <a:ext cx="6429375" cy="609600"/>
          </a:xfrm>
        </p:spPr>
        <p:txBody>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5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ctrTitle"/>
          </p:nvPr>
        </p:nvSpPr>
        <p:spPr>
          <a:xfrm>
            <a:off x="5153024" y="3505200"/>
            <a:ext cx="6429375" cy="1266825"/>
          </a:xfrm>
          <a:ln>
            <a:noFill/>
          </a:ln>
        </p:spPr>
        <p:txBody>
          <a:bodyPr anchor="b">
            <a:noAutofit/>
          </a:bodyPr>
          <a:lstStyle>
            <a:lvl1pPr algn="ctr">
              <a:defRPr sz="3600">
                <a:solidFill>
                  <a:schemeClr val="bg1"/>
                </a:solidFill>
              </a:defRPr>
            </a:lvl1pPr>
          </a:lstStyle>
          <a:p>
            <a:r>
              <a:rPr lang="en-US"/>
              <a:t>Click to edit Master title style</a:t>
            </a:r>
          </a:p>
        </p:txBody>
      </p:sp>
      <p:sp>
        <p:nvSpPr>
          <p:cNvPr id="5" name="Subtitle 2"/>
          <p:cNvSpPr>
            <a:spLocks noGrp="1"/>
          </p:cNvSpPr>
          <p:nvPr>
            <p:ph type="subTitle" idx="1"/>
          </p:nvPr>
        </p:nvSpPr>
        <p:spPr>
          <a:xfrm>
            <a:off x="5153024" y="4772025"/>
            <a:ext cx="6429375" cy="609600"/>
          </a:xfrm>
        </p:spPr>
        <p:txBody>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943350" y="2609849"/>
            <a:ext cx="7639050" cy="1790701"/>
          </a:xfrm>
          <a:ln>
            <a:noFill/>
          </a:ln>
        </p:spPr>
        <p:txBody>
          <a:bodyPr anchor="b">
            <a:normAutofit/>
          </a:bodyPr>
          <a:lstStyle>
            <a:lvl1pPr algn="ctr">
              <a:defRPr sz="4000">
                <a:solidFill>
                  <a:schemeClr val="bg1"/>
                </a:solidFill>
              </a:defRPr>
            </a:lvl1pPr>
          </a:lstStyle>
          <a:p>
            <a:r>
              <a:rPr lang="en-US"/>
              <a:t>Click to edit Master title style</a:t>
            </a:r>
          </a:p>
        </p:txBody>
      </p:sp>
      <p:sp>
        <p:nvSpPr>
          <p:cNvPr id="3" name="Subtitle 2"/>
          <p:cNvSpPr>
            <a:spLocks noGrp="1"/>
          </p:cNvSpPr>
          <p:nvPr>
            <p:ph type="subTitle" idx="1"/>
          </p:nvPr>
        </p:nvSpPr>
        <p:spPr>
          <a:xfrm>
            <a:off x="3943350" y="4514849"/>
            <a:ext cx="7639050" cy="865187"/>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ctrTitle"/>
          </p:nvPr>
        </p:nvSpPr>
        <p:spPr>
          <a:xfrm>
            <a:off x="3943350" y="2609849"/>
            <a:ext cx="7639050" cy="1790701"/>
          </a:xfrm>
          <a:ln>
            <a:noFill/>
          </a:ln>
        </p:spPr>
        <p:txBody>
          <a:bodyPr anchor="b">
            <a:normAutofit/>
          </a:bodyPr>
          <a:lstStyle>
            <a:lvl1pPr algn="ctr">
              <a:defRPr sz="4000">
                <a:solidFill>
                  <a:schemeClr val="bg1"/>
                </a:solidFill>
              </a:defRPr>
            </a:lvl1pPr>
          </a:lstStyle>
          <a:p>
            <a:r>
              <a:rPr lang="en-US"/>
              <a:t>Click to edit Master title style</a:t>
            </a:r>
          </a:p>
        </p:txBody>
      </p:sp>
      <p:sp>
        <p:nvSpPr>
          <p:cNvPr id="5" name="Subtitle 2"/>
          <p:cNvSpPr>
            <a:spLocks noGrp="1"/>
          </p:cNvSpPr>
          <p:nvPr>
            <p:ph type="subTitle" idx="1"/>
          </p:nvPr>
        </p:nvSpPr>
        <p:spPr>
          <a:xfrm>
            <a:off x="3943350" y="4514849"/>
            <a:ext cx="7639050" cy="865187"/>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Graphic 6"/>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15975"/>
            <a:ext cx="219075" cy="365125"/>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2559A9"/>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4_Section Header">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54075"/>
            <a:ext cx="219075" cy="365125"/>
          </a:xfrm>
          <a:prstGeom prst="rect">
            <a:avLst/>
          </a:prstGeom>
        </p:spPr>
      </p:pic>
      <p:pic>
        <p:nvPicPr>
          <p:cNvPr id="10" name="Picture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Graphic 9"/>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35025"/>
            <a:ext cx="219075" cy="365125"/>
          </a:xfrm>
          <a:prstGeom prst="rect">
            <a:avLst/>
          </a:prstGeom>
        </p:spPr>
      </p:pic>
      <p:pic>
        <p:nvPicPr>
          <p:cNvPr id="11" name="Picture 1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pic>
        <p:nvPicPr>
          <p:cNvPr id="7" name="Graphic 6"/>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35025"/>
            <a:ext cx="219075" cy="365125"/>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9" y="2057401"/>
            <a:ext cx="393223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9" name="Graphic 8"/>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1168400"/>
            <a:ext cx="219075" cy="365125"/>
          </a:xfrm>
          <a:prstGeom prst="rect">
            <a:avLst/>
          </a:prstGeom>
        </p:spPr>
      </p:pic>
      <p:pic>
        <p:nvPicPr>
          <p:cNvPr id="10" name="Picture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8"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9" y="2057401"/>
            <a:ext cx="393223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ctrTitle"/>
          </p:nvPr>
        </p:nvSpPr>
        <p:spPr>
          <a:xfrm>
            <a:off x="5153024" y="3505200"/>
            <a:ext cx="6429375" cy="1266825"/>
          </a:xfrm>
          <a:ln>
            <a:noFill/>
          </a:ln>
        </p:spPr>
        <p:txBody>
          <a:bodyPr anchor="b">
            <a:noAutofit/>
          </a:bodyPr>
          <a:lstStyle>
            <a:lvl1pPr algn="ctr">
              <a:defRPr sz="3600">
                <a:solidFill>
                  <a:schemeClr val="bg1"/>
                </a:solidFill>
              </a:defRPr>
            </a:lvl1pPr>
          </a:lstStyle>
          <a:p>
            <a:r>
              <a:rPr lang="en-US"/>
              <a:t>Click to edit Master title style</a:t>
            </a:r>
          </a:p>
        </p:txBody>
      </p:sp>
      <p:sp>
        <p:nvSpPr>
          <p:cNvPr id="5" name="Subtitle 2"/>
          <p:cNvSpPr>
            <a:spLocks noGrp="1"/>
          </p:cNvSpPr>
          <p:nvPr>
            <p:ph type="subTitle" idx="1"/>
          </p:nvPr>
        </p:nvSpPr>
        <p:spPr>
          <a:xfrm>
            <a:off x="5153024" y="4772025"/>
            <a:ext cx="6429375" cy="609600"/>
          </a:xfrm>
        </p:spPr>
        <p:txBody>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5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ctrTitle"/>
          </p:nvPr>
        </p:nvSpPr>
        <p:spPr>
          <a:xfrm>
            <a:off x="5153024" y="3505200"/>
            <a:ext cx="6429375" cy="1266825"/>
          </a:xfrm>
          <a:ln>
            <a:noFill/>
          </a:ln>
        </p:spPr>
        <p:txBody>
          <a:bodyPr anchor="b">
            <a:noAutofit/>
          </a:bodyPr>
          <a:lstStyle>
            <a:lvl1pPr algn="ctr">
              <a:defRPr sz="3600">
                <a:solidFill>
                  <a:schemeClr val="bg1"/>
                </a:solidFill>
              </a:defRPr>
            </a:lvl1pPr>
          </a:lstStyle>
          <a:p>
            <a:r>
              <a:rPr lang="en-US"/>
              <a:t>Click to edit Master title style</a:t>
            </a:r>
          </a:p>
        </p:txBody>
      </p:sp>
      <p:sp>
        <p:nvSpPr>
          <p:cNvPr id="5" name="Subtitle 2"/>
          <p:cNvSpPr>
            <a:spLocks noGrp="1"/>
          </p:cNvSpPr>
          <p:nvPr>
            <p:ph type="subTitle" idx="1"/>
          </p:nvPr>
        </p:nvSpPr>
        <p:spPr>
          <a:xfrm>
            <a:off x="5153024" y="4772025"/>
            <a:ext cx="6429375" cy="609600"/>
          </a:xfrm>
        </p:spPr>
        <p:txBody>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943350" y="2609849"/>
            <a:ext cx="7639050" cy="1790701"/>
          </a:xfrm>
          <a:ln>
            <a:noFill/>
          </a:ln>
        </p:spPr>
        <p:txBody>
          <a:bodyPr anchor="b">
            <a:normAutofit/>
          </a:bodyPr>
          <a:lstStyle>
            <a:lvl1pPr algn="ctr">
              <a:defRPr sz="4000">
                <a:solidFill>
                  <a:schemeClr val="bg1"/>
                </a:solidFill>
              </a:defRPr>
            </a:lvl1pPr>
          </a:lstStyle>
          <a:p>
            <a:r>
              <a:rPr lang="en-US"/>
              <a:t>Click to edit Master title style</a:t>
            </a:r>
          </a:p>
        </p:txBody>
      </p:sp>
      <p:sp>
        <p:nvSpPr>
          <p:cNvPr id="3" name="Subtitle 2"/>
          <p:cNvSpPr>
            <a:spLocks noGrp="1"/>
          </p:cNvSpPr>
          <p:nvPr>
            <p:ph type="subTitle" idx="1"/>
          </p:nvPr>
        </p:nvSpPr>
        <p:spPr>
          <a:xfrm>
            <a:off x="3943350" y="4514849"/>
            <a:ext cx="7639050" cy="865187"/>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ctrTitle"/>
          </p:nvPr>
        </p:nvSpPr>
        <p:spPr>
          <a:xfrm>
            <a:off x="3943350" y="2609849"/>
            <a:ext cx="7639050" cy="1790701"/>
          </a:xfrm>
          <a:ln>
            <a:noFill/>
          </a:ln>
        </p:spPr>
        <p:txBody>
          <a:bodyPr anchor="b">
            <a:normAutofit/>
          </a:bodyPr>
          <a:lstStyle>
            <a:lvl1pPr algn="ctr">
              <a:defRPr sz="4000">
                <a:solidFill>
                  <a:schemeClr val="bg1"/>
                </a:solidFill>
              </a:defRPr>
            </a:lvl1pPr>
          </a:lstStyle>
          <a:p>
            <a:r>
              <a:rPr lang="en-US"/>
              <a:t>Click to edit Master title style</a:t>
            </a:r>
          </a:p>
        </p:txBody>
      </p:sp>
      <p:sp>
        <p:nvSpPr>
          <p:cNvPr id="5" name="Subtitle 2"/>
          <p:cNvSpPr>
            <a:spLocks noGrp="1"/>
          </p:cNvSpPr>
          <p:nvPr>
            <p:ph type="subTitle" idx="1"/>
          </p:nvPr>
        </p:nvSpPr>
        <p:spPr>
          <a:xfrm>
            <a:off x="3943350" y="4514849"/>
            <a:ext cx="7639050" cy="865187"/>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Graphic 6"/>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15975"/>
            <a:ext cx="219075" cy="365125"/>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2559A9"/>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secHead" preserve="1">
  <p:cSld name="4_Section Header">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54075"/>
            <a:ext cx="219075" cy="365125"/>
          </a:xfrm>
          <a:prstGeom prst="rect">
            <a:avLst/>
          </a:prstGeom>
        </p:spPr>
      </p:pic>
      <p:pic>
        <p:nvPicPr>
          <p:cNvPr id="10" name="Picture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Graphic 9"/>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35025"/>
            <a:ext cx="219075" cy="365125"/>
          </a:xfrm>
          <a:prstGeom prst="rect">
            <a:avLst/>
          </a:prstGeom>
        </p:spPr>
      </p:pic>
      <p:pic>
        <p:nvPicPr>
          <p:cNvPr id="11" name="Picture 1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pic>
        <p:nvPicPr>
          <p:cNvPr id="7" name="Graphic 6"/>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35025"/>
            <a:ext cx="219075" cy="365125"/>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9" y="2057401"/>
            <a:ext cx="393223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9" name="Graphic 8"/>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1168400"/>
            <a:ext cx="219075" cy="365125"/>
          </a:xfrm>
          <a:prstGeom prst="rect">
            <a:avLst/>
          </a:prstGeom>
        </p:spPr>
      </p:pic>
      <p:pic>
        <p:nvPicPr>
          <p:cNvPr id="10" name="Picture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8"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9" y="2057401"/>
            <a:ext cx="393223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ctrTitle"/>
          </p:nvPr>
        </p:nvSpPr>
        <p:spPr>
          <a:xfrm>
            <a:off x="5153024" y="3505200"/>
            <a:ext cx="6429375" cy="1266825"/>
          </a:xfrm>
          <a:ln>
            <a:noFill/>
          </a:ln>
        </p:spPr>
        <p:txBody>
          <a:bodyPr anchor="b">
            <a:noAutofit/>
          </a:bodyPr>
          <a:lstStyle>
            <a:lvl1pPr algn="ctr">
              <a:defRPr sz="3600">
                <a:solidFill>
                  <a:schemeClr val="bg1"/>
                </a:solidFill>
              </a:defRPr>
            </a:lvl1pPr>
          </a:lstStyle>
          <a:p>
            <a:r>
              <a:rPr lang="en-US"/>
              <a:t>Click to edit Master title style</a:t>
            </a:r>
          </a:p>
        </p:txBody>
      </p:sp>
      <p:sp>
        <p:nvSpPr>
          <p:cNvPr id="5" name="Subtitle 2"/>
          <p:cNvSpPr>
            <a:spLocks noGrp="1"/>
          </p:cNvSpPr>
          <p:nvPr>
            <p:ph type="subTitle" idx="1"/>
          </p:nvPr>
        </p:nvSpPr>
        <p:spPr>
          <a:xfrm>
            <a:off x="5153024" y="4772025"/>
            <a:ext cx="6429375" cy="609600"/>
          </a:xfrm>
        </p:spPr>
        <p:txBody>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5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ctrTitle"/>
          </p:nvPr>
        </p:nvSpPr>
        <p:spPr>
          <a:xfrm>
            <a:off x="5153024" y="3505200"/>
            <a:ext cx="6429375" cy="1266825"/>
          </a:xfrm>
          <a:ln>
            <a:noFill/>
          </a:ln>
        </p:spPr>
        <p:txBody>
          <a:bodyPr anchor="b">
            <a:noAutofit/>
          </a:bodyPr>
          <a:lstStyle>
            <a:lvl1pPr algn="ctr">
              <a:defRPr sz="3600">
                <a:solidFill>
                  <a:schemeClr val="bg1"/>
                </a:solidFill>
              </a:defRPr>
            </a:lvl1pPr>
          </a:lstStyle>
          <a:p>
            <a:r>
              <a:rPr lang="en-US"/>
              <a:t>Click to edit Master title style</a:t>
            </a:r>
          </a:p>
        </p:txBody>
      </p:sp>
      <p:sp>
        <p:nvSpPr>
          <p:cNvPr id="5" name="Subtitle 2"/>
          <p:cNvSpPr>
            <a:spLocks noGrp="1"/>
          </p:cNvSpPr>
          <p:nvPr>
            <p:ph type="subTitle" idx="1"/>
          </p:nvPr>
        </p:nvSpPr>
        <p:spPr>
          <a:xfrm>
            <a:off x="5153024" y="4772025"/>
            <a:ext cx="6429375" cy="609600"/>
          </a:xfrm>
        </p:spPr>
        <p:txBody>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943350" y="2609849"/>
            <a:ext cx="7639050" cy="1790701"/>
          </a:xfrm>
          <a:ln>
            <a:noFill/>
          </a:ln>
        </p:spPr>
        <p:txBody>
          <a:bodyPr anchor="b">
            <a:normAutofit/>
          </a:bodyPr>
          <a:lstStyle>
            <a:lvl1pPr algn="ctr">
              <a:defRPr sz="4000">
                <a:solidFill>
                  <a:schemeClr val="bg1"/>
                </a:solidFill>
              </a:defRPr>
            </a:lvl1pPr>
          </a:lstStyle>
          <a:p>
            <a:r>
              <a:rPr lang="en-US"/>
              <a:t>Click to edit Master title style</a:t>
            </a:r>
          </a:p>
        </p:txBody>
      </p:sp>
      <p:sp>
        <p:nvSpPr>
          <p:cNvPr id="3" name="Subtitle 2"/>
          <p:cNvSpPr>
            <a:spLocks noGrp="1"/>
          </p:cNvSpPr>
          <p:nvPr>
            <p:ph type="subTitle" idx="1"/>
          </p:nvPr>
        </p:nvSpPr>
        <p:spPr>
          <a:xfrm>
            <a:off x="3943350" y="4514849"/>
            <a:ext cx="7639050" cy="865187"/>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ctrTitle"/>
          </p:nvPr>
        </p:nvSpPr>
        <p:spPr>
          <a:xfrm>
            <a:off x="3943350" y="2609849"/>
            <a:ext cx="7639050" cy="1790701"/>
          </a:xfrm>
          <a:ln>
            <a:noFill/>
          </a:ln>
        </p:spPr>
        <p:txBody>
          <a:bodyPr anchor="b">
            <a:normAutofit/>
          </a:bodyPr>
          <a:lstStyle>
            <a:lvl1pPr algn="ctr">
              <a:defRPr sz="4000">
                <a:solidFill>
                  <a:schemeClr val="bg1"/>
                </a:solidFill>
              </a:defRPr>
            </a:lvl1pPr>
          </a:lstStyle>
          <a:p>
            <a:r>
              <a:rPr lang="en-US"/>
              <a:t>Click to edit Master title style</a:t>
            </a:r>
          </a:p>
        </p:txBody>
      </p:sp>
      <p:sp>
        <p:nvSpPr>
          <p:cNvPr id="5" name="Subtitle 2"/>
          <p:cNvSpPr>
            <a:spLocks noGrp="1"/>
          </p:cNvSpPr>
          <p:nvPr>
            <p:ph type="subTitle" idx="1"/>
          </p:nvPr>
        </p:nvSpPr>
        <p:spPr>
          <a:xfrm>
            <a:off x="3943350" y="4514849"/>
            <a:ext cx="7639050" cy="865187"/>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Graphic 6"/>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15975"/>
            <a:ext cx="219075" cy="365125"/>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2559A9"/>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4_Section Header">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54075"/>
            <a:ext cx="219075" cy="365125"/>
          </a:xfrm>
          <a:prstGeom prst="rect">
            <a:avLst/>
          </a:prstGeom>
        </p:spPr>
      </p:pic>
      <p:pic>
        <p:nvPicPr>
          <p:cNvPr id="10" name="Picture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Graphic 9"/>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35025"/>
            <a:ext cx="219075" cy="365125"/>
          </a:xfrm>
          <a:prstGeom prst="rect">
            <a:avLst/>
          </a:prstGeom>
        </p:spPr>
      </p:pic>
      <p:pic>
        <p:nvPicPr>
          <p:cNvPr id="11" name="Picture 1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pic>
        <p:nvPicPr>
          <p:cNvPr id="7" name="Graphic 6"/>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35025"/>
            <a:ext cx="219075" cy="365125"/>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9" y="2057401"/>
            <a:ext cx="393223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9" name="Graphic 8"/>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1168400"/>
            <a:ext cx="219075" cy="365125"/>
          </a:xfrm>
          <a:prstGeom prst="rect">
            <a:avLst/>
          </a:prstGeom>
        </p:spPr>
      </p:pic>
      <p:pic>
        <p:nvPicPr>
          <p:cNvPr id="10" name="Picture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8"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9" y="2057401"/>
            <a:ext cx="393223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ctrTitle"/>
          </p:nvPr>
        </p:nvSpPr>
        <p:spPr>
          <a:xfrm>
            <a:off x="5153024" y="3505200"/>
            <a:ext cx="6429375" cy="1266825"/>
          </a:xfrm>
          <a:ln>
            <a:noFill/>
          </a:ln>
        </p:spPr>
        <p:txBody>
          <a:bodyPr anchor="b">
            <a:noAutofit/>
          </a:bodyPr>
          <a:lstStyle>
            <a:lvl1pPr algn="ctr">
              <a:defRPr sz="3600">
                <a:solidFill>
                  <a:schemeClr val="bg1"/>
                </a:solidFill>
              </a:defRPr>
            </a:lvl1pPr>
          </a:lstStyle>
          <a:p>
            <a:r>
              <a:rPr lang="en-US"/>
              <a:t>Click to edit Master title style</a:t>
            </a:r>
          </a:p>
        </p:txBody>
      </p:sp>
      <p:sp>
        <p:nvSpPr>
          <p:cNvPr id="5" name="Subtitle 2"/>
          <p:cNvSpPr>
            <a:spLocks noGrp="1"/>
          </p:cNvSpPr>
          <p:nvPr>
            <p:ph type="subTitle" idx="1"/>
          </p:nvPr>
        </p:nvSpPr>
        <p:spPr>
          <a:xfrm>
            <a:off x="5153024" y="4772025"/>
            <a:ext cx="6429375" cy="609600"/>
          </a:xfrm>
        </p:spPr>
        <p:txBody>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5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ctrTitle"/>
          </p:nvPr>
        </p:nvSpPr>
        <p:spPr>
          <a:xfrm>
            <a:off x="5153024" y="3505200"/>
            <a:ext cx="6429375" cy="1266825"/>
          </a:xfrm>
          <a:ln>
            <a:noFill/>
          </a:ln>
        </p:spPr>
        <p:txBody>
          <a:bodyPr anchor="b">
            <a:noAutofit/>
          </a:bodyPr>
          <a:lstStyle>
            <a:lvl1pPr algn="ctr">
              <a:defRPr sz="3600">
                <a:solidFill>
                  <a:schemeClr val="bg1"/>
                </a:solidFill>
              </a:defRPr>
            </a:lvl1pPr>
          </a:lstStyle>
          <a:p>
            <a:r>
              <a:rPr lang="en-US"/>
              <a:t>Click to edit Master title style</a:t>
            </a:r>
          </a:p>
        </p:txBody>
      </p:sp>
      <p:sp>
        <p:nvSpPr>
          <p:cNvPr id="5" name="Subtitle 2"/>
          <p:cNvSpPr>
            <a:spLocks noGrp="1"/>
          </p:cNvSpPr>
          <p:nvPr>
            <p:ph type="subTitle" idx="1"/>
          </p:nvPr>
        </p:nvSpPr>
        <p:spPr>
          <a:xfrm>
            <a:off x="5153024" y="4772025"/>
            <a:ext cx="6429375" cy="609600"/>
          </a:xfrm>
        </p:spPr>
        <p:txBody>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theme" Target="../theme/theme2.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slideLayout" Target="../slideLayouts/slideLayout47.xml"/><Relationship Id="rId18" Type="http://schemas.openxmlformats.org/officeDocument/2006/relationships/theme" Target="../theme/theme3.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17" Type="http://schemas.openxmlformats.org/officeDocument/2006/relationships/slideLayout" Target="../slideLayouts/slideLayout51.xml"/><Relationship Id="rId2" Type="http://schemas.openxmlformats.org/officeDocument/2006/relationships/slideLayout" Target="../slideLayouts/slideLayout36.xml"/><Relationship Id="rId16" Type="http://schemas.openxmlformats.org/officeDocument/2006/relationships/slideLayout" Target="../slideLayouts/slideLayout50.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5" Type="http://schemas.openxmlformats.org/officeDocument/2006/relationships/slideLayout" Target="../slideLayouts/slideLayout4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18" Type="http://schemas.openxmlformats.org/officeDocument/2006/relationships/theme" Target="../theme/theme4.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17" Type="http://schemas.openxmlformats.org/officeDocument/2006/relationships/slideLayout" Target="../slideLayouts/slideLayout68.xml"/><Relationship Id="rId2" Type="http://schemas.openxmlformats.org/officeDocument/2006/relationships/slideLayout" Target="../slideLayouts/slideLayout53.xml"/><Relationship Id="rId16" Type="http://schemas.openxmlformats.org/officeDocument/2006/relationships/slideLayout" Target="../slideLayouts/slideLayout67.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slideLayout" Target="../slideLayouts/slideLayout66.xml"/><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slideLayout" Target="../slideLayouts/slideLayout6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76.xml"/><Relationship Id="rId13" Type="http://schemas.openxmlformats.org/officeDocument/2006/relationships/slideLayout" Target="../slideLayouts/slideLayout81.xml"/><Relationship Id="rId18" Type="http://schemas.openxmlformats.org/officeDocument/2006/relationships/theme" Target="../theme/theme5.xml"/><Relationship Id="rId3" Type="http://schemas.openxmlformats.org/officeDocument/2006/relationships/slideLayout" Target="../slideLayouts/slideLayout71.xml"/><Relationship Id="rId7" Type="http://schemas.openxmlformats.org/officeDocument/2006/relationships/slideLayout" Target="../slideLayouts/slideLayout75.xml"/><Relationship Id="rId12" Type="http://schemas.openxmlformats.org/officeDocument/2006/relationships/slideLayout" Target="../slideLayouts/slideLayout80.xml"/><Relationship Id="rId17" Type="http://schemas.openxmlformats.org/officeDocument/2006/relationships/slideLayout" Target="../slideLayouts/slideLayout85.xml"/><Relationship Id="rId2" Type="http://schemas.openxmlformats.org/officeDocument/2006/relationships/slideLayout" Target="../slideLayouts/slideLayout70.xml"/><Relationship Id="rId16" Type="http://schemas.openxmlformats.org/officeDocument/2006/relationships/slideLayout" Target="../slideLayouts/slideLayout84.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slideLayout" Target="../slideLayouts/slideLayout79.xml"/><Relationship Id="rId5" Type="http://schemas.openxmlformats.org/officeDocument/2006/relationships/slideLayout" Target="../slideLayouts/slideLayout73.xml"/><Relationship Id="rId15" Type="http://schemas.openxmlformats.org/officeDocument/2006/relationships/slideLayout" Target="../slideLayouts/slideLayout83.xml"/><Relationship Id="rId10" Type="http://schemas.openxmlformats.org/officeDocument/2006/relationships/slideLayout" Target="../slideLayouts/slideLayout78.xml"/><Relationship Id="rId4" Type="http://schemas.openxmlformats.org/officeDocument/2006/relationships/slideLayout" Target="../slideLayouts/slideLayout72.xml"/><Relationship Id="rId9" Type="http://schemas.openxmlformats.org/officeDocument/2006/relationships/slideLayout" Target="../slideLayouts/slideLayout77.xml"/><Relationship Id="rId14" Type="http://schemas.openxmlformats.org/officeDocument/2006/relationships/slideLayout" Target="../slideLayouts/slideLayout82.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93.xml"/><Relationship Id="rId13" Type="http://schemas.openxmlformats.org/officeDocument/2006/relationships/slideLayout" Target="../slideLayouts/slideLayout98.xml"/><Relationship Id="rId18" Type="http://schemas.openxmlformats.org/officeDocument/2006/relationships/theme" Target="../theme/theme6.xml"/><Relationship Id="rId3" Type="http://schemas.openxmlformats.org/officeDocument/2006/relationships/slideLayout" Target="../slideLayouts/slideLayout88.xml"/><Relationship Id="rId7" Type="http://schemas.openxmlformats.org/officeDocument/2006/relationships/slideLayout" Target="../slideLayouts/slideLayout92.xml"/><Relationship Id="rId12" Type="http://schemas.openxmlformats.org/officeDocument/2006/relationships/slideLayout" Target="../slideLayouts/slideLayout97.xml"/><Relationship Id="rId17" Type="http://schemas.openxmlformats.org/officeDocument/2006/relationships/slideLayout" Target="../slideLayouts/slideLayout102.xml"/><Relationship Id="rId2" Type="http://schemas.openxmlformats.org/officeDocument/2006/relationships/slideLayout" Target="../slideLayouts/slideLayout87.xml"/><Relationship Id="rId16" Type="http://schemas.openxmlformats.org/officeDocument/2006/relationships/slideLayout" Target="../slideLayouts/slideLayout101.xml"/><Relationship Id="rId1" Type="http://schemas.openxmlformats.org/officeDocument/2006/relationships/slideLayout" Target="../slideLayouts/slideLayout86.xml"/><Relationship Id="rId6" Type="http://schemas.openxmlformats.org/officeDocument/2006/relationships/slideLayout" Target="../slideLayouts/slideLayout91.xml"/><Relationship Id="rId11" Type="http://schemas.openxmlformats.org/officeDocument/2006/relationships/slideLayout" Target="../slideLayouts/slideLayout96.xml"/><Relationship Id="rId5" Type="http://schemas.openxmlformats.org/officeDocument/2006/relationships/slideLayout" Target="../slideLayouts/slideLayout90.xml"/><Relationship Id="rId15" Type="http://schemas.openxmlformats.org/officeDocument/2006/relationships/slideLayout" Target="../slideLayouts/slideLayout100.xml"/><Relationship Id="rId10" Type="http://schemas.openxmlformats.org/officeDocument/2006/relationships/slideLayout" Target="../slideLayouts/slideLayout95.xml"/><Relationship Id="rId4" Type="http://schemas.openxmlformats.org/officeDocument/2006/relationships/slideLayout" Target="../slideLayouts/slideLayout89.xml"/><Relationship Id="rId9" Type="http://schemas.openxmlformats.org/officeDocument/2006/relationships/slideLayout" Target="../slideLayouts/slideLayout94.xml"/><Relationship Id="rId14" Type="http://schemas.openxmlformats.org/officeDocument/2006/relationships/slideLayout" Target="../slideLayouts/slideLayout9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5057775" y="6492874"/>
            <a:ext cx="6296025" cy="228602"/>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ar-DZ"/>
              <a:t> </a:t>
            </a:r>
            <a:r>
              <a:rPr lang="en-US"/>
              <a:t>University of Technology and Applied Sciences</a:t>
            </a:r>
            <a:r>
              <a:rPr lang="ar-DZ"/>
              <a:t> جامعة التقنية والعلوم التطبيقية - </a:t>
            </a:r>
            <a:r>
              <a:rPr lang="en-US"/>
              <a:t> </a:t>
            </a:r>
          </a:p>
          <a:p>
            <a:endParaRPr lang="en-US"/>
          </a:p>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5057775" y="6492874"/>
            <a:ext cx="6296025" cy="228602"/>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ar-DZ"/>
              <a:t> </a:t>
            </a:r>
            <a:r>
              <a:rPr lang="en-US"/>
              <a:t>University of Technology and Applied Sciences</a:t>
            </a:r>
            <a:r>
              <a:rPr lang="ar-DZ"/>
              <a:t> جامعة التقنية والعلوم التطبيقية - </a:t>
            </a:r>
            <a:r>
              <a:rPr lang="en-US"/>
              <a:t> </a:t>
            </a:r>
          </a:p>
          <a:p>
            <a:endParaRPr lang="en-US"/>
          </a:p>
          <a:p>
            <a:endParaRPr lang="en-US"/>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5057775" y="6492874"/>
            <a:ext cx="6296025" cy="228602"/>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ar-DZ"/>
              <a:t> </a:t>
            </a:r>
            <a:r>
              <a:rPr lang="en-US"/>
              <a:t>University of Technology and Applied Sciences</a:t>
            </a:r>
            <a:r>
              <a:rPr lang="ar-DZ"/>
              <a:t> جامعة التقنية والعلوم التطبيقية - </a:t>
            </a:r>
            <a:r>
              <a:rPr lang="en-US"/>
              <a:t> </a:t>
            </a:r>
          </a:p>
          <a:p>
            <a:endParaRPr lang="en-US"/>
          </a:p>
          <a:p>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5057775" y="6492874"/>
            <a:ext cx="6296025" cy="228602"/>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ar-DZ"/>
              <a:t> </a:t>
            </a:r>
            <a:r>
              <a:rPr lang="en-US"/>
              <a:t>University of Technology and Applied Sciences</a:t>
            </a:r>
            <a:r>
              <a:rPr lang="ar-DZ"/>
              <a:t> جامعة التقنية والعلوم التطبيقية - </a:t>
            </a:r>
            <a:r>
              <a:rPr lang="en-US"/>
              <a:t> </a:t>
            </a:r>
          </a:p>
          <a:p>
            <a:endParaRPr lang="en-US"/>
          </a:p>
          <a:p>
            <a:endParaRPr lang="en-US"/>
          </a:p>
        </p:txBody>
      </p:sp>
    </p:spTree>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5057775" y="6492874"/>
            <a:ext cx="6296025" cy="228602"/>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ar-DZ"/>
              <a:t> </a:t>
            </a:r>
            <a:r>
              <a:rPr lang="en-US"/>
              <a:t>University of Technology and Applied Sciences</a:t>
            </a:r>
            <a:r>
              <a:rPr lang="ar-DZ"/>
              <a:t> جامعة التقنية والعلوم التطبيقية - </a:t>
            </a:r>
            <a:r>
              <a:rPr lang="en-US"/>
              <a:t> </a:t>
            </a:r>
          </a:p>
          <a:p>
            <a:endParaRPr lang="en-US"/>
          </a:p>
          <a:p>
            <a:endParaRPr lang="en-US"/>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5057775" y="6492874"/>
            <a:ext cx="6296025" cy="228602"/>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ar-DZ"/>
              <a:t> </a:t>
            </a:r>
            <a:r>
              <a:rPr lang="en-US"/>
              <a:t>University of Technology and Applied Sciences</a:t>
            </a:r>
            <a:r>
              <a:rPr lang="ar-DZ"/>
              <a:t> جامعة التقنية والعلوم التطبيقية - </a:t>
            </a:r>
            <a:r>
              <a:rPr lang="en-US"/>
              <a:t> </a:t>
            </a:r>
          </a:p>
          <a:p>
            <a:endParaRPr lang="en-US"/>
          </a:p>
          <a:p>
            <a:endParaRPr lang="en-US"/>
          </a:p>
        </p:txBody>
      </p:sp>
    </p:spTree>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 id="2147483753" r:id="rId15"/>
    <p:sldLayoutId id="2147483754" r:id="rId16"/>
    <p:sldLayoutId id="2147483755"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0.png"/><Relationship Id="rId1" Type="http://schemas.openxmlformats.org/officeDocument/2006/relationships/slideLayout" Target="../slideLayouts/slideLayout8.xml"/><Relationship Id="rId6" Type="http://schemas.openxmlformats.org/officeDocument/2006/relationships/image" Target="../media/image12.png"/><Relationship Id="rId5" Type="http://schemas.openxmlformats.org/officeDocument/2006/relationships/customXml" Target="../ink/ink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customXml" Target="../ink/ink8.xml"/><Relationship Id="rId18" Type="http://schemas.openxmlformats.org/officeDocument/2006/relationships/image" Target="../media/image21.png"/><Relationship Id="rId3" Type="http://schemas.openxmlformats.org/officeDocument/2006/relationships/customXml" Target="../ink/ink3.xml"/><Relationship Id="rId7" Type="http://schemas.openxmlformats.org/officeDocument/2006/relationships/customXml" Target="../ink/ink5.xml"/><Relationship Id="rId12" Type="http://schemas.openxmlformats.org/officeDocument/2006/relationships/image" Target="../media/image18.png"/><Relationship Id="rId17" Type="http://schemas.openxmlformats.org/officeDocument/2006/relationships/customXml" Target="../ink/ink10.xml"/><Relationship Id="rId2" Type="http://schemas.openxmlformats.org/officeDocument/2006/relationships/image" Target="../media/image13.jpeg"/><Relationship Id="rId16" Type="http://schemas.openxmlformats.org/officeDocument/2006/relationships/image" Target="../media/image20.png"/><Relationship Id="rId20"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15.png"/><Relationship Id="rId11" Type="http://schemas.openxmlformats.org/officeDocument/2006/relationships/customXml" Target="../ink/ink7.xml"/><Relationship Id="rId5" Type="http://schemas.openxmlformats.org/officeDocument/2006/relationships/customXml" Target="../ink/ink4.xml"/><Relationship Id="rId15" Type="http://schemas.openxmlformats.org/officeDocument/2006/relationships/customXml" Target="../ink/ink9.xml"/><Relationship Id="rId10" Type="http://schemas.openxmlformats.org/officeDocument/2006/relationships/image" Target="../media/image17.png"/><Relationship Id="rId19" Type="http://schemas.openxmlformats.org/officeDocument/2006/relationships/customXml" Target="../ink/ink11.xml"/><Relationship Id="rId4" Type="http://schemas.openxmlformats.org/officeDocument/2006/relationships/image" Target="../media/image14.png"/><Relationship Id="rId9" Type="http://schemas.openxmlformats.org/officeDocument/2006/relationships/customXml" Target="../ink/ink6.xml"/><Relationship Id="rId14" Type="http://schemas.openxmlformats.org/officeDocument/2006/relationships/image" Target="../media/image19.png"/></Relationships>
</file>

<file path=ppt/slides/_rels/slide7.xml.rels><?xml version="1.0" encoding="UTF-8" standalone="yes"?>
<Relationships xmlns="http://schemas.openxmlformats.org/package/2006/relationships"><Relationship Id="rId2" Type="http://schemas.openxmlformats.org/officeDocument/2006/relationships/hyperlink" Target="https://www.techtarget.com/searchsecurity/tip/How-to-create-an-incident-response-playbook" TargetMode="External"/><Relationship Id="rId1" Type="http://schemas.openxmlformats.org/officeDocument/2006/relationships/slideLayout" Target="../slideLayouts/slideLayout59.xml"/></Relationships>
</file>

<file path=ppt/slides/_rels/slide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customXml" Target="../ink/ink12.xml"/><Relationship Id="rId7" Type="http://schemas.openxmlformats.org/officeDocument/2006/relationships/customXml" Target="../ink/ink14.xml"/><Relationship Id="rId2" Type="http://schemas.openxmlformats.org/officeDocument/2006/relationships/image" Target="../media/image23.png"/><Relationship Id="rId1" Type="http://schemas.openxmlformats.org/officeDocument/2006/relationships/slideLayout" Target="../slideLayouts/slideLayout54.xml"/><Relationship Id="rId6" Type="http://schemas.openxmlformats.org/officeDocument/2006/relationships/image" Target="../media/image25.png"/><Relationship Id="rId5" Type="http://schemas.openxmlformats.org/officeDocument/2006/relationships/customXml" Target="../ink/ink13.xml"/><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diagramLayout" Target="../diagrams/layout2.xml"/><Relationship Id="rId7" Type="http://schemas.openxmlformats.org/officeDocument/2006/relationships/customXml" Target="../ink/ink15.xml"/><Relationship Id="rId2" Type="http://schemas.openxmlformats.org/officeDocument/2006/relationships/diagramData" Target="../diagrams/data2.xml"/><Relationship Id="rId1" Type="http://schemas.openxmlformats.org/officeDocument/2006/relationships/slideLayout" Target="../slideLayouts/slideLayout5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5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5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71.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93842" y="2563813"/>
            <a:ext cx="7639050" cy="865187"/>
          </a:xfrm>
        </p:spPr>
        <p:txBody>
          <a:bodyPr>
            <a:normAutofit/>
          </a:bodyPr>
          <a:lstStyle/>
          <a:p>
            <a:r>
              <a:rPr lang="en-US" sz="4400" b="1">
                <a:latin typeface="Arial" panose="020B0604020202020204" pitchFamily="34" charset="0"/>
                <a:cs typeface="Arial" panose="020B0604020202020204" pitchFamily="34" charset="0"/>
              </a:rPr>
              <a:t>Lecture 7:</a:t>
            </a:r>
          </a:p>
        </p:txBody>
      </p:sp>
      <p:sp>
        <p:nvSpPr>
          <p:cNvPr id="3" name="Subtitle 2"/>
          <p:cNvSpPr>
            <a:spLocks noGrp="1"/>
          </p:cNvSpPr>
          <p:nvPr>
            <p:ph type="subTitle" idx="1"/>
          </p:nvPr>
        </p:nvSpPr>
        <p:spPr>
          <a:xfrm>
            <a:off x="3251773" y="3570469"/>
            <a:ext cx="7639050" cy="865187"/>
          </a:xfrm>
        </p:spPr>
        <p:txBody>
          <a:bodyPr>
            <a:normAutofit/>
          </a:bodyPr>
          <a:lstStyle/>
          <a:p>
            <a:r>
              <a:rPr lang="en-GB" sz="4000" b="1">
                <a:latin typeface="Arial" panose="020B0604020202020204" pitchFamily="34" charset="0"/>
                <a:ea typeface="Times New Roman" panose="02020603050405020304" pitchFamily="18" charset="0"/>
                <a:cs typeface="Arial" panose="020B0604020202020204" pitchFamily="34" charset="0"/>
              </a:rPr>
              <a:t>Automation and Orchestration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65426" y="395108"/>
            <a:ext cx="2984291" cy="909037"/>
          </a:xfrm>
        </p:spPr>
        <p:txBody>
          <a:bodyPr anchor="ctr">
            <a:noAutofit/>
          </a:bodyPr>
          <a:lstStyle/>
          <a:p>
            <a:r>
              <a:rPr lang="en-US" sz="4000" b="1">
                <a:latin typeface="Arial" panose="020B0604020202020204" pitchFamily="34" charset="0"/>
                <a:cs typeface="Arial" panose="020B0604020202020204" pitchFamily="34" charset="0"/>
              </a:rPr>
              <a:t>Objectives</a:t>
            </a:r>
          </a:p>
        </p:txBody>
      </p:sp>
      <p:graphicFrame>
        <p:nvGraphicFramePr>
          <p:cNvPr id="11" name="Content Placeholder 2">
            <a:extLst>
              <a:ext uri="{FF2B5EF4-FFF2-40B4-BE49-F238E27FC236}">
                <a16:creationId xmlns:a16="http://schemas.microsoft.com/office/drawing/2014/main" id="{07FED4D9-7B20-31D3-C1EC-F709A91311BA}"/>
              </a:ext>
            </a:extLst>
          </p:cNvPr>
          <p:cNvGraphicFramePr>
            <a:graphicFrameLocks noGrp="1"/>
          </p:cNvGraphicFramePr>
          <p:nvPr>
            <p:ph idx="1"/>
            <p:extLst>
              <p:ext uri="{D42A27DB-BD31-4B8C-83A1-F6EECF244321}">
                <p14:modId xmlns:p14="http://schemas.microsoft.com/office/powerpoint/2010/main" val="3711107946"/>
              </p:ext>
            </p:extLst>
          </p:nvPr>
        </p:nvGraphicFramePr>
        <p:xfrm>
          <a:off x="1018082" y="1735684"/>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0"/>
            <a:ext cx="11317573" cy="1690690"/>
          </a:xfrm>
        </p:spPr>
        <p:txBody>
          <a:bodyPr anchor="ctr">
            <a:noAutofit/>
          </a:bodyPr>
          <a:lstStyle/>
          <a:p>
            <a:pPr algn="ctr"/>
            <a:r>
              <a:rPr lang="en-US" sz="4000" b="1">
                <a:latin typeface="Arial" panose="020B0604020202020204" pitchFamily="34" charset="0"/>
                <a:cs typeface="Arial" panose="020B0604020202020204" pitchFamily="34" charset="0"/>
              </a:rPr>
              <a:t>What is SOAR ?</a:t>
            </a:r>
            <a:br>
              <a:rPr lang="en-US" sz="4000" b="1">
                <a:latin typeface="Arial" panose="020B0604020202020204" pitchFamily="34" charset="0"/>
                <a:cs typeface="Arial" panose="020B0604020202020204" pitchFamily="34" charset="0"/>
              </a:rPr>
            </a:br>
            <a:r>
              <a:rPr lang="en-US" sz="4000" b="1">
                <a:latin typeface="Arial" panose="020B0604020202020204" pitchFamily="34" charset="0"/>
                <a:cs typeface="Arial" panose="020B0604020202020204" pitchFamily="34" charset="0"/>
              </a:rPr>
              <a:t>Security Orchestration, Automation, and Response</a:t>
            </a:r>
            <a:endParaRPr lang="en-US" sz="4000">
              <a:latin typeface="Arial" panose="020B0604020202020204" pitchFamily="34" charset="0"/>
              <a:cs typeface="Arial" panose="020B0604020202020204" pitchFamily="34" charset="0"/>
            </a:endParaRPr>
          </a:p>
        </p:txBody>
      </p:sp>
      <p:pic>
        <p:nvPicPr>
          <p:cNvPr id="5122" name="Picture 2" descr="https://miro.medium.com/v2/resize:fit:551/1*BushlV0REUnQcpq9TmJpVw.png"/>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2938645"/>
            <a:ext cx="5181600" cy="1839467"/>
          </a:xfrm>
          <a:prstGeom prst="rect">
            <a:avLst/>
          </a:prstGeom>
          <a:solidFill>
            <a:srgbClr val="FFFFFF"/>
          </a:solidFill>
        </p:spPr>
      </p:pic>
      <p:sp>
        <p:nvSpPr>
          <p:cNvPr id="3" name="Content Placeholder 2"/>
          <p:cNvSpPr>
            <a:spLocks noGrp="1"/>
          </p:cNvSpPr>
          <p:nvPr>
            <p:ph sz="half" idx="2"/>
          </p:nvPr>
        </p:nvSpPr>
        <p:spPr>
          <a:xfrm>
            <a:off x="5181600" y="1825625"/>
            <a:ext cx="6172200" cy="4395293"/>
          </a:xfrm>
        </p:spPr>
        <p:txBody>
          <a:bodyPr vert="horz" lIns="91440" tIns="45720" rIns="91440" bIns="45720" rtlCol="0">
            <a:noAutofit/>
          </a:bodyPr>
          <a:lstStyle/>
          <a:p>
            <a:pPr algn="just"/>
            <a:r>
              <a:rPr lang="en-US" sz="2400">
                <a:latin typeface="Arial" panose="020B0604020202020204" pitchFamily="34" charset="0"/>
                <a:cs typeface="Arial" panose="020B0604020202020204" pitchFamily="34" charset="0"/>
              </a:rPr>
              <a:t>It’s a cybersecurity approach that </a:t>
            </a:r>
            <a:r>
              <a:rPr lang="en-US" sz="2400" b="1">
                <a:latin typeface="Arial" panose="020B0604020202020204" pitchFamily="34" charset="0"/>
                <a:cs typeface="Arial" panose="020B0604020202020204" pitchFamily="34" charset="0"/>
              </a:rPr>
              <a:t>uses automation and coordination</a:t>
            </a:r>
            <a:r>
              <a:rPr lang="en-US" sz="2400">
                <a:latin typeface="Arial" panose="020B0604020202020204" pitchFamily="34" charset="0"/>
                <a:cs typeface="Arial" panose="020B0604020202020204" pitchFamily="34" charset="0"/>
              </a:rPr>
              <a:t> to quickly and effectively </a:t>
            </a:r>
            <a:r>
              <a:rPr lang="en-US" sz="2400" b="1">
                <a:latin typeface="Arial" panose="020B0604020202020204" pitchFamily="34" charset="0"/>
                <a:cs typeface="Arial" panose="020B0604020202020204" pitchFamily="34" charset="0"/>
              </a:rPr>
              <a:t>respond to and manage security incidents.</a:t>
            </a:r>
          </a:p>
          <a:p>
            <a:pPr algn="just"/>
            <a:r>
              <a:rPr lang="en-US" sz="2400">
                <a:latin typeface="Arial" panose="020B0604020202020204" pitchFamily="34" charset="0"/>
                <a:cs typeface="Arial" panose="020B0604020202020204" pitchFamily="34" charset="0"/>
              </a:rPr>
              <a:t>SOAR is a stack of compatible software programs that enables an organization to collect data about cybersecurity threats and respond to security events </a:t>
            </a:r>
            <a:r>
              <a:rPr lang="en-US" sz="2400" u="sng">
                <a:latin typeface="Arial" panose="020B0604020202020204" pitchFamily="34" charset="0"/>
                <a:cs typeface="Arial" panose="020B0604020202020204" pitchFamily="34" charset="0"/>
              </a:rPr>
              <a:t>with little or no human assistance. </a:t>
            </a:r>
          </a:p>
          <a:p>
            <a:pPr algn="just"/>
            <a:r>
              <a:rPr lang="en-US" sz="2400">
                <a:latin typeface="Arial" panose="020B0604020202020204" pitchFamily="34" charset="0"/>
                <a:cs typeface="Arial" panose="020B0604020202020204" pitchFamily="34" charset="0"/>
              </a:rPr>
              <a:t>The goal of using a SOAR platform is to improve the efficiency of physical and digital security operations.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8370" y="23212"/>
            <a:ext cx="5257800" cy="785674"/>
          </a:xfrm>
        </p:spPr>
        <p:txBody>
          <a:bodyPr>
            <a:normAutofit/>
          </a:bodyPr>
          <a:lstStyle/>
          <a:p>
            <a:r>
              <a:rPr lang="en-US" sz="4000" b="1">
                <a:latin typeface="Arial" panose="020B0604020202020204" pitchFamily="34" charset="0"/>
                <a:cs typeface="Arial" panose="020B0604020202020204" pitchFamily="34" charset="0"/>
              </a:rPr>
              <a:t>Aspects of SOAR</a:t>
            </a:r>
            <a:endParaRPr lang="en-US" sz="400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5636302" y="23212"/>
            <a:ext cx="6385809" cy="6318694"/>
          </a:xfrm>
        </p:spPr>
        <p:txBody>
          <a:bodyPr>
            <a:normAutofit fontScale="32500" lnSpcReduction="20000"/>
          </a:bodyPr>
          <a:lstStyle/>
          <a:p>
            <a:pPr marL="0" indent="0">
              <a:lnSpc>
                <a:spcPct val="170000"/>
              </a:lnSpc>
              <a:buNone/>
            </a:pPr>
            <a:r>
              <a:rPr lang="en-US" sz="4500" b="1">
                <a:solidFill>
                  <a:srgbClr val="FF0000"/>
                </a:solidFill>
                <a:latin typeface="Arial" panose="020B0604020202020204" pitchFamily="34" charset="0"/>
                <a:cs typeface="Arial" panose="020B0604020202020204" pitchFamily="34" charset="0"/>
              </a:rPr>
              <a:t>Security Orchestration:</a:t>
            </a:r>
          </a:p>
          <a:p>
            <a:pPr algn="just">
              <a:lnSpc>
                <a:spcPct val="170000"/>
              </a:lnSpc>
            </a:pPr>
            <a:r>
              <a:rPr lang="en-US" sz="4500">
                <a:latin typeface="Arial" panose="020B0604020202020204" pitchFamily="34" charset="0"/>
                <a:cs typeface="Arial" panose="020B0604020202020204" pitchFamily="34" charset="0"/>
              </a:rPr>
              <a:t>This encompasses arranging and ordering different security tasks across diverse tools and technologies. For instance, when a security issue arises, SOAR can automatically initiate a series of predefined actions across various security systems.</a:t>
            </a:r>
          </a:p>
          <a:p>
            <a:pPr marL="0" indent="0">
              <a:lnSpc>
                <a:spcPct val="170000"/>
              </a:lnSpc>
              <a:buNone/>
            </a:pPr>
            <a:r>
              <a:rPr lang="en-US" sz="4500" b="1">
                <a:solidFill>
                  <a:srgbClr val="FF0000"/>
                </a:solidFill>
                <a:latin typeface="Arial" panose="020B0604020202020204" pitchFamily="34" charset="0"/>
                <a:cs typeface="Arial" panose="020B0604020202020204" pitchFamily="34" charset="0"/>
              </a:rPr>
              <a:t>Automation:</a:t>
            </a:r>
          </a:p>
          <a:p>
            <a:pPr algn="just">
              <a:lnSpc>
                <a:spcPct val="170000"/>
              </a:lnSpc>
            </a:pPr>
            <a:r>
              <a:rPr lang="en-US" sz="4500">
                <a:latin typeface="Arial" panose="020B0604020202020204" pitchFamily="34" charset="0"/>
                <a:cs typeface="Arial" panose="020B0604020202020204" pitchFamily="34" charset="0"/>
              </a:rPr>
              <a:t>SOAR systems streamline routine and repetitive tasks that security teams would otherwise need to carry out manually. This covers activities such as collecting data, confirming incidents, and executing response measures.</a:t>
            </a:r>
          </a:p>
          <a:p>
            <a:pPr marL="0" indent="0">
              <a:lnSpc>
                <a:spcPct val="170000"/>
              </a:lnSpc>
              <a:buNone/>
            </a:pPr>
            <a:r>
              <a:rPr lang="en-US" sz="4500" b="1">
                <a:solidFill>
                  <a:srgbClr val="FF0000"/>
                </a:solidFill>
                <a:latin typeface="Arial" panose="020B0604020202020204" pitchFamily="34" charset="0"/>
                <a:cs typeface="Arial" panose="020B0604020202020204" pitchFamily="34" charset="0"/>
              </a:rPr>
              <a:t>Response:</a:t>
            </a:r>
          </a:p>
          <a:p>
            <a:pPr algn="just">
              <a:lnSpc>
                <a:spcPct val="170000"/>
              </a:lnSpc>
            </a:pPr>
            <a:r>
              <a:rPr lang="en-US" sz="4500">
                <a:latin typeface="Arial" panose="020B0604020202020204" pitchFamily="34" charset="0"/>
                <a:cs typeface="Arial" panose="020B0604020202020204" pitchFamily="34" charset="0"/>
              </a:rPr>
              <a:t>SOAR simplifies incident management by furnishing playbooks or workflows that direct security analysts through the necessary steps for examining and alleviating threats. These playbooks can be tailored to suit an organization’s specific requirements.</a:t>
            </a:r>
          </a:p>
          <a:p>
            <a:endParaRPr lang="en-US"/>
          </a:p>
        </p:txBody>
      </p:sp>
      <p:pic>
        <p:nvPicPr>
          <p:cNvPr id="4100" name="Picture 4" descr="https://miro.medium.com/v2/resize:fit:700/0*bP6GfQKtpgWs0y6Q.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32189"/>
            <a:ext cx="5416445" cy="58258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2202" y="32096"/>
            <a:ext cx="4768122" cy="762383"/>
          </a:xfrm>
        </p:spPr>
        <p:txBody>
          <a:bodyPr anchor="ctr">
            <a:normAutofit/>
          </a:bodyPr>
          <a:lstStyle/>
          <a:p>
            <a:r>
              <a:rPr lang="en-US" sz="4000" b="1">
                <a:latin typeface="Arial" panose="020B0604020202020204" pitchFamily="34" charset="0"/>
                <a:cs typeface="Arial" panose="020B0604020202020204" pitchFamily="34" charset="0"/>
              </a:rPr>
              <a:t>SOAR Capabilities</a:t>
            </a:r>
            <a:endParaRPr lang="en-US" sz="4000">
              <a:latin typeface="Arial" panose="020B0604020202020204" pitchFamily="34" charset="0"/>
              <a:cs typeface="Arial" panose="020B0604020202020204" pitchFamily="34" charset="0"/>
            </a:endParaRPr>
          </a:p>
        </p:txBody>
      </p:sp>
      <p:sp>
        <p:nvSpPr>
          <p:cNvPr id="3" name="Content Placeholder 2"/>
          <p:cNvSpPr>
            <a:spLocks noGrp="1"/>
          </p:cNvSpPr>
          <p:nvPr>
            <p:ph sz="half" idx="1"/>
          </p:nvPr>
        </p:nvSpPr>
        <p:spPr>
          <a:xfrm>
            <a:off x="5420325" y="149902"/>
            <a:ext cx="6631767" cy="6190937"/>
          </a:xfrm>
        </p:spPr>
        <p:txBody>
          <a:bodyPr>
            <a:noAutofit/>
          </a:bodyPr>
          <a:lstStyle/>
          <a:p>
            <a:pPr algn="just">
              <a:buFont typeface="+mj-lt"/>
              <a:buAutoNum type="arabicParenR"/>
            </a:pPr>
            <a:r>
              <a:rPr lang="en-US" sz="1700" dirty="0">
                <a:latin typeface="Arial" panose="020B0604020202020204" pitchFamily="34" charset="0"/>
                <a:cs typeface="Arial" panose="020B0604020202020204" pitchFamily="34" charset="0"/>
              </a:rPr>
              <a:t>Workflow Orchestration</a:t>
            </a:r>
          </a:p>
          <a:p>
            <a:pPr algn="just">
              <a:buFont typeface="+mj-lt"/>
              <a:buAutoNum type="arabicParenR"/>
            </a:pPr>
            <a:r>
              <a:rPr lang="en-US" sz="1700" dirty="0">
                <a:latin typeface="Arial" panose="020B0604020202020204" pitchFamily="34" charset="0"/>
                <a:cs typeface="Arial" panose="020B0604020202020204" pitchFamily="34" charset="0"/>
              </a:rPr>
              <a:t>Automating Routine Activities</a:t>
            </a:r>
          </a:p>
          <a:p>
            <a:pPr algn="just">
              <a:buFont typeface="+mj-lt"/>
              <a:buAutoNum type="arabicParenR"/>
            </a:pPr>
            <a:r>
              <a:rPr lang="en-US" sz="1700" dirty="0">
                <a:latin typeface="Arial" panose="020B0604020202020204" pitchFamily="34" charset="0"/>
                <a:cs typeface="Arial" panose="020B0604020202020204" pitchFamily="34" charset="0"/>
              </a:rPr>
              <a:t>Incident Playbooks</a:t>
            </a:r>
          </a:p>
          <a:p>
            <a:pPr algn="just">
              <a:buFont typeface="+mj-lt"/>
              <a:buAutoNum type="arabicParenR"/>
            </a:pPr>
            <a:r>
              <a:rPr lang="en-US" sz="1700" dirty="0">
                <a:latin typeface="Arial" panose="020B0604020202020204" pitchFamily="34" charset="0"/>
                <a:cs typeface="Arial" panose="020B0604020202020204" pitchFamily="34" charset="0"/>
              </a:rPr>
              <a:t>Integration with Security Tools</a:t>
            </a:r>
          </a:p>
          <a:p>
            <a:pPr algn="just">
              <a:buFont typeface="+mj-lt"/>
              <a:buAutoNum type="arabicParenR"/>
            </a:pPr>
            <a:r>
              <a:rPr lang="en-US" sz="1700" dirty="0">
                <a:latin typeface="Arial" panose="020B0604020202020204" pitchFamily="34" charset="0"/>
                <a:cs typeface="Arial" panose="020B0604020202020204" pitchFamily="34" charset="0"/>
              </a:rPr>
              <a:t>Threat Intelligence Incorporation</a:t>
            </a:r>
            <a:endParaRPr lang="en-US" sz="1700" u="sng" dirty="0">
              <a:latin typeface="Arial" panose="020B0604020202020204" pitchFamily="34" charset="0"/>
              <a:cs typeface="Arial" panose="020B0604020202020204" pitchFamily="34" charset="0"/>
            </a:endParaRPr>
          </a:p>
          <a:p>
            <a:pPr algn="just">
              <a:buFont typeface="+mj-lt"/>
              <a:buAutoNum type="arabicParenR"/>
            </a:pPr>
            <a:r>
              <a:rPr lang="en-US" sz="1700" dirty="0">
                <a:latin typeface="Arial" panose="020B0604020202020204" pitchFamily="34" charset="0"/>
                <a:cs typeface="Arial" panose="020B0604020202020204" pitchFamily="34" charset="0"/>
              </a:rPr>
              <a:t>Analyzing and Reporting</a:t>
            </a:r>
          </a:p>
        </p:txBody>
      </p:sp>
      <p:pic>
        <p:nvPicPr>
          <p:cNvPr id="3078" name="Picture 6" descr="https://miro.medium.com/v2/resize:fit:700/0*9M4vKrcKC25DTp3w.png"/>
          <p:cNvPicPr>
            <a:picLocks noChangeAspect="1" noChangeArrowheads="1"/>
          </p:cNvPicPr>
          <p:nvPr/>
        </p:nvPicPr>
        <p:blipFill rotWithShape="1">
          <a:blip r:embed="rId2">
            <a:extLst>
              <a:ext uri="{28A0092B-C50C-407E-A947-70E740481C1C}">
                <a14:useLocalDpi xmlns:a14="http://schemas.microsoft.com/office/drawing/2010/main" val="0"/>
              </a:ext>
            </a:extLst>
          </a:blip>
          <a:srcRect l="10812" r="9701" b="-1"/>
          <a:stretch/>
        </p:blipFill>
        <p:spPr bwMode="auto">
          <a:xfrm>
            <a:off x="254833" y="1428313"/>
            <a:ext cx="4991724" cy="4488553"/>
          </a:xfrm>
          <a:prstGeom prst="rect">
            <a:avLst/>
          </a:prstGeom>
          <a:solidFill>
            <a:srgbClr val="FFFFFF"/>
          </a:solidFill>
        </p:spPr>
      </p:pic>
      <mc:AlternateContent xmlns:mc="http://schemas.openxmlformats.org/markup-compatibility/2006">
        <mc:Choice xmlns:p14="http://schemas.microsoft.com/office/powerpoint/2010/main" Requires="p14">
          <p:contentPart p14:bwMode="auto" r:id="rId3">
            <p14:nvContentPartPr>
              <p14:cNvPr id="17" name="Ink 16">
                <a:extLst>
                  <a:ext uri="{FF2B5EF4-FFF2-40B4-BE49-F238E27FC236}">
                    <a16:creationId xmlns:a16="http://schemas.microsoft.com/office/drawing/2014/main" id="{5393E71C-6DEA-1380-1C71-C9BC04F92F76}"/>
                  </a:ext>
                </a:extLst>
              </p14:cNvPr>
              <p14:cNvContentPartPr/>
              <p14:nvPr/>
            </p14:nvContentPartPr>
            <p14:xfrm>
              <a:off x="3007941" y="1138438"/>
              <a:ext cx="1661400" cy="969840"/>
            </p14:xfrm>
          </p:contentPart>
        </mc:Choice>
        <mc:Fallback>
          <p:pic>
            <p:nvPicPr>
              <p:cNvPr id="17" name="Ink 16">
                <a:extLst>
                  <a:ext uri="{FF2B5EF4-FFF2-40B4-BE49-F238E27FC236}">
                    <a16:creationId xmlns:a16="http://schemas.microsoft.com/office/drawing/2014/main" id="{5393E71C-6DEA-1380-1C71-C9BC04F92F76}"/>
                  </a:ext>
                </a:extLst>
              </p:cNvPr>
              <p:cNvPicPr/>
              <p:nvPr/>
            </p:nvPicPr>
            <p:blipFill>
              <a:blip r:embed="rId4"/>
              <a:stretch>
                <a:fillRect/>
              </a:stretch>
            </p:blipFill>
            <p:spPr>
              <a:xfrm>
                <a:off x="3000381" y="1130878"/>
                <a:ext cx="1676520" cy="9849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8" name="Ink 17">
                <a:extLst>
                  <a:ext uri="{FF2B5EF4-FFF2-40B4-BE49-F238E27FC236}">
                    <a16:creationId xmlns:a16="http://schemas.microsoft.com/office/drawing/2014/main" id="{DDE74732-E45E-5FB5-4497-0AE402CCC0C7}"/>
                  </a:ext>
                </a:extLst>
              </p14:cNvPr>
              <p14:cNvContentPartPr/>
              <p14:nvPr/>
            </p14:nvContentPartPr>
            <p14:xfrm>
              <a:off x="3665661" y="1784638"/>
              <a:ext cx="180720" cy="145080"/>
            </p14:xfrm>
          </p:contentPart>
        </mc:Choice>
        <mc:Fallback>
          <p:pic>
            <p:nvPicPr>
              <p:cNvPr id="18" name="Ink 17">
                <a:extLst>
                  <a:ext uri="{FF2B5EF4-FFF2-40B4-BE49-F238E27FC236}">
                    <a16:creationId xmlns:a16="http://schemas.microsoft.com/office/drawing/2014/main" id="{DDE74732-E45E-5FB5-4497-0AE402CCC0C7}"/>
                  </a:ext>
                </a:extLst>
              </p:cNvPr>
              <p:cNvPicPr/>
              <p:nvPr/>
            </p:nvPicPr>
            <p:blipFill>
              <a:blip r:embed="rId6"/>
              <a:stretch>
                <a:fillRect/>
              </a:stretch>
            </p:blipFill>
            <p:spPr>
              <a:xfrm>
                <a:off x="3658101" y="1777078"/>
                <a:ext cx="195840" cy="16020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3864" y="142216"/>
            <a:ext cx="4888043" cy="699176"/>
          </a:xfrm>
        </p:spPr>
        <p:txBody>
          <a:bodyPr>
            <a:normAutofit/>
          </a:bodyPr>
          <a:lstStyle/>
          <a:p>
            <a:r>
              <a:rPr lang="en-US" sz="4000" b="1">
                <a:latin typeface="Arial" panose="020B0604020202020204" pitchFamily="34" charset="0"/>
                <a:cs typeface="Arial" panose="020B0604020202020204" pitchFamily="34" charset="0"/>
              </a:rPr>
              <a:t>Elements of SOAR</a:t>
            </a:r>
          </a:p>
        </p:txBody>
      </p:sp>
      <p:sp>
        <p:nvSpPr>
          <p:cNvPr id="3" name="Content Placeholder 2"/>
          <p:cNvSpPr>
            <a:spLocks noGrp="1"/>
          </p:cNvSpPr>
          <p:nvPr>
            <p:ph idx="1"/>
          </p:nvPr>
        </p:nvSpPr>
        <p:spPr>
          <a:xfrm>
            <a:off x="5381907" y="142216"/>
            <a:ext cx="6655195" cy="6295320"/>
          </a:xfrm>
        </p:spPr>
        <p:txBody>
          <a:bodyPr>
            <a:normAutofit fontScale="47500" lnSpcReduction="20000"/>
          </a:bodyPr>
          <a:lstStyle/>
          <a:p>
            <a:pPr algn="just">
              <a:lnSpc>
                <a:spcPct val="120000"/>
              </a:lnSpc>
              <a:spcBef>
                <a:spcPts val="600"/>
              </a:spcBef>
            </a:pPr>
            <a:r>
              <a:rPr lang="en-US" sz="4900">
                <a:latin typeface="Arial" panose="020B0604020202020204" pitchFamily="34" charset="0"/>
                <a:cs typeface="Arial" panose="020B0604020202020204" pitchFamily="34" charset="0"/>
              </a:rPr>
              <a:t>SOAR is a set of security features that helps organizations collaborate on incident investigation and automate certain actions that SOC analysts perform. </a:t>
            </a:r>
          </a:p>
          <a:p>
            <a:pPr algn="just">
              <a:lnSpc>
                <a:spcPct val="120000"/>
              </a:lnSpc>
              <a:spcBef>
                <a:spcPts val="600"/>
              </a:spcBef>
            </a:pPr>
            <a:r>
              <a:rPr lang="en-US" sz="4900">
                <a:latin typeface="Arial" panose="020B0604020202020204" pitchFamily="34" charset="0"/>
                <a:cs typeface="Arial" panose="020B0604020202020204" pitchFamily="34" charset="0"/>
              </a:rPr>
              <a:t>As the end goal with SOAR, we want to achieve a faster </a:t>
            </a:r>
            <a:r>
              <a:rPr lang="en-US" sz="4900" b="1">
                <a:latin typeface="Arial" panose="020B0604020202020204" pitchFamily="34" charset="0"/>
                <a:cs typeface="Arial" panose="020B0604020202020204" pitchFamily="34" charset="0"/>
              </a:rPr>
              <a:t>mean time to acknowledge</a:t>
            </a:r>
            <a:r>
              <a:rPr lang="en-US" sz="4900">
                <a:latin typeface="Arial" panose="020B0604020202020204" pitchFamily="34" charset="0"/>
                <a:cs typeface="Arial" panose="020B0604020202020204" pitchFamily="34" charset="0"/>
              </a:rPr>
              <a:t> (</a:t>
            </a:r>
            <a:r>
              <a:rPr lang="en-US" sz="4900" b="1">
                <a:latin typeface="Arial" panose="020B0604020202020204" pitchFamily="34" charset="0"/>
                <a:cs typeface="Arial" panose="020B0604020202020204" pitchFamily="34" charset="0"/>
              </a:rPr>
              <a:t>MTTA</a:t>
            </a:r>
            <a:r>
              <a:rPr lang="en-US" sz="4900">
                <a:latin typeface="Arial" panose="020B0604020202020204" pitchFamily="34" charset="0"/>
                <a:cs typeface="Arial" panose="020B0604020202020204" pitchFamily="34" charset="0"/>
              </a:rPr>
              <a:t>) and </a:t>
            </a:r>
            <a:r>
              <a:rPr lang="en-US" sz="4900" b="1">
                <a:latin typeface="Arial" panose="020B0604020202020204" pitchFamily="34" charset="0"/>
                <a:cs typeface="Arial" panose="020B0604020202020204" pitchFamily="34" charset="0"/>
              </a:rPr>
              <a:t>mean time to respond</a:t>
            </a:r>
            <a:r>
              <a:rPr lang="en-US" sz="4900">
                <a:latin typeface="Arial" panose="020B0604020202020204" pitchFamily="34" charset="0"/>
                <a:cs typeface="Arial" panose="020B0604020202020204" pitchFamily="34" charset="0"/>
              </a:rPr>
              <a:t> (</a:t>
            </a:r>
            <a:r>
              <a:rPr lang="en-US" sz="4900" b="1">
                <a:latin typeface="Arial" panose="020B0604020202020204" pitchFamily="34" charset="0"/>
                <a:cs typeface="Arial" panose="020B0604020202020204" pitchFamily="34" charset="0"/>
              </a:rPr>
              <a:t>MTTR</a:t>
            </a:r>
            <a:r>
              <a:rPr lang="en-US" sz="4900">
                <a:latin typeface="Arial" panose="020B0604020202020204" pitchFamily="34" charset="0"/>
                <a:cs typeface="Arial" panose="020B0604020202020204" pitchFamily="34" charset="0"/>
              </a:rPr>
              <a:t>). The MTTA and MTTR are the two most important measurements for a SOC.</a:t>
            </a:r>
          </a:p>
          <a:p>
            <a:pPr marL="0" indent="0" algn="just">
              <a:lnSpc>
                <a:spcPct val="120000"/>
              </a:lnSpc>
              <a:spcBef>
                <a:spcPts val="600"/>
              </a:spcBef>
              <a:buNone/>
            </a:pPr>
            <a:r>
              <a:rPr lang="en-US" sz="4900">
                <a:solidFill>
                  <a:srgbClr val="FF0000"/>
                </a:solidFill>
                <a:latin typeface="Arial" panose="020B0604020202020204" pitchFamily="34" charset="0"/>
                <a:cs typeface="Arial" panose="020B0604020202020204" pitchFamily="34" charset="0"/>
              </a:rPr>
              <a:t>The main elements of SOAR are as follows:</a:t>
            </a:r>
          </a:p>
          <a:p>
            <a:pPr algn="just">
              <a:lnSpc>
                <a:spcPct val="120000"/>
              </a:lnSpc>
              <a:spcBef>
                <a:spcPts val="600"/>
              </a:spcBef>
            </a:pPr>
            <a:r>
              <a:rPr lang="en-US" sz="4900">
                <a:latin typeface="Arial" panose="020B0604020202020204" pitchFamily="34" charset="0"/>
                <a:cs typeface="Arial" panose="020B0604020202020204" pitchFamily="34" charset="0"/>
              </a:rPr>
              <a:t>Incident management</a:t>
            </a:r>
          </a:p>
          <a:p>
            <a:pPr algn="just">
              <a:lnSpc>
                <a:spcPct val="120000"/>
              </a:lnSpc>
              <a:spcBef>
                <a:spcPts val="600"/>
              </a:spcBef>
            </a:pPr>
            <a:r>
              <a:rPr lang="en-US" sz="4900">
                <a:latin typeface="Arial" panose="020B0604020202020204" pitchFamily="34" charset="0"/>
                <a:cs typeface="Arial" panose="020B0604020202020204" pitchFamily="34" charset="0"/>
              </a:rPr>
              <a:t>Investigation</a:t>
            </a:r>
          </a:p>
          <a:p>
            <a:pPr algn="just">
              <a:lnSpc>
                <a:spcPct val="120000"/>
              </a:lnSpc>
              <a:spcBef>
                <a:spcPts val="600"/>
              </a:spcBef>
            </a:pPr>
            <a:r>
              <a:rPr lang="en-US" sz="4900">
                <a:latin typeface="Arial" panose="020B0604020202020204" pitchFamily="34" charset="0"/>
                <a:cs typeface="Arial" panose="020B0604020202020204" pitchFamily="34" charset="0"/>
              </a:rPr>
              <a:t>Automation</a:t>
            </a:r>
          </a:p>
          <a:p>
            <a:pPr algn="just">
              <a:lnSpc>
                <a:spcPct val="120000"/>
              </a:lnSpc>
              <a:spcBef>
                <a:spcPts val="600"/>
              </a:spcBef>
            </a:pPr>
            <a:r>
              <a:rPr lang="en-US" sz="4900">
                <a:latin typeface="Arial" panose="020B0604020202020204" pitchFamily="34" charset="0"/>
                <a:cs typeface="Arial" panose="020B0604020202020204" pitchFamily="34" charset="0"/>
              </a:rPr>
              <a:t>Reporting</a:t>
            </a:r>
          </a:p>
          <a:p>
            <a:pPr>
              <a:lnSpc>
                <a:spcPct val="120000"/>
              </a:lnSpc>
              <a:spcBef>
                <a:spcPts val="600"/>
              </a:spcBef>
            </a:pPr>
            <a:r>
              <a:rPr lang="en-US" sz="4900">
                <a:latin typeface="Arial" panose="020B0604020202020204" pitchFamily="34" charset="0"/>
                <a:cs typeface="Arial" panose="020B0604020202020204" pitchFamily="34" charset="0"/>
              </a:rPr>
              <a:t>TI and </a:t>
            </a:r>
            <a:r>
              <a:rPr lang="en-US" sz="4900" b="1">
                <a:latin typeface="Arial" panose="020B0604020202020204" pitchFamily="34" charset="0"/>
                <a:cs typeface="Arial" panose="020B0604020202020204" pitchFamily="34" charset="0"/>
              </a:rPr>
              <a:t>Threat and Vulnerability Management(TVM)</a:t>
            </a:r>
            <a:endParaRPr lang="en-US" b="1"/>
          </a:p>
        </p:txBody>
      </p:sp>
      <p:pic>
        <p:nvPicPr>
          <p:cNvPr id="1026" name="Picture 2" descr="Image with no description">
            <a:extLst>
              <a:ext uri="{FF2B5EF4-FFF2-40B4-BE49-F238E27FC236}">
                <a16:creationId xmlns:a16="http://schemas.microsoft.com/office/drawing/2014/main" id="{BF2D1E14-5A45-AE34-A82A-5E8C2398A9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898" y="1120843"/>
            <a:ext cx="5227009" cy="546807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DECDE58F-8486-728F-D109-092AA8C51641}"/>
                  </a:ext>
                </a:extLst>
              </p14:cNvPr>
              <p14:cNvContentPartPr/>
              <p14:nvPr/>
            </p14:nvContentPartPr>
            <p14:xfrm>
              <a:off x="5819541" y="4045277"/>
              <a:ext cx="2698920" cy="125640"/>
            </p14:xfrm>
          </p:contentPart>
        </mc:Choice>
        <mc:Fallback>
          <p:pic>
            <p:nvPicPr>
              <p:cNvPr id="4" name="Ink 3">
                <a:extLst>
                  <a:ext uri="{FF2B5EF4-FFF2-40B4-BE49-F238E27FC236}">
                    <a16:creationId xmlns:a16="http://schemas.microsoft.com/office/drawing/2014/main" id="{DECDE58F-8486-728F-D109-092AA8C51641}"/>
                  </a:ext>
                </a:extLst>
              </p:cNvPr>
              <p:cNvPicPr/>
              <p:nvPr/>
            </p:nvPicPr>
            <p:blipFill>
              <a:blip r:embed="rId4"/>
              <a:stretch>
                <a:fillRect/>
              </a:stretch>
            </p:blipFill>
            <p:spPr>
              <a:xfrm>
                <a:off x="5765901" y="3937277"/>
                <a:ext cx="2806560" cy="3412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2F5B9F26-5DCA-97EB-9834-BF32F3E13502}"/>
                  </a:ext>
                </a:extLst>
              </p14:cNvPr>
              <p14:cNvContentPartPr/>
              <p14:nvPr/>
            </p14:nvContentPartPr>
            <p14:xfrm>
              <a:off x="5832861" y="4531277"/>
              <a:ext cx="1596240" cy="47520"/>
            </p14:xfrm>
          </p:contentPart>
        </mc:Choice>
        <mc:Fallback>
          <p:pic>
            <p:nvPicPr>
              <p:cNvPr id="5" name="Ink 4">
                <a:extLst>
                  <a:ext uri="{FF2B5EF4-FFF2-40B4-BE49-F238E27FC236}">
                    <a16:creationId xmlns:a16="http://schemas.microsoft.com/office/drawing/2014/main" id="{2F5B9F26-5DCA-97EB-9834-BF32F3E13502}"/>
                  </a:ext>
                </a:extLst>
              </p:cNvPr>
              <p:cNvPicPr/>
              <p:nvPr/>
            </p:nvPicPr>
            <p:blipFill>
              <a:blip r:embed="rId6"/>
              <a:stretch>
                <a:fillRect/>
              </a:stretch>
            </p:blipFill>
            <p:spPr>
              <a:xfrm>
                <a:off x="5778861" y="4423277"/>
                <a:ext cx="1703880" cy="26316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6" name="Ink 5">
                <a:extLst>
                  <a:ext uri="{FF2B5EF4-FFF2-40B4-BE49-F238E27FC236}">
                    <a16:creationId xmlns:a16="http://schemas.microsoft.com/office/drawing/2014/main" id="{E16E517C-CF9C-90A2-D066-2E0F13B28A7C}"/>
                  </a:ext>
                </a:extLst>
              </p14:cNvPr>
              <p14:cNvContentPartPr/>
              <p14:nvPr/>
            </p14:nvContentPartPr>
            <p14:xfrm>
              <a:off x="5719461" y="4873637"/>
              <a:ext cx="1442880" cy="81360"/>
            </p14:xfrm>
          </p:contentPart>
        </mc:Choice>
        <mc:Fallback>
          <p:pic>
            <p:nvPicPr>
              <p:cNvPr id="6" name="Ink 5">
                <a:extLst>
                  <a:ext uri="{FF2B5EF4-FFF2-40B4-BE49-F238E27FC236}">
                    <a16:creationId xmlns:a16="http://schemas.microsoft.com/office/drawing/2014/main" id="{E16E517C-CF9C-90A2-D066-2E0F13B28A7C}"/>
                  </a:ext>
                </a:extLst>
              </p:cNvPr>
              <p:cNvPicPr/>
              <p:nvPr/>
            </p:nvPicPr>
            <p:blipFill>
              <a:blip r:embed="rId8"/>
              <a:stretch>
                <a:fillRect/>
              </a:stretch>
            </p:blipFill>
            <p:spPr>
              <a:xfrm>
                <a:off x="5665821" y="4765637"/>
                <a:ext cx="1550520" cy="2970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7" name="Ink 6">
                <a:extLst>
                  <a:ext uri="{FF2B5EF4-FFF2-40B4-BE49-F238E27FC236}">
                    <a16:creationId xmlns:a16="http://schemas.microsoft.com/office/drawing/2014/main" id="{30EE32BA-0404-A446-3BCC-CB18A2949811}"/>
                  </a:ext>
                </a:extLst>
              </p14:cNvPr>
              <p14:cNvContentPartPr/>
              <p14:nvPr/>
            </p14:nvContentPartPr>
            <p14:xfrm>
              <a:off x="6723141" y="5164517"/>
              <a:ext cx="133560" cy="72720"/>
            </p14:xfrm>
          </p:contentPart>
        </mc:Choice>
        <mc:Fallback>
          <p:pic>
            <p:nvPicPr>
              <p:cNvPr id="7" name="Ink 6">
                <a:extLst>
                  <a:ext uri="{FF2B5EF4-FFF2-40B4-BE49-F238E27FC236}">
                    <a16:creationId xmlns:a16="http://schemas.microsoft.com/office/drawing/2014/main" id="{30EE32BA-0404-A446-3BCC-CB18A2949811}"/>
                  </a:ext>
                </a:extLst>
              </p:cNvPr>
              <p:cNvPicPr/>
              <p:nvPr/>
            </p:nvPicPr>
            <p:blipFill>
              <a:blip r:embed="rId10"/>
              <a:stretch>
                <a:fillRect/>
              </a:stretch>
            </p:blipFill>
            <p:spPr>
              <a:xfrm>
                <a:off x="6669141" y="5056517"/>
                <a:ext cx="241200" cy="28836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8" name="Ink 7">
                <a:extLst>
                  <a:ext uri="{FF2B5EF4-FFF2-40B4-BE49-F238E27FC236}">
                    <a16:creationId xmlns:a16="http://schemas.microsoft.com/office/drawing/2014/main" id="{C9106AE0-8A3E-1FB6-2FE6-31FF0F74DAD5}"/>
                  </a:ext>
                </a:extLst>
              </p14:cNvPr>
              <p14:cNvContentPartPr/>
              <p14:nvPr/>
            </p14:nvContentPartPr>
            <p14:xfrm>
              <a:off x="5770221" y="5330837"/>
              <a:ext cx="1260000" cy="31680"/>
            </p14:xfrm>
          </p:contentPart>
        </mc:Choice>
        <mc:Fallback>
          <p:pic>
            <p:nvPicPr>
              <p:cNvPr id="8" name="Ink 7">
                <a:extLst>
                  <a:ext uri="{FF2B5EF4-FFF2-40B4-BE49-F238E27FC236}">
                    <a16:creationId xmlns:a16="http://schemas.microsoft.com/office/drawing/2014/main" id="{C9106AE0-8A3E-1FB6-2FE6-31FF0F74DAD5}"/>
                  </a:ext>
                </a:extLst>
              </p:cNvPr>
              <p:cNvPicPr/>
              <p:nvPr/>
            </p:nvPicPr>
            <p:blipFill>
              <a:blip r:embed="rId12"/>
              <a:stretch>
                <a:fillRect/>
              </a:stretch>
            </p:blipFill>
            <p:spPr>
              <a:xfrm>
                <a:off x="5716221" y="5223197"/>
                <a:ext cx="1367640" cy="2473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9" name="Ink 8">
                <a:extLst>
                  <a:ext uri="{FF2B5EF4-FFF2-40B4-BE49-F238E27FC236}">
                    <a16:creationId xmlns:a16="http://schemas.microsoft.com/office/drawing/2014/main" id="{F3BE7FE1-F70B-A9F3-F183-E45AD9BE678E}"/>
                  </a:ext>
                </a:extLst>
              </p14:cNvPr>
              <p14:cNvContentPartPr/>
              <p14:nvPr/>
            </p14:nvContentPartPr>
            <p14:xfrm>
              <a:off x="5829261" y="5801357"/>
              <a:ext cx="4079520" cy="86760"/>
            </p14:xfrm>
          </p:contentPart>
        </mc:Choice>
        <mc:Fallback>
          <p:pic>
            <p:nvPicPr>
              <p:cNvPr id="9" name="Ink 8">
                <a:extLst>
                  <a:ext uri="{FF2B5EF4-FFF2-40B4-BE49-F238E27FC236}">
                    <a16:creationId xmlns:a16="http://schemas.microsoft.com/office/drawing/2014/main" id="{F3BE7FE1-F70B-A9F3-F183-E45AD9BE678E}"/>
                  </a:ext>
                </a:extLst>
              </p:cNvPr>
              <p:cNvPicPr/>
              <p:nvPr/>
            </p:nvPicPr>
            <p:blipFill>
              <a:blip r:embed="rId14"/>
              <a:stretch>
                <a:fillRect/>
              </a:stretch>
            </p:blipFill>
            <p:spPr>
              <a:xfrm>
                <a:off x="5775621" y="5693357"/>
                <a:ext cx="4187160" cy="3024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0" name="Ink 9">
                <a:extLst>
                  <a:ext uri="{FF2B5EF4-FFF2-40B4-BE49-F238E27FC236}">
                    <a16:creationId xmlns:a16="http://schemas.microsoft.com/office/drawing/2014/main" id="{9D79E8A6-F4BD-F527-8CD8-7A362707F2BB}"/>
                  </a:ext>
                </a:extLst>
              </p14:cNvPr>
              <p14:cNvContentPartPr/>
              <p14:nvPr/>
            </p14:nvContentPartPr>
            <p14:xfrm>
              <a:off x="5719461" y="6036437"/>
              <a:ext cx="2516760" cy="118080"/>
            </p14:xfrm>
          </p:contentPart>
        </mc:Choice>
        <mc:Fallback>
          <p:pic>
            <p:nvPicPr>
              <p:cNvPr id="10" name="Ink 9">
                <a:extLst>
                  <a:ext uri="{FF2B5EF4-FFF2-40B4-BE49-F238E27FC236}">
                    <a16:creationId xmlns:a16="http://schemas.microsoft.com/office/drawing/2014/main" id="{9D79E8A6-F4BD-F527-8CD8-7A362707F2BB}"/>
                  </a:ext>
                </a:extLst>
              </p:cNvPr>
              <p:cNvPicPr/>
              <p:nvPr/>
            </p:nvPicPr>
            <p:blipFill>
              <a:blip r:embed="rId16"/>
              <a:stretch>
                <a:fillRect/>
              </a:stretch>
            </p:blipFill>
            <p:spPr>
              <a:xfrm>
                <a:off x="5665821" y="5928437"/>
                <a:ext cx="2624400" cy="33372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1" name="Ink 10">
                <a:extLst>
                  <a:ext uri="{FF2B5EF4-FFF2-40B4-BE49-F238E27FC236}">
                    <a16:creationId xmlns:a16="http://schemas.microsoft.com/office/drawing/2014/main" id="{DB0F3D82-1526-047D-F19E-8945402BDE0B}"/>
                  </a:ext>
                </a:extLst>
              </p14:cNvPr>
              <p14:cNvContentPartPr/>
              <p14:nvPr/>
            </p14:nvContentPartPr>
            <p14:xfrm>
              <a:off x="7142901" y="2273357"/>
              <a:ext cx="3547440" cy="63000"/>
            </p14:xfrm>
          </p:contentPart>
        </mc:Choice>
        <mc:Fallback>
          <p:pic>
            <p:nvPicPr>
              <p:cNvPr id="11" name="Ink 10">
                <a:extLst>
                  <a:ext uri="{FF2B5EF4-FFF2-40B4-BE49-F238E27FC236}">
                    <a16:creationId xmlns:a16="http://schemas.microsoft.com/office/drawing/2014/main" id="{DB0F3D82-1526-047D-F19E-8945402BDE0B}"/>
                  </a:ext>
                </a:extLst>
              </p:cNvPr>
              <p:cNvPicPr/>
              <p:nvPr/>
            </p:nvPicPr>
            <p:blipFill>
              <a:blip r:embed="rId18"/>
              <a:stretch>
                <a:fillRect/>
              </a:stretch>
            </p:blipFill>
            <p:spPr>
              <a:xfrm>
                <a:off x="7132821" y="2263277"/>
                <a:ext cx="3567600" cy="8316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2" name="Ink 11">
                <a:extLst>
                  <a:ext uri="{FF2B5EF4-FFF2-40B4-BE49-F238E27FC236}">
                    <a16:creationId xmlns:a16="http://schemas.microsoft.com/office/drawing/2014/main" id="{8BD185E3-7C41-B761-23B1-6D66E10F2493}"/>
                  </a:ext>
                </a:extLst>
              </p14:cNvPr>
              <p14:cNvContentPartPr/>
              <p14:nvPr/>
            </p14:nvContentPartPr>
            <p14:xfrm>
              <a:off x="6378981" y="2563517"/>
              <a:ext cx="3119760" cy="94320"/>
            </p14:xfrm>
          </p:contentPart>
        </mc:Choice>
        <mc:Fallback>
          <p:pic>
            <p:nvPicPr>
              <p:cNvPr id="12" name="Ink 11">
                <a:extLst>
                  <a:ext uri="{FF2B5EF4-FFF2-40B4-BE49-F238E27FC236}">
                    <a16:creationId xmlns:a16="http://schemas.microsoft.com/office/drawing/2014/main" id="{8BD185E3-7C41-B761-23B1-6D66E10F2493}"/>
                  </a:ext>
                </a:extLst>
              </p:cNvPr>
              <p:cNvPicPr/>
              <p:nvPr/>
            </p:nvPicPr>
            <p:blipFill>
              <a:blip r:embed="rId20"/>
              <a:stretch>
                <a:fillRect/>
              </a:stretch>
            </p:blipFill>
            <p:spPr>
              <a:xfrm>
                <a:off x="6368901" y="2553437"/>
                <a:ext cx="3139920" cy="114480"/>
              </a:xfrm>
              <a:prstGeom prst="rect">
                <a:avLst/>
              </a:prstGeom>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2542" y="112427"/>
            <a:ext cx="9609944" cy="839450"/>
          </a:xfrm>
        </p:spPr>
        <p:txBody>
          <a:bodyPr anchor="ctr">
            <a:normAutofit/>
          </a:bodyPr>
          <a:lstStyle/>
          <a:p>
            <a:pPr algn="ctr"/>
            <a:r>
              <a:rPr lang="en-US" sz="4000" b="1">
                <a:latin typeface="Arial" panose="020B0604020202020204" pitchFamily="34" charset="0"/>
                <a:cs typeface="Arial" panose="020B0604020202020204" pitchFamily="34" charset="0"/>
              </a:rPr>
              <a:t>Security Orchestration Terminology </a:t>
            </a:r>
          </a:p>
        </p:txBody>
      </p:sp>
      <p:sp>
        <p:nvSpPr>
          <p:cNvPr id="5" name="Content Placeholder 2"/>
          <p:cNvSpPr txBox="1">
            <a:spLocks/>
          </p:cNvSpPr>
          <p:nvPr/>
        </p:nvSpPr>
        <p:spPr>
          <a:xfrm>
            <a:off x="973112" y="1136053"/>
            <a:ext cx="10245776" cy="51897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2000">
                <a:latin typeface="Arial" panose="020B0604020202020204" pitchFamily="34" charset="0"/>
                <a:cs typeface="Arial" panose="020B0604020202020204" pitchFamily="34" charset="0"/>
              </a:rPr>
              <a:t>While learning about security orchestration, keep in mind the following terms:</a:t>
            </a:r>
          </a:p>
          <a:p>
            <a:pPr algn="just"/>
            <a:r>
              <a:rPr lang="en-US" sz="2000">
                <a:solidFill>
                  <a:srgbClr val="FF0000"/>
                </a:solidFill>
                <a:latin typeface="Arial" panose="020B0604020202020204" pitchFamily="34" charset="0"/>
                <a:cs typeface="Arial" panose="020B0604020202020204" pitchFamily="34" charset="0"/>
              </a:rPr>
              <a:t>Security automation: </a:t>
            </a:r>
            <a:r>
              <a:rPr lang="en-US" sz="2000">
                <a:latin typeface="Arial" panose="020B0604020202020204" pitchFamily="34" charset="0"/>
                <a:cs typeface="Arial" panose="020B0604020202020204" pitchFamily="34" charset="0"/>
              </a:rPr>
              <a:t>Security automation is the process of executing security tasks using machines instead of humans.</a:t>
            </a:r>
          </a:p>
          <a:p>
            <a:pPr algn="just"/>
            <a:r>
              <a:rPr lang="en-US" sz="2000">
                <a:solidFill>
                  <a:srgbClr val="FF0000"/>
                </a:solidFill>
                <a:latin typeface="Arial" panose="020B0604020202020204" pitchFamily="34" charset="0"/>
                <a:cs typeface="Arial" panose="020B0604020202020204" pitchFamily="34" charset="0"/>
              </a:rPr>
              <a:t>Playbooks: </a:t>
            </a:r>
            <a:r>
              <a:rPr lang="en-US" sz="2000">
                <a:latin typeface="Arial" panose="020B0604020202020204" pitchFamily="34" charset="0"/>
                <a:cs typeface="Arial" panose="020B0604020202020204" pitchFamily="34" charset="0"/>
              </a:rPr>
              <a:t>Playbooks, also called runbooks, are task-based graphical workflows that help visualize processes across security products. These playbooks can be fully automated, fully manual, or anywhere in between.</a:t>
            </a:r>
          </a:p>
          <a:p>
            <a:pPr lvl="1"/>
            <a:r>
              <a:rPr lang="en-US" sz="2000" b="1">
                <a:latin typeface="Arial" panose="020B0604020202020204" pitchFamily="34" charset="0"/>
                <a:cs typeface="Arial" panose="020B0604020202020204" pitchFamily="34" charset="0"/>
              </a:rPr>
              <a:t>How to create an incident response playbook: </a:t>
            </a:r>
            <a:r>
              <a:rPr lang="en-US" sz="2000" b="1">
                <a:latin typeface="Arial" panose="020B0604020202020204" pitchFamily="34" charset="0"/>
                <a:cs typeface="Arial" panose="020B0604020202020204" pitchFamily="34" charset="0"/>
                <a:hlinkClick r:id="rId2"/>
              </a:rPr>
              <a:t>https://www.techtarget.com/searchsecurity/tip/How-to-create-an-incident-response-playbook</a:t>
            </a:r>
            <a:endParaRPr lang="en-US" sz="2000" b="1">
              <a:latin typeface="Arial" panose="020B0604020202020204" pitchFamily="34" charset="0"/>
              <a:cs typeface="Arial" panose="020B0604020202020204" pitchFamily="34" charset="0"/>
            </a:endParaRPr>
          </a:p>
          <a:p>
            <a:pPr algn="just"/>
            <a:r>
              <a:rPr lang="en-US" sz="2000">
                <a:solidFill>
                  <a:srgbClr val="FF0000"/>
                </a:solidFill>
                <a:latin typeface="Arial" panose="020B0604020202020204" pitchFamily="34" charset="0"/>
                <a:cs typeface="Arial" panose="020B0604020202020204" pitchFamily="34" charset="0"/>
              </a:rPr>
              <a:t>Integrations: </a:t>
            </a:r>
            <a:r>
              <a:rPr lang="en-US" sz="2000">
                <a:latin typeface="Arial" panose="020B0604020202020204" pitchFamily="34" charset="0"/>
                <a:cs typeface="Arial" panose="020B0604020202020204" pitchFamily="34" charset="0"/>
              </a:rPr>
              <a:t>Product integrations or apps are mechanisms through which security orchestration platforms communicate with other products. These integrations can be executed through Representational State Transfer (REST) APIs, webhooks, and other techniques. An integration can be unidirectional or bidirectional. Bidirectional integrations allow both products to execute </a:t>
            </a:r>
            <a:r>
              <a:rPr lang="en-US" sz="2000" err="1">
                <a:latin typeface="Arial" panose="020B0604020202020204" pitchFamily="34" charset="0"/>
                <a:cs typeface="Arial" panose="020B0604020202020204" pitchFamily="34" charset="0"/>
              </a:rPr>
              <a:t>crossconsole</a:t>
            </a:r>
            <a:r>
              <a:rPr lang="en-US" sz="2000">
                <a:latin typeface="Arial" panose="020B0604020202020204" pitchFamily="34" charset="0"/>
                <a:cs typeface="Arial" panose="020B0604020202020204" pitchFamily="34" charset="0"/>
              </a:rPr>
              <a:t> actions.</a:t>
            </a:r>
          </a:p>
          <a:p>
            <a:pPr algn="just"/>
            <a:r>
              <a:rPr lang="en-US" sz="2000">
                <a:solidFill>
                  <a:srgbClr val="FF0000"/>
                </a:solidFill>
                <a:latin typeface="Arial" panose="020B0604020202020204" pitchFamily="34" charset="0"/>
                <a:cs typeface="Arial" panose="020B0604020202020204" pitchFamily="34" charset="0"/>
              </a:rPr>
              <a:t>Ingestion: </a:t>
            </a:r>
            <a:r>
              <a:rPr lang="en-US" sz="2000">
                <a:latin typeface="Arial" panose="020B0604020202020204" pitchFamily="34" charset="0"/>
                <a:cs typeface="Arial" panose="020B0604020202020204" pitchFamily="34" charset="0"/>
              </a:rPr>
              <a:t>Ingestion is a name given to the process through which security orchestration tools consume alerts from other security products.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54159" y="2227385"/>
            <a:ext cx="4532826" cy="839449"/>
          </a:xfrm>
        </p:spPr>
        <p:txBody>
          <a:bodyPr>
            <a:normAutofit fontScale="90000"/>
          </a:bodyPr>
          <a:lstStyle/>
          <a:p>
            <a:pPr algn="ctr"/>
            <a:r>
              <a:rPr lang="en-US" sz="4000" b="1">
                <a:latin typeface="Arial" panose="020B0604020202020204" pitchFamily="34" charset="0"/>
                <a:cs typeface="Arial" panose="020B0604020202020204" pitchFamily="34" charset="0"/>
              </a:rPr>
              <a:t>SOAR Security Components</a:t>
            </a:r>
          </a:p>
        </p:txBody>
      </p:sp>
      <p:pic>
        <p:nvPicPr>
          <p:cNvPr id="4" name="Picture 3"/>
          <p:cNvPicPr>
            <a:picLocks noChangeAspect="1"/>
          </p:cNvPicPr>
          <p:nvPr/>
        </p:nvPicPr>
        <p:blipFill>
          <a:blip r:embed="rId2"/>
          <a:stretch>
            <a:fillRect/>
          </a:stretch>
        </p:blipFill>
        <p:spPr>
          <a:xfrm>
            <a:off x="1290497" y="184985"/>
            <a:ext cx="5285027" cy="6494413"/>
          </a:xfrm>
          <a:prstGeom prst="rect">
            <a:avLst/>
          </a:prstGeom>
        </p:spPr>
      </p:pic>
      <mc:AlternateContent xmlns:mc="http://schemas.openxmlformats.org/markup-compatibility/2006">
        <mc:Choice xmlns:p14="http://schemas.microsoft.com/office/powerpoint/2010/main" Requires="p14">
          <p:contentPart p14:bwMode="auto" r:id="rId3">
            <p14:nvContentPartPr>
              <p14:cNvPr id="28" name="Ink 27">
                <a:extLst>
                  <a:ext uri="{FF2B5EF4-FFF2-40B4-BE49-F238E27FC236}">
                    <a16:creationId xmlns:a16="http://schemas.microsoft.com/office/drawing/2014/main" id="{A93AC13D-64EF-E412-520B-94229B69E932}"/>
                  </a:ext>
                </a:extLst>
              </p14:cNvPr>
              <p14:cNvContentPartPr/>
              <p14:nvPr/>
            </p14:nvContentPartPr>
            <p14:xfrm>
              <a:off x="3776981" y="5572204"/>
              <a:ext cx="882000" cy="381240"/>
            </p14:xfrm>
          </p:contentPart>
        </mc:Choice>
        <mc:Fallback>
          <p:pic>
            <p:nvPicPr>
              <p:cNvPr id="28" name="Ink 27">
                <a:extLst>
                  <a:ext uri="{FF2B5EF4-FFF2-40B4-BE49-F238E27FC236}">
                    <a16:creationId xmlns:a16="http://schemas.microsoft.com/office/drawing/2014/main" id="{A93AC13D-64EF-E412-520B-94229B69E932}"/>
                  </a:ext>
                </a:extLst>
              </p:cNvPr>
              <p:cNvPicPr/>
              <p:nvPr/>
            </p:nvPicPr>
            <p:blipFill>
              <a:blip r:embed="rId4"/>
              <a:stretch>
                <a:fillRect/>
              </a:stretch>
            </p:blipFill>
            <p:spPr>
              <a:xfrm>
                <a:off x="3769424" y="5564644"/>
                <a:ext cx="897114" cy="3963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29" name="Ink 28">
                <a:extLst>
                  <a:ext uri="{FF2B5EF4-FFF2-40B4-BE49-F238E27FC236}">
                    <a16:creationId xmlns:a16="http://schemas.microsoft.com/office/drawing/2014/main" id="{8B992D10-16E7-52CE-6D3C-22C33FF4C7A4}"/>
                  </a:ext>
                </a:extLst>
              </p14:cNvPr>
              <p14:cNvContentPartPr/>
              <p14:nvPr/>
            </p14:nvContentPartPr>
            <p14:xfrm>
              <a:off x="3868061" y="4620364"/>
              <a:ext cx="1069200" cy="259200"/>
            </p14:xfrm>
          </p:contentPart>
        </mc:Choice>
        <mc:Fallback>
          <p:pic>
            <p:nvPicPr>
              <p:cNvPr id="29" name="Ink 28">
                <a:extLst>
                  <a:ext uri="{FF2B5EF4-FFF2-40B4-BE49-F238E27FC236}">
                    <a16:creationId xmlns:a16="http://schemas.microsoft.com/office/drawing/2014/main" id="{8B992D10-16E7-52CE-6D3C-22C33FF4C7A4}"/>
                  </a:ext>
                </a:extLst>
              </p:cNvPr>
              <p:cNvPicPr/>
              <p:nvPr/>
            </p:nvPicPr>
            <p:blipFill>
              <a:blip r:embed="rId6"/>
              <a:stretch>
                <a:fillRect/>
              </a:stretch>
            </p:blipFill>
            <p:spPr>
              <a:xfrm>
                <a:off x="3860501" y="4612804"/>
                <a:ext cx="1084320" cy="2743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30" name="Ink 29">
                <a:extLst>
                  <a:ext uri="{FF2B5EF4-FFF2-40B4-BE49-F238E27FC236}">
                    <a16:creationId xmlns:a16="http://schemas.microsoft.com/office/drawing/2014/main" id="{F3596135-94FA-2671-FCD8-F7451024401C}"/>
                  </a:ext>
                </a:extLst>
              </p14:cNvPr>
              <p14:cNvContentPartPr/>
              <p14:nvPr/>
            </p14:nvContentPartPr>
            <p14:xfrm>
              <a:off x="4241741" y="2530564"/>
              <a:ext cx="872640" cy="388800"/>
            </p14:xfrm>
          </p:contentPart>
        </mc:Choice>
        <mc:Fallback>
          <p:pic>
            <p:nvPicPr>
              <p:cNvPr id="30" name="Ink 29">
                <a:extLst>
                  <a:ext uri="{FF2B5EF4-FFF2-40B4-BE49-F238E27FC236}">
                    <a16:creationId xmlns:a16="http://schemas.microsoft.com/office/drawing/2014/main" id="{F3596135-94FA-2671-FCD8-F7451024401C}"/>
                  </a:ext>
                </a:extLst>
              </p:cNvPr>
              <p:cNvPicPr/>
              <p:nvPr/>
            </p:nvPicPr>
            <p:blipFill>
              <a:blip r:embed="rId8"/>
              <a:stretch>
                <a:fillRect/>
              </a:stretch>
            </p:blipFill>
            <p:spPr>
              <a:xfrm>
                <a:off x="4234181" y="2522997"/>
                <a:ext cx="887760" cy="403934"/>
              </a:xfrm>
              <a:prstGeom prst="rect">
                <a:avLst/>
              </a:prstGeom>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C3D3E708-A039-DEE1-D0C5-5D91F7AF374E}"/>
              </a:ext>
            </a:extLst>
          </p:cNvPr>
          <p:cNvSpPr>
            <a:spLocks noGrp="1"/>
          </p:cNvSpPr>
          <p:nvPr>
            <p:ph type="title"/>
          </p:nvPr>
        </p:nvSpPr>
        <p:spPr>
          <a:xfrm>
            <a:off x="2323475" y="228239"/>
            <a:ext cx="7510073" cy="866043"/>
          </a:xfrm>
        </p:spPr>
        <p:txBody>
          <a:bodyPr>
            <a:normAutofit/>
          </a:bodyPr>
          <a:lstStyle/>
          <a:p>
            <a:pPr algn="ctr"/>
            <a:r>
              <a:rPr lang="en-US" sz="4000" b="1">
                <a:latin typeface="Arial" panose="020B0604020202020204" pitchFamily="34" charset="0"/>
                <a:cs typeface="Arial" panose="020B0604020202020204" pitchFamily="34" charset="0"/>
              </a:rPr>
              <a:t>SOAR Security Components</a:t>
            </a:r>
          </a:p>
        </p:txBody>
      </p:sp>
      <p:graphicFrame>
        <p:nvGraphicFramePr>
          <p:cNvPr id="7" name="Content Placeholder 2">
            <a:extLst>
              <a:ext uri="{FF2B5EF4-FFF2-40B4-BE49-F238E27FC236}">
                <a16:creationId xmlns:a16="http://schemas.microsoft.com/office/drawing/2014/main" id="{49DBF9D2-01B9-D379-7CEA-CA57F7DA2509}"/>
              </a:ext>
            </a:extLst>
          </p:cNvPr>
          <p:cNvGraphicFramePr>
            <a:graphicFrameLocks noGrp="1"/>
          </p:cNvGraphicFramePr>
          <p:nvPr>
            <p:ph idx="1"/>
            <p:extLst>
              <p:ext uri="{D42A27DB-BD31-4B8C-83A1-F6EECF244321}">
                <p14:modId xmlns:p14="http://schemas.microsoft.com/office/powerpoint/2010/main" val="363426473"/>
              </p:ext>
            </p:extLst>
          </p:nvPr>
        </p:nvGraphicFramePr>
        <p:xfrm>
          <a:off x="764498" y="1094282"/>
          <a:ext cx="11017770" cy="52325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mc:AlternateContent xmlns:mc="http://schemas.openxmlformats.org/markup-compatibility/2006">
        <mc:Choice xmlns:p14="http://schemas.microsoft.com/office/powerpoint/2010/main" Requires="p14">
          <p:contentPart p14:bwMode="auto" r:id="rId7">
            <p14:nvContentPartPr>
              <p14:cNvPr id="21" name="Ink 20">
                <a:extLst>
                  <a:ext uri="{FF2B5EF4-FFF2-40B4-BE49-F238E27FC236}">
                    <a16:creationId xmlns:a16="http://schemas.microsoft.com/office/drawing/2014/main" id="{E3F371A7-C5F7-F910-6EFB-C713D0EC85C5}"/>
                  </a:ext>
                </a:extLst>
              </p14:cNvPr>
              <p14:cNvContentPartPr/>
              <p14:nvPr/>
            </p14:nvContentPartPr>
            <p14:xfrm>
              <a:off x="8713743" y="688320"/>
              <a:ext cx="1976040" cy="811440"/>
            </p14:xfrm>
          </p:contentPart>
        </mc:Choice>
        <mc:Fallback>
          <p:pic>
            <p:nvPicPr>
              <p:cNvPr id="21" name="Ink 20">
                <a:extLst>
                  <a:ext uri="{FF2B5EF4-FFF2-40B4-BE49-F238E27FC236}">
                    <a16:creationId xmlns:a16="http://schemas.microsoft.com/office/drawing/2014/main" id="{E3F371A7-C5F7-F910-6EFB-C713D0EC85C5}"/>
                  </a:ext>
                </a:extLst>
              </p:cNvPr>
              <p:cNvPicPr/>
              <p:nvPr/>
            </p:nvPicPr>
            <p:blipFill>
              <a:blip r:embed="rId8"/>
              <a:stretch>
                <a:fillRect/>
              </a:stretch>
            </p:blipFill>
            <p:spPr>
              <a:xfrm>
                <a:off x="8706183" y="680760"/>
                <a:ext cx="1991160" cy="826560"/>
              </a:xfrm>
              <a:prstGeom prst="rect">
                <a:avLst/>
              </a:prstGeom>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2">
            <a:extLst>
              <a:ext uri="{FF2B5EF4-FFF2-40B4-BE49-F238E27FC236}">
                <a16:creationId xmlns:a16="http://schemas.microsoft.com/office/drawing/2014/main" id="{D16CCDAE-2AFA-5246-2365-DD100F441C9B}"/>
              </a:ext>
            </a:extLst>
          </p:cNvPr>
          <p:cNvGraphicFramePr>
            <a:graphicFrameLocks noGrp="1"/>
          </p:cNvGraphicFramePr>
          <p:nvPr>
            <p:ph idx="1"/>
            <p:extLst>
              <p:ext uri="{D42A27DB-BD31-4B8C-83A1-F6EECF244321}">
                <p14:modId xmlns:p14="http://schemas.microsoft.com/office/powerpoint/2010/main" val="3056862965"/>
              </p:ext>
            </p:extLst>
          </p:nvPr>
        </p:nvGraphicFramePr>
        <p:xfrm>
          <a:off x="1064302" y="985603"/>
          <a:ext cx="10478125" cy="48867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le 1">
            <a:extLst>
              <a:ext uri="{FF2B5EF4-FFF2-40B4-BE49-F238E27FC236}">
                <a16:creationId xmlns:a16="http://schemas.microsoft.com/office/drawing/2014/main" id="{3B710173-076D-43B5-9C98-F8236CFC8A80}"/>
              </a:ext>
            </a:extLst>
          </p:cNvPr>
          <p:cNvSpPr>
            <a:spLocks noGrp="1"/>
          </p:cNvSpPr>
          <p:nvPr>
            <p:ph type="title"/>
          </p:nvPr>
        </p:nvSpPr>
        <p:spPr>
          <a:xfrm>
            <a:off x="2218544" y="0"/>
            <a:ext cx="7510073" cy="866043"/>
          </a:xfrm>
        </p:spPr>
        <p:txBody>
          <a:bodyPr>
            <a:normAutofit/>
          </a:bodyPr>
          <a:lstStyle/>
          <a:p>
            <a:pPr algn="ctr"/>
            <a:r>
              <a:rPr lang="en-US" sz="4000" b="1">
                <a:latin typeface="Arial" panose="020B0604020202020204" pitchFamily="34" charset="0"/>
                <a:cs typeface="Arial" panose="020B0604020202020204" pitchFamily="34" charset="0"/>
              </a:rPr>
              <a:t>SOAR Security Components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B6C3C-9356-485A-B721-8C8F58655B41}"/>
            </a:ext>
          </a:extLst>
        </p:cNvPr>
        <p:cNvGrpSpPr/>
        <p:nvPr/>
      </p:nvGrpSpPr>
      <p:grpSpPr>
        <a:xfrm>
          <a:off x="0" y="0"/>
          <a:ext cx="0" cy="0"/>
          <a:chOff x="0" y="0"/>
          <a:chExt cx="0" cy="0"/>
        </a:xfrm>
      </p:grpSpPr>
      <p:graphicFrame>
        <p:nvGraphicFramePr>
          <p:cNvPr id="5" name="Content Placeholder 2">
            <a:extLst>
              <a:ext uri="{FF2B5EF4-FFF2-40B4-BE49-F238E27FC236}">
                <a16:creationId xmlns:a16="http://schemas.microsoft.com/office/drawing/2014/main" id="{17B9749B-7BD0-03E7-7ACB-A62F7E773797}"/>
              </a:ext>
            </a:extLst>
          </p:cNvPr>
          <p:cNvGraphicFramePr>
            <a:graphicFrameLocks noGrp="1"/>
          </p:cNvGraphicFramePr>
          <p:nvPr>
            <p:ph idx="1"/>
            <p:extLst>
              <p:ext uri="{D42A27DB-BD31-4B8C-83A1-F6EECF244321}">
                <p14:modId xmlns:p14="http://schemas.microsoft.com/office/powerpoint/2010/main" val="2525030543"/>
              </p:ext>
            </p:extLst>
          </p:nvPr>
        </p:nvGraphicFramePr>
        <p:xfrm>
          <a:off x="832267" y="866044"/>
          <a:ext cx="10964991" cy="55497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le 1">
            <a:extLst>
              <a:ext uri="{FF2B5EF4-FFF2-40B4-BE49-F238E27FC236}">
                <a16:creationId xmlns:a16="http://schemas.microsoft.com/office/drawing/2014/main" id="{80102CD9-AAB5-67ED-15C3-70E92039C88A}"/>
              </a:ext>
            </a:extLst>
          </p:cNvPr>
          <p:cNvSpPr>
            <a:spLocks noGrp="1"/>
          </p:cNvSpPr>
          <p:nvPr>
            <p:ph type="title"/>
          </p:nvPr>
        </p:nvSpPr>
        <p:spPr>
          <a:xfrm>
            <a:off x="2218544" y="0"/>
            <a:ext cx="7510073" cy="866043"/>
          </a:xfrm>
        </p:spPr>
        <p:txBody>
          <a:bodyPr>
            <a:normAutofit/>
          </a:bodyPr>
          <a:lstStyle/>
          <a:p>
            <a:pPr algn="ctr"/>
            <a:r>
              <a:rPr lang="en-US" sz="4000" b="1">
                <a:latin typeface="Arial" panose="020B0604020202020204" pitchFamily="34" charset="0"/>
                <a:cs typeface="Arial" panose="020B0604020202020204" pitchFamily="34" charset="0"/>
              </a:rPr>
              <a:t>SOAR Security Components</a:t>
            </a:r>
          </a:p>
        </p:txBody>
      </p:sp>
    </p:spTree>
    <p:extLst>
      <p:ext uri="{BB962C8B-B14F-4D97-AF65-F5344CB8AC3E}">
        <p14:creationId xmlns:p14="http://schemas.microsoft.com/office/powerpoint/2010/main" val="1426206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6E8952A-E3D0-D68E-62F8-CC1BBC16FF0D}"/>
              </a:ext>
            </a:extLst>
          </p:cNvPr>
          <p:cNvSpPr>
            <a:spLocks noGrp="1"/>
          </p:cNvSpPr>
          <p:nvPr>
            <p:ph type="ctrTitle"/>
          </p:nvPr>
        </p:nvSpPr>
        <p:spPr>
          <a:xfrm>
            <a:off x="1963712" y="1814122"/>
            <a:ext cx="9533744" cy="1790701"/>
          </a:xfrm>
        </p:spPr>
        <p:txBody>
          <a:bodyPr>
            <a:normAutofit/>
          </a:bodyPr>
          <a:lstStyle/>
          <a:p>
            <a:r>
              <a:rPr lang="en-GB" sz="4400" b="1">
                <a:latin typeface="Arial" panose="020B0604020202020204" pitchFamily="34" charset="0"/>
                <a:cs typeface="Arial" panose="020B0604020202020204" pitchFamily="34" charset="0"/>
              </a:rPr>
              <a:t>Implementing automation in SOC workflows</a:t>
            </a:r>
            <a:endParaRPr lang="en-US" sz="4400"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72996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9528" y="82516"/>
            <a:ext cx="10914776" cy="899409"/>
          </a:xfrm>
        </p:spPr>
        <p:txBody>
          <a:bodyPr>
            <a:normAutofit fontScale="90000"/>
          </a:bodyPr>
          <a:lstStyle/>
          <a:p>
            <a:pPr algn="ctr"/>
            <a:r>
              <a:rPr lang="en-US" b="1"/>
              <a:t> </a:t>
            </a:r>
            <a:r>
              <a:rPr lang="en-US" b="1">
                <a:latin typeface="Arial" panose="020B0604020202020204" pitchFamily="34" charset="0"/>
                <a:cs typeface="Arial" panose="020B0604020202020204" pitchFamily="34" charset="0"/>
              </a:rPr>
              <a:t>SOAR Workflows (</a:t>
            </a:r>
            <a:r>
              <a:rPr lang="en-US" b="1" err="1">
                <a:latin typeface="Arial" panose="020B0604020202020204" pitchFamily="34" charset="0"/>
                <a:cs typeface="Arial" panose="020B0604020202020204" pitchFamily="34" charset="0"/>
              </a:rPr>
              <a:t>E.g</a:t>
            </a:r>
            <a:r>
              <a:rPr lang="en-US" b="1">
                <a:latin typeface="Arial" panose="020B0604020202020204" pitchFamily="34" charset="0"/>
                <a:cs typeface="Arial" panose="020B0604020202020204" pitchFamily="34" charset="0"/>
              </a:rPr>
              <a:t>: Phishing Workflow</a:t>
            </a:r>
            <a:r>
              <a:rPr lang="en-US">
                <a:latin typeface="Arial" panose="020B0604020202020204" pitchFamily="34" charset="0"/>
                <a:cs typeface="Arial" panose="020B0604020202020204" pitchFamily="34" charset="0"/>
              </a:rPr>
              <a:t>)</a:t>
            </a:r>
          </a:p>
        </p:txBody>
      </p:sp>
      <p:sp>
        <p:nvSpPr>
          <p:cNvPr id="3" name="Content Placeholder 2"/>
          <p:cNvSpPr>
            <a:spLocks noGrp="1"/>
          </p:cNvSpPr>
          <p:nvPr>
            <p:ph idx="1"/>
          </p:nvPr>
        </p:nvSpPr>
        <p:spPr>
          <a:xfrm>
            <a:off x="719528" y="1041886"/>
            <a:ext cx="11033448" cy="5591263"/>
          </a:xfrm>
        </p:spPr>
        <p:txBody>
          <a:bodyPr>
            <a:noAutofit/>
          </a:bodyPr>
          <a:lstStyle/>
          <a:p>
            <a:pPr marL="0" indent="0" algn="just">
              <a:lnSpc>
                <a:spcPct val="150000"/>
              </a:lnSpc>
              <a:spcBef>
                <a:spcPts val="0"/>
              </a:spcBef>
              <a:buNone/>
            </a:pPr>
            <a:r>
              <a:rPr lang="en-US" sz="2000" b="1">
                <a:latin typeface="Arial" panose="020B0604020202020204" pitchFamily="34" charset="0"/>
                <a:cs typeface="Arial" panose="020B0604020202020204" pitchFamily="34" charset="0"/>
              </a:rPr>
              <a:t>Scenario</a:t>
            </a:r>
            <a:r>
              <a:rPr lang="en-US" sz="2000">
                <a:latin typeface="Arial" panose="020B0604020202020204" pitchFamily="34" charset="0"/>
                <a:cs typeface="Arial" panose="020B0604020202020204" pitchFamily="34" charset="0"/>
              </a:rPr>
              <a:t>: THM Corp employees have recently received numerous suspicious emails and have reported them to the SOC team for investigation. As the lead analyst, you wish to develop an automated workflow to </a:t>
            </a:r>
            <a:r>
              <a:rPr lang="en-US" sz="2000" err="1">
                <a:latin typeface="Arial" panose="020B0604020202020204" pitchFamily="34" charset="0"/>
                <a:cs typeface="Arial" panose="020B0604020202020204" pitchFamily="34" charset="0"/>
              </a:rPr>
              <a:t>analyse</a:t>
            </a:r>
            <a:r>
              <a:rPr lang="en-US" sz="2000">
                <a:latin typeface="Arial" panose="020B0604020202020204" pitchFamily="34" charset="0"/>
                <a:cs typeface="Arial" panose="020B0604020202020204" pitchFamily="34" charset="0"/>
              </a:rPr>
              <a:t> email files and perform case management using various security tools.</a:t>
            </a:r>
          </a:p>
          <a:p>
            <a:pPr algn="just">
              <a:lnSpc>
                <a:spcPct val="150000"/>
              </a:lnSpc>
              <a:spcBef>
                <a:spcPts val="0"/>
              </a:spcBef>
            </a:pPr>
            <a:r>
              <a:rPr lang="en-US" sz="2000">
                <a:latin typeface="Arial" panose="020B0604020202020204" pitchFamily="34" charset="0"/>
                <a:cs typeface="Arial" panose="020B0604020202020204" pitchFamily="34" charset="0"/>
              </a:rPr>
              <a:t>Phishing attacks remain the most common attack vector used in breaches. Unfortunately for security analysts, investigating phishing emails becomes time-consuming and involves manual exercises such as </a:t>
            </a:r>
            <a:r>
              <a:rPr lang="en-US" sz="2000" err="1">
                <a:latin typeface="Arial" panose="020B0604020202020204" pitchFamily="34" charset="0"/>
                <a:cs typeface="Arial" panose="020B0604020202020204" pitchFamily="34" charset="0"/>
              </a:rPr>
              <a:t>analysing</a:t>
            </a:r>
            <a:r>
              <a:rPr lang="en-US" sz="2000">
                <a:latin typeface="Arial" panose="020B0604020202020204" pitchFamily="34" charset="0"/>
                <a:cs typeface="Arial" panose="020B0604020202020204" pitchFamily="34" charset="0"/>
              </a:rPr>
              <a:t> attachments and URLs. </a:t>
            </a:r>
          </a:p>
          <a:p>
            <a:pPr algn="just">
              <a:lnSpc>
                <a:spcPct val="150000"/>
              </a:lnSpc>
              <a:spcBef>
                <a:spcPts val="0"/>
              </a:spcBef>
            </a:pPr>
            <a:r>
              <a:rPr lang="en-US" sz="2000">
                <a:latin typeface="Arial" panose="020B0604020202020204" pitchFamily="34" charset="0"/>
                <a:cs typeface="Arial" panose="020B0604020202020204" pitchFamily="34" charset="0"/>
              </a:rPr>
              <a:t>SOAR solutions can execute these tasks in the background while other investigations are ongoing. Additionally, remediation can be performed when a positive phishing email is identified.</a:t>
            </a:r>
          </a:p>
          <a:p>
            <a:pPr algn="just">
              <a:lnSpc>
                <a:spcPct val="150000"/>
              </a:lnSpc>
              <a:spcBef>
                <a:spcPts val="0"/>
              </a:spcBef>
            </a:pPr>
            <a:r>
              <a:rPr lang="en-US" sz="2000">
                <a:latin typeface="Arial" panose="020B0604020202020204" pitchFamily="34" charset="0"/>
                <a:cs typeface="Arial" panose="020B0604020202020204" pitchFamily="34" charset="0"/>
              </a:rPr>
              <a:t>Now, what would this workflow look like? Let’s build a flow of events using our scenario as a security analyst assigned to the incident.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21243" y="265559"/>
            <a:ext cx="5382718" cy="888684"/>
          </a:xfrm>
        </p:spPr>
        <p:txBody>
          <a:bodyPr anchor="ctr">
            <a:normAutofit/>
          </a:bodyPr>
          <a:lstStyle/>
          <a:p>
            <a:pPr algn="ctr"/>
            <a:r>
              <a:rPr lang="en-US" sz="4000" b="1">
                <a:latin typeface="Arial" panose="020B0604020202020204" pitchFamily="34" charset="0"/>
                <a:cs typeface="Arial" panose="020B0604020202020204" pitchFamily="34" charset="0"/>
              </a:rPr>
              <a:t>Phishing Workflow</a:t>
            </a:r>
            <a:endParaRPr lang="en-US" sz="4000">
              <a:latin typeface="Arial" panose="020B0604020202020204" pitchFamily="34" charset="0"/>
              <a:cs typeface="Arial" panose="020B0604020202020204" pitchFamily="34" charset="0"/>
            </a:endParaRPr>
          </a:p>
        </p:txBody>
      </p:sp>
      <p:graphicFrame>
        <p:nvGraphicFramePr>
          <p:cNvPr id="17" name="Content Placeholder 2">
            <a:extLst>
              <a:ext uri="{FF2B5EF4-FFF2-40B4-BE49-F238E27FC236}">
                <a16:creationId xmlns:a16="http://schemas.microsoft.com/office/drawing/2014/main" id="{7FCE7084-9AF3-FEB2-8951-9BD2E9DCCE47}"/>
              </a:ext>
            </a:extLst>
          </p:cNvPr>
          <p:cNvGraphicFramePr>
            <a:graphicFrameLocks noGrp="1"/>
          </p:cNvGraphicFramePr>
          <p:nvPr>
            <p:ph idx="1"/>
            <p:extLst>
              <p:ext uri="{D42A27DB-BD31-4B8C-83A1-F6EECF244321}">
                <p14:modId xmlns:p14="http://schemas.microsoft.com/office/powerpoint/2010/main" val="363483143"/>
              </p:ext>
            </p:extLst>
          </p:nvPr>
        </p:nvGraphicFramePr>
        <p:xfrm>
          <a:off x="1064302" y="1154243"/>
          <a:ext cx="10538085" cy="54381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157D0-FF09-4791-0FDB-8CAC2B13BB67}"/>
              </a:ext>
            </a:extLst>
          </p:cNvPr>
          <p:cNvSpPr>
            <a:spLocks noGrp="1"/>
          </p:cNvSpPr>
          <p:nvPr>
            <p:ph type="ctrTitle"/>
          </p:nvPr>
        </p:nvSpPr>
        <p:spPr>
          <a:xfrm>
            <a:off x="2758190" y="2609849"/>
            <a:ext cx="8484433" cy="1317574"/>
          </a:xfrm>
        </p:spPr>
        <p:txBody>
          <a:bodyPr>
            <a:normAutofit/>
          </a:bodyPr>
          <a:lstStyle/>
          <a:p>
            <a:r>
              <a:rPr lang="en-GB" sz="4000" b="1">
                <a:latin typeface="Arial" panose="020B0604020202020204" pitchFamily="34" charset="0"/>
                <a:cs typeface="Arial" panose="020B0604020202020204" pitchFamily="34" charset="0"/>
              </a:rPr>
              <a:t>Benefits and challenges of orchestration</a:t>
            </a:r>
            <a:endParaRPr lang="en-US"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057217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41E42-7C97-C1C9-08B5-9EF5075E90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FF35F0-EC3C-125D-CC52-2E67B58AB3F1}"/>
              </a:ext>
            </a:extLst>
          </p:cNvPr>
          <p:cNvSpPr>
            <a:spLocks noGrp="1"/>
          </p:cNvSpPr>
          <p:nvPr>
            <p:ph type="title"/>
          </p:nvPr>
        </p:nvSpPr>
        <p:spPr>
          <a:xfrm>
            <a:off x="1007464" y="0"/>
            <a:ext cx="10515600" cy="824459"/>
          </a:xfrm>
        </p:spPr>
        <p:txBody>
          <a:bodyPr>
            <a:normAutofit fontScale="90000"/>
          </a:bodyPr>
          <a:lstStyle/>
          <a:p>
            <a:pPr algn="ctr"/>
            <a:r>
              <a:rPr lang="en-US" b="1">
                <a:latin typeface="Arial" panose="020B0604020202020204" pitchFamily="34" charset="0"/>
                <a:cs typeface="Arial" panose="020B0604020202020204" pitchFamily="34" charset="0"/>
              </a:rPr>
              <a:t>What are the benefits of SOAR Platform?</a:t>
            </a:r>
            <a:endParaRPr lang="en-US">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65DEED04-B669-A0AF-B0AF-4921DC9A44CF}"/>
              </a:ext>
            </a:extLst>
          </p:cNvPr>
          <p:cNvSpPr>
            <a:spLocks noGrp="1"/>
          </p:cNvSpPr>
          <p:nvPr>
            <p:ph idx="1"/>
          </p:nvPr>
        </p:nvSpPr>
        <p:spPr>
          <a:xfrm>
            <a:off x="853190" y="824459"/>
            <a:ext cx="10824148" cy="5625024"/>
          </a:xfrm>
        </p:spPr>
        <p:txBody>
          <a:bodyPr>
            <a:noAutofit/>
          </a:bodyPr>
          <a:lstStyle/>
          <a:p>
            <a:pPr marL="0" algn="just">
              <a:lnSpc>
                <a:spcPct val="120000"/>
              </a:lnSpc>
              <a:spcBef>
                <a:spcPts val="0"/>
              </a:spcBef>
            </a:pPr>
            <a:r>
              <a:rPr lang="en-US" sz="3200" dirty="0">
                <a:latin typeface="Arial" panose="020B0604020202020204" pitchFamily="34" charset="0"/>
                <a:cs typeface="Arial" panose="020B0604020202020204" pitchFamily="34" charset="0"/>
              </a:rPr>
              <a:t>Faster incident detection and reaction times.</a:t>
            </a:r>
          </a:p>
          <a:p>
            <a:pPr marL="0" algn="just">
              <a:lnSpc>
                <a:spcPct val="120000"/>
              </a:lnSpc>
              <a:spcBef>
                <a:spcPts val="0"/>
              </a:spcBef>
            </a:pPr>
            <a:r>
              <a:rPr lang="en-US" sz="3200" dirty="0">
                <a:latin typeface="Arial" panose="020B0604020202020204" pitchFamily="34" charset="0"/>
                <a:cs typeface="Arial" panose="020B0604020202020204" pitchFamily="34" charset="0"/>
              </a:rPr>
              <a:t>Better threat context. </a:t>
            </a:r>
          </a:p>
          <a:p>
            <a:pPr marL="0" algn="just">
              <a:lnSpc>
                <a:spcPct val="120000"/>
              </a:lnSpc>
              <a:spcBef>
                <a:spcPts val="0"/>
              </a:spcBef>
            </a:pPr>
            <a:r>
              <a:rPr lang="en-US" sz="3200" dirty="0">
                <a:latin typeface="Arial" panose="020B0604020202020204" pitchFamily="34" charset="0"/>
                <a:cs typeface="Arial" panose="020B0604020202020204" pitchFamily="34" charset="0"/>
              </a:rPr>
              <a:t>Simplified management. </a:t>
            </a:r>
          </a:p>
          <a:p>
            <a:pPr marL="0" algn="just">
              <a:lnSpc>
                <a:spcPct val="120000"/>
              </a:lnSpc>
              <a:spcBef>
                <a:spcPts val="0"/>
              </a:spcBef>
            </a:pPr>
            <a:r>
              <a:rPr lang="en-US" sz="3200" dirty="0">
                <a:latin typeface="Arial" panose="020B0604020202020204" pitchFamily="34" charset="0"/>
                <a:cs typeface="Arial" panose="020B0604020202020204" pitchFamily="34" charset="0"/>
              </a:rPr>
              <a:t>Scalability. </a:t>
            </a:r>
          </a:p>
          <a:p>
            <a:pPr marL="0" algn="just">
              <a:lnSpc>
                <a:spcPct val="120000"/>
              </a:lnSpc>
              <a:spcBef>
                <a:spcPts val="0"/>
              </a:spcBef>
            </a:pPr>
            <a:r>
              <a:rPr lang="en-US" sz="3200" dirty="0">
                <a:latin typeface="Arial" panose="020B0604020202020204" pitchFamily="34" charset="0"/>
                <a:cs typeface="Arial" panose="020B0604020202020204" pitchFamily="34" charset="0"/>
              </a:rPr>
              <a:t>Boosted analyst productivity. </a:t>
            </a:r>
          </a:p>
          <a:p>
            <a:pPr marL="0" algn="just">
              <a:lnSpc>
                <a:spcPct val="120000"/>
              </a:lnSpc>
              <a:spcBef>
                <a:spcPts val="0"/>
              </a:spcBef>
            </a:pPr>
            <a:r>
              <a:rPr lang="en-US" sz="3200" dirty="0">
                <a:latin typeface="Arial" panose="020B0604020202020204" pitchFamily="34" charset="0"/>
                <a:cs typeface="Arial" panose="020B0604020202020204" pitchFamily="34" charset="0"/>
              </a:rPr>
              <a:t>Streamlined operations</a:t>
            </a:r>
          </a:p>
          <a:p>
            <a:pPr marL="0" algn="just">
              <a:lnSpc>
                <a:spcPct val="120000"/>
              </a:lnSpc>
              <a:spcBef>
                <a:spcPts val="0"/>
              </a:spcBef>
            </a:pPr>
            <a:r>
              <a:rPr lang="en-US" sz="3200" dirty="0">
                <a:latin typeface="Arial" panose="020B0604020202020204" pitchFamily="34" charset="0"/>
                <a:cs typeface="Arial" panose="020B0604020202020204" pitchFamily="34" charset="0"/>
              </a:rPr>
              <a:t>Reporting and collaboration</a:t>
            </a:r>
          </a:p>
          <a:p>
            <a:pPr marL="0" algn="just">
              <a:lnSpc>
                <a:spcPct val="120000"/>
              </a:lnSpc>
              <a:spcBef>
                <a:spcPts val="0"/>
              </a:spcBef>
            </a:pPr>
            <a:r>
              <a:rPr lang="en-US" sz="3200" dirty="0">
                <a:latin typeface="Arial" panose="020B0604020202020204" pitchFamily="34" charset="0"/>
                <a:cs typeface="Arial" panose="020B0604020202020204" pitchFamily="34" charset="0"/>
              </a:rPr>
              <a:t>Lowered costs.</a:t>
            </a:r>
            <a:endParaRPr lang="en-US" sz="3200" dirty="0"/>
          </a:p>
          <a:p>
            <a:pPr marL="0" algn="just">
              <a:lnSpc>
                <a:spcPct val="120000"/>
              </a:lnSpc>
              <a:spcBef>
                <a:spcPts val="0"/>
              </a:spcBef>
            </a:pPr>
            <a:endParaRPr lang="en-US"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093924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3535" y="44958"/>
            <a:ext cx="6865495" cy="764511"/>
          </a:xfrm>
        </p:spPr>
        <p:txBody>
          <a:bodyPr>
            <a:normAutofit/>
          </a:bodyPr>
          <a:lstStyle/>
          <a:p>
            <a:pPr algn="ctr"/>
            <a:r>
              <a:rPr lang="en-US" sz="4000" b="1">
                <a:latin typeface="Arial" panose="020B0604020202020204" pitchFamily="34" charset="0"/>
                <a:cs typeface="Arial" panose="020B0604020202020204" pitchFamily="34" charset="0"/>
              </a:rPr>
              <a:t>Difficulties in SOAR</a:t>
            </a:r>
          </a:p>
        </p:txBody>
      </p:sp>
      <p:sp>
        <p:nvSpPr>
          <p:cNvPr id="3" name="Content Placeholder 2"/>
          <p:cNvSpPr>
            <a:spLocks noGrp="1"/>
          </p:cNvSpPr>
          <p:nvPr>
            <p:ph idx="1"/>
          </p:nvPr>
        </p:nvSpPr>
        <p:spPr>
          <a:xfrm>
            <a:off x="838200" y="944381"/>
            <a:ext cx="10515600" cy="5696262"/>
          </a:xfrm>
        </p:spPr>
        <p:txBody>
          <a:bodyPr>
            <a:normAutofit/>
          </a:bodyPr>
          <a:lstStyle/>
          <a:p>
            <a:pPr marL="0" indent="0" algn="just">
              <a:lnSpc>
                <a:spcPct val="170000"/>
              </a:lnSpc>
              <a:spcBef>
                <a:spcPts val="0"/>
              </a:spcBef>
              <a:buNone/>
            </a:pPr>
            <a:r>
              <a:rPr lang="en-US" dirty="0">
                <a:latin typeface="Arial" panose="020B0604020202020204" pitchFamily="34" charset="0"/>
                <a:cs typeface="Arial" panose="020B0604020202020204" pitchFamily="34" charset="0"/>
              </a:rPr>
              <a:t>The primary difficulties in Security Orchestration, Automation, and Response (SOAR) include:</a:t>
            </a:r>
          </a:p>
          <a:p>
            <a:pPr algn="just">
              <a:lnSpc>
                <a:spcPct val="170000"/>
              </a:lnSpc>
              <a:spcBef>
                <a:spcPts val="0"/>
              </a:spcBef>
            </a:pPr>
            <a:r>
              <a:rPr lang="en-US" b="1" dirty="0">
                <a:solidFill>
                  <a:srgbClr val="FF0000"/>
                </a:solidFill>
                <a:latin typeface="Arial" panose="020B0604020202020204" pitchFamily="34" charset="0"/>
                <a:cs typeface="Arial" panose="020B0604020202020204" pitchFamily="34" charset="0"/>
              </a:rPr>
              <a:t>Complex Integration Issue</a:t>
            </a:r>
            <a:endParaRPr lang="en-US" dirty="0">
              <a:latin typeface="Arial" panose="020B0604020202020204" pitchFamily="34" charset="0"/>
              <a:cs typeface="Arial" panose="020B0604020202020204" pitchFamily="34" charset="0"/>
            </a:endParaRPr>
          </a:p>
          <a:p>
            <a:pPr algn="just">
              <a:lnSpc>
                <a:spcPct val="170000"/>
              </a:lnSpc>
              <a:spcBef>
                <a:spcPts val="0"/>
              </a:spcBef>
            </a:pPr>
            <a:r>
              <a:rPr lang="en-US" b="1" dirty="0">
                <a:solidFill>
                  <a:srgbClr val="FF0000"/>
                </a:solidFill>
                <a:latin typeface="Arial" panose="020B0604020202020204" pitchFamily="34" charset="0"/>
                <a:cs typeface="Arial" panose="020B0604020202020204" pitchFamily="34" charset="0"/>
              </a:rPr>
              <a:t>Challenge of Customization and Workflow Design</a:t>
            </a:r>
            <a:endParaRPr lang="en-US" dirty="0">
              <a:latin typeface="Arial" panose="020B0604020202020204" pitchFamily="34" charset="0"/>
              <a:cs typeface="Arial" panose="020B0604020202020204" pitchFamily="34" charset="0"/>
            </a:endParaRPr>
          </a:p>
          <a:p>
            <a:pPr algn="just">
              <a:lnSpc>
                <a:spcPct val="170000"/>
              </a:lnSpc>
              <a:spcBef>
                <a:spcPts val="0"/>
              </a:spcBef>
            </a:pPr>
            <a:r>
              <a:rPr lang="en-US" b="1" dirty="0">
                <a:solidFill>
                  <a:srgbClr val="FF0000"/>
                </a:solidFill>
                <a:latin typeface="Arial" panose="020B0604020202020204" pitchFamily="34" charset="0"/>
                <a:cs typeface="Arial" panose="020B0604020202020204" pitchFamily="34" charset="0"/>
              </a:rPr>
              <a:t>Skill Gap and Training Dilemma</a:t>
            </a:r>
            <a:endParaRPr lang="en-US" u="sng" dirty="0">
              <a:latin typeface="Arial" panose="020B0604020202020204" pitchFamily="34" charset="0"/>
              <a:cs typeface="Arial" panose="020B0604020202020204" pitchFamily="34" charset="0"/>
            </a:endParaRPr>
          </a:p>
          <a:p>
            <a:pPr algn="just">
              <a:lnSpc>
                <a:spcPct val="170000"/>
              </a:lnSpc>
              <a:spcBef>
                <a:spcPts val="0"/>
              </a:spcBef>
            </a:pPr>
            <a:r>
              <a:rPr lang="en-US" b="1" dirty="0">
                <a:solidFill>
                  <a:srgbClr val="FF0000"/>
                </a:solidFill>
                <a:latin typeface="Arial" panose="020B0604020202020204" pitchFamily="34" charset="0"/>
                <a:cs typeface="Arial" panose="020B0604020202020204" pitchFamily="34" charset="0"/>
              </a:rPr>
              <a:t>Optimizing Alerts and Workflows</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30363" y="74080"/>
            <a:ext cx="3409296" cy="594360"/>
          </a:xfrm>
        </p:spPr>
        <p:txBody>
          <a:bodyPr>
            <a:noAutofit/>
          </a:bodyPr>
          <a:lstStyle/>
          <a:p>
            <a:r>
              <a:rPr lang="en-US" sz="4000" b="1"/>
              <a:t>SOAR vs SIEM</a:t>
            </a:r>
            <a:endParaRPr lang="en-US" sz="4000"/>
          </a:p>
        </p:txBody>
      </p:sp>
      <p:graphicFrame>
        <p:nvGraphicFramePr>
          <p:cNvPr id="3" name="Table 2">
            <a:extLst>
              <a:ext uri="{FF2B5EF4-FFF2-40B4-BE49-F238E27FC236}">
                <a16:creationId xmlns:a16="http://schemas.microsoft.com/office/drawing/2014/main" id="{F8AC3723-77C7-71CD-AD00-29EB5F7649B5}"/>
              </a:ext>
            </a:extLst>
          </p:cNvPr>
          <p:cNvGraphicFramePr>
            <a:graphicFrameLocks noGrp="1"/>
          </p:cNvGraphicFramePr>
          <p:nvPr>
            <p:extLst>
              <p:ext uri="{D42A27DB-BD31-4B8C-83A1-F6EECF244321}">
                <p14:modId xmlns:p14="http://schemas.microsoft.com/office/powerpoint/2010/main" val="3672214131"/>
              </p:ext>
            </p:extLst>
          </p:nvPr>
        </p:nvGraphicFramePr>
        <p:xfrm>
          <a:off x="2257379" y="808598"/>
          <a:ext cx="6537989" cy="594360"/>
        </p:xfrm>
        <a:graphic>
          <a:graphicData uri="http://schemas.openxmlformats.org/drawingml/2006/table">
            <a:tbl>
              <a:tblPr/>
              <a:tblGrid>
                <a:gridCol w="6537989">
                  <a:extLst>
                    <a:ext uri="{9D8B030D-6E8A-4147-A177-3AD203B41FA5}">
                      <a16:colId xmlns:a16="http://schemas.microsoft.com/office/drawing/2014/main" val="1476856640"/>
                    </a:ext>
                  </a:extLst>
                </a:gridCol>
              </a:tblGrid>
              <a:tr h="0">
                <a:tc>
                  <a:txBody>
                    <a:bodyPr/>
                    <a:lstStyle/>
                    <a:p>
                      <a:pPr algn="l" fontAlgn="t">
                        <a:lnSpc>
                          <a:spcPts val="1575"/>
                        </a:lnSpc>
                        <a:buNone/>
                      </a:pPr>
                      <a:endParaRPr lang="en-US">
                        <a:effectLst/>
                      </a:endParaRPr>
                    </a:p>
                  </a:txBody>
                  <a:tcPr marL="161925" marR="161925" marT="186690" marB="186690">
                    <a:lnL>
                      <a:noFill/>
                    </a:lnL>
                    <a:lnR>
                      <a:noFill/>
                    </a:lnR>
                    <a:lnT>
                      <a:noFill/>
                    </a:lnT>
                    <a:lnB>
                      <a:noFill/>
                    </a:lnB>
                    <a:solidFill>
                      <a:srgbClr val="F3F3F3"/>
                    </a:solidFill>
                  </a:tcPr>
                </a:tc>
                <a:extLst>
                  <a:ext uri="{0D108BD9-81ED-4DB2-BD59-A6C34878D82A}">
                    <a16:rowId xmlns:a16="http://schemas.microsoft.com/office/drawing/2014/main" val="4002300098"/>
                  </a:ext>
                </a:extLst>
              </a:tr>
            </a:tbl>
          </a:graphicData>
        </a:graphic>
      </p:graphicFrame>
      <p:pic>
        <p:nvPicPr>
          <p:cNvPr id="1025" name="Picture 1" descr="SIEM vs SOAR graphic">
            <a:extLst>
              <a:ext uri="{FF2B5EF4-FFF2-40B4-BE49-F238E27FC236}">
                <a16:creationId xmlns:a16="http://schemas.microsoft.com/office/drawing/2014/main" id="{4AF55507-C592-3673-C76C-C2009D41A2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3339" y="610414"/>
            <a:ext cx="7824864" cy="517578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59B119B-20E6-1232-F4E4-DEAE7C1C465B}"/>
              </a:ext>
            </a:extLst>
          </p:cNvPr>
          <p:cNvSpPr txBox="1"/>
          <p:nvPr/>
        </p:nvSpPr>
        <p:spPr>
          <a:xfrm>
            <a:off x="2533339" y="5816183"/>
            <a:ext cx="7585022" cy="369332"/>
          </a:xfrm>
          <a:prstGeom prst="rect">
            <a:avLst/>
          </a:prstGeom>
          <a:noFill/>
        </p:spPr>
        <p:txBody>
          <a:bodyPr wrap="square">
            <a:spAutoFit/>
          </a:bodyPr>
          <a:lstStyle/>
          <a:p>
            <a:r>
              <a:rPr lang="en-US"/>
              <a:t>Reference: https://www.devo.com/threat-hunting-guide/soar-vs-siem/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2272" y="0"/>
            <a:ext cx="4098561" cy="659567"/>
          </a:xfrm>
        </p:spPr>
        <p:txBody>
          <a:bodyPr>
            <a:normAutofit/>
          </a:bodyPr>
          <a:lstStyle/>
          <a:p>
            <a:pPr algn="ctr"/>
            <a:r>
              <a:rPr lang="en-US" sz="4000" b="1">
                <a:latin typeface="Arial" panose="020B0604020202020204" pitchFamily="34" charset="0"/>
                <a:cs typeface="Arial" panose="020B0604020202020204" pitchFamily="34" charset="0"/>
              </a:rPr>
              <a:t>SOAR vs SIEM</a:t>
            </a:r>
            <a:endParaRPr lang="en-US" sz="4000">
              <a:latin typeface="Arial" panose="020B0604020202020204" pitchFamily="34" charset="0"/>
              <a:cs typeface="Arial" panose="020B0604020202020204" pitchFamily="34" charset="0"/>
            </a:endParaRPr>
          </a:p>
        </p:txBody>
      </p:sp>
      <p:graphicFrame>
        <p:nvGraphicFramePr>
          <p:cNvPr id="3" name="Content Placeholder 2">
            <a:extLst>
              <a:ext uri="{FF2B5EF4-FFF2-40B4-BE49-F238E27FC236}">
                <a16:creationId xmlns:a16="http://schemas.microsoft.com/office/drawing/2014/main" id="{82A88BCF-DEBD-46E0-6F91-756F873B5CBA}"/>
              </a:ext>
            </a:extLst>
          </p:cNvPr>
          <p:cNvGraphicFramePr>
            <a:graphicFrameLocks noGrp="1"/>
          </p:cNvGraphicFramePr>
          <p:nvPr>
            <p:ph idx="1"/>
            <p:extLst>
              <p:ext uri="{D42A27DB-BD31-4B8C-83A1-F6EECF244321}">
                <p14:modId xmlns:p14="http://schemas.microsoft.com/office/powerpoint/2010/main" val="3833089811"/>
              </p:ext>
            </p:extLst>
          </p:nvPr>
        </p:nvGraphicFramePr>
        <p:xfrm>
          <a:off x="943752" y="659567"/>
          <a:ext cx="10515600" cy="5719118"/>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015024604"/>
                    </a:ext>
                  </a:extLst>
                </a:gridCol>
                <a:gridCol w="5257800">
                  <a:extLst>
                    <a:ext uri="{9D8B030D-6E8A-4147-A177-3AD203B41FA5}">
                      <a16:colId xmlns:a16="http://schemas.microsoft.com/office/drawing/2014/main" val="16657686"/>
                    </a:ext>
                  </a:extLst>
                </a:gridCol>
              </a:tblGrid>
              <a:tr h="374386">
                <a:tc>
                  <a:txBody>
                    <a:bodyPr/>
                    <a:lstStyle/>
                    <a:p>
                      <a:pPr algn="ctr"/>
                      <a:r>
                        <a:rPr lang="en-US" sz="2400">
                          <a:latin typeface="Arial" panose="020B0604020202020204" pitchFamily="34" charset="0"/>
                          <a:cs typeface="Arial" panose="020B0604020202020204" pitchFamily="34" charset="0"/>
                        </a:rPr>
                        <a:t>SIEM</a:t>
                      </a:r>
                    </a:p>
                  </a:txBody>
                  <a:tcPr/>
                </a:tc>
                <a:tc>
                  <a:txBody>
                    <a:bodyPr/>
                    <a:lstStyle/>
                    <a:p>
                      <a:pPr algn="ctr"/>
                      <a:r>
                        <a:rPr lang="en-US" sz="2400">
                          <a:latin typeface="Arial" panose="020B0604020202020204" pitchFamily="34" charset="0"/>
                          <a:cs typeface="Arial" panose="020B0604020202020204" pitchFamily="34" charset="0"/>
                        </a:rPr>
                        <a:t>SOAR</a:t>
                      </a:r>
                    </a:p>
                  </a:txBody>
                  <a:tcPr/>
                </a:tc>
                <a:extLst>
                  <a:ext uri="{0D108BD9-81ED-4DB2-BD59-A6C34878D82A}">
                    <a16:rowId xmlns:a16="http://schemas.microsoft.com/office/drawing/2014/main" val="2206647996"/>
                  </a:ext>
                </a:extLst>
              </a:tr>
              <a:tr h="600043">
                <a:tc>
                  <a:txBody>
                    <a:bodyPr/>
                    <a:lstStyle/>
                    <a:p>
                      <a:pPr algn="just" fontAlgn="t">
                        <a:lnSpc>
                          <a:spcPts val="1575"/>
                        </a:lnSpc>
                        <a:buNone/>
                      </a:pPr>
                      <a:r>
                        <a:rPr lang="en-US">
                          <a:effectLst/>
                          <a:latin typeface="Arial" panose="020B0604020202020204" pitchFamily="34" charset="0"/>
                          <a:cs typeface="Arial" panose="020B0604020202020204" pitchFamily="34" charset="0"/>
                        </a:rPr>
                        <a:t>Raises alerts; personnel must take action</a:t>
                      </a:r>
                    </a:p>
                  </a:txBody>
                  <a:tcPr marL="161925" marR="161925" marT="186690" marB="186690"/>
                </a:tc>
                <a:tc>
                  <a:txBody>
                    <a:bodyPr/>
                    <a:lstStyle/>
                    <a:p>
                      <a:pPr algn="just" fontAlgn="t">
                        <a:lnSpc>
                          <a:spcPts val="1575"/>
                        </a:lnSpc>
                        <a:buNone/>
                      </a:pPr>
                      <a:r>
                        <a:rPr lang="en-US" sz="1800" b="0" i="0" kern="1200">
                          <a:solidFill>
                            <a:schemeClr val="dk1"/>
                          </a:solidFill>
                          <a:effectLst/>
                          <a:latin typeface="Arial" panose="020B0604020202020204" pitchFamily="34" charset="0"/>
                          <a:ea typeface="+mn-ea"/>
                          <a:cs typeface="Arial" panose="020B0604020202020204" pitchFamily="34" charset="0"/>
                        </a:rPr>
                        <a:t>Intakes alerts and automatically responds</a:t>
                      </a:r>
                      <a:endParaRPr lang="en-US">
                        <a:effectLst/>
                        <a:latin typeface="Arial" panose="020B0604020202020204" pitchFamily="34" charset="0"/>
                        <a:cs typeface="Arial" panose="020B0604020202020204" pitchFamily="34" charset="0"/>
                      </a:endParaRPr>
                    </a:p>
                  </a:txBody>
                  <a:tcPr marL="161925" marR="161925" marT="186690" marB="186690"/>
                </a:tc>
                <a:extLst>
                  <a:ext uri="{0D108BD9-81ED-4DB2-BD59-A6C34878D82A}">
                    <a16:rowId xmlns:a16="http://schemas.microsoft.com/office/drawing/2014/main" val="2515476425"/>
                  </a:ext>
                </a:extLst>
              </a:tr>
              <a:tr h="600043">
                <a:tc>
                  <a:txBody>
                    <a:bodyPr/>
                    <a:lstStyle/>
                    <a:p>
                      <a:pPr algn="just" fontAlgn="t">
                        <a:lnSpc>
                          <a:spcPts val="1575"/>
                        </a:lnSpc>
                        <a:buNone/>
                      </a:pPr>
                      <a:r>
                        <a:rPr lang="en-US">
                          <a:effectLst/>
                          <a:latin typeface="Arial" panose="020B0604020202020204" pitchFamily="34" charset="0"/>
                          <a:cs typeface="Arial" panose="020B0604020202020204" pitchFamily="34" charset="0"/>
                        </a:rPr>
                        <a:t>Manual alert triage is required</a:t>
                      </a:r>
                    </a:p>
                  </a:txBody>
                  <a:tcPr marL="161925" marR="161925" marT="186690" marB="186690"/>
                </a:tc>
                <a:tc>
                  <a:txBody>
                    <a:bodyPr/>
                    <a:lstStyle/>
                    <a:p>
                      <a:pPr algn="just" fontAlgn="t">
                        <a:lnSpc>
                          <a:spcPts val="1575"/>
                        </a:lnSpc>
                        <a:buNone/>
                      </a:pPr>
                      <a:r>
                        <a:rPr lang="en-US">
                          <a:effectLst/>
                          <a:latin typeface="Arial" panose="020B0604020202020204" pitchFamily="34" charset="0"/>
                          <a:cs typeface="Arial" panose="020B0604020202020204" pitchFamily="34" charset="0"/>
                        </a:rPr>
                        <a:t>Automated alert triage</a:t>
                      </a:r>
                    </a:p>
                  </a:txBody>
                  <a:tcPr marL="161925" marR="161925" marT="186690" marB="186690"/>
                </a:tc>
                <a:extLst>
                  <a:ext uri="{0D108BD9-81ED-4DB2-BD59-A6C34878D82A}">
                    <a16:rowId xmlns:a16="http://schemas.microsoft.com/office/drawing/2014/main" val="1781486344"/>
                  </a:ext>
                </a:extLst>
              </a:tr>
              <a:tr h="923144">
                <a:tc>
                  <a:txBody>
                    <a:bodyPr/>
                    <a:lstStyle/>
                    <a:p>
                      <a:pPr algn="just"/>
                      <a:r>
                        <a:rPr lang="en-US" sz="1800" b="0" i="0" kern="1200">
                          <a:solidFill>
                            <a:schemeClr val="dk1"/>
                          </a:solidFill>
                          <a:effectLst/>
                          <a:latin typeface="Arial" panose="020B0604020202020204" pitchFamily="34" charset="0"/>
                          <a:ea typeface="+mn-ea"/>
                          <a:cs typeface="Arial" panose="020B0604020202020204" pitchFamily="34" charset="0"/>
                        </a:rPr>
                        <a:t>Analytics engine must be manually tuned to differentiate between malicious and benign threats</a:t>
                      </a:r>
                      <a:endParaRPr lang="en-US">
                        <a:latin typeface="Arial" panose="020B0604020202020204" pitchFamily="34" charset="0"/>
                        <a:cs typeface="Arial" panose="020B0604020202020204" pitchFamily="34" charset="0"/>
                      </a:endParaRPr>
                    </a:p>
                  </a:txBody>
                  <a:tcPr/>
                </a:tc>
                <a:tc>
                  <a:txBody>
                    <a:bodyPr/>
                    <a:lstStyle/>
                    <a:p>
                      <a:pPr algn="just" fontAlgn="t">
                        <a:lnSpc>
                          <a:spcPts val="1575"/>
                        </a:lnSpc>
                        <a:buNone/>
                      </a:pPr>
                      <a:r>
                        <a:rPr lang="en-US" sz="1800" b="0" i="0" kern="1200">
                          <a:solidFill>
                            <a:schemeClr val="dk1"/>
                          </a:solidFill>
                          <a:effectLst/>
                          <a:latin typeface="Arial" panose="020B0604020202020204" pitchFamily="34" charset="0"/>
                          <a:ea typeface="+mn-ea"/>
                          <a:cs typeface="Arial" panose="020B0604020202020204" pitchFamily="34" charset="0"/>
                        </a:rPr>
                        <a:t>Automatically differentiates between threats and acts accordingly</a:t>
                      </a:r>
                      <a:endParaRPr lang="en-US">
                        <a:effectLst/>
                        <a:latin typeface="Arial" panose="020B0604020202020204" pitchFamily="34" charset="0"/>
                        <a:cs typeface="Arial" panose="020B0604020202020204" pitchFamily="34" charset="0"/>
                      </a:endParaRPr>
                    </a:p>
                  </a:txBody>
                  <a:tcPr marL="161925" marR="161925" marT="186690" marB="186690"/>
                </a:tc>
                <a:extLst>
                  <a:ext uri="{0D108BD9-81ED-4DB2-BD59-A6C34878D82A}">
                    <a16:rowId xmlns:a16="http://schemas.microsoft.com/office/drawing/2014/main" val="1949986189"/>
                  </a:ext>
                </a:extLst>
              </a:tr>
              <a:tr h="646200">
                <a:tc>
                  <a:txBody>
                    <a:bodyPr/>
                    <a:lstStyle/>
                    <a:p>
                      <a:pPr algn="just"/>
                      <a:r>
                        <a:rPr lang="en-US" sz="1800" b="0" i="0" kern="1200">
                          <a:solidFill>
                            <a:schemeClr val="dk1"/>
                          </a:solidFill>
                          <a:effectLst/>
                          <a:latin typeface="Arial" panose="020B0604020202020204" pitchFamily="34" charset="0"/>
                          <a:ea typeface="+mn-ea"/>
                          <a:cs typeface="Arial" panose="020B0604020202020204" pitchFamily="34" charset="0"/>
                        </a:rPr>
                        <a:t>Attributed to alert fatigue among analysts</a:t>
                      </a:r>
                      <a:endParaRPr lang="en-US">
                        <a:latin typeface="Arial" panose="020B0604020202020204" pitchFamily="34" charset="0"/>
                        <a:cs typeface="Arial" panose="020B0604020202020204" pitchFamily="34" charset="0"/>
                      </a:endParaRPr>
                    </a:p>
                  </a:txBody>
                  <a:tcPr/>
                </a:tc>
                <a:tc>
                  <a:txBody>
                    <a:bodyPr/>
                    <a:lstStyle/>
                    <a:p>
                      <a:pPr algn="just"/>
                      <a:r>
                        <a:rPr lang="en-US" sz="1800" b="0" i="0" kern="1200">
                          <a:solidFill>
                            <a:schemeClr val="dk1"/>
                          </a:solidFill>
                          <a:effectLst/>
                          <a:latin typeface="Arial" panose="020B0604020202020204" pitchFamily="34" charset="0"/>
                          <a:ea typeface="+mn-ea"/>
                          <a:cs typeface="Arial" panose="020B0604020202020204" pitchFamily="34" charset="0"/>
                        </a:rPr>
                        <a:t>Orchestration and automation capabilities reduces alert fatigue</a:t>
                      </a:r>
                      <a:endParaRPr lang="en-US">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062331162"/>
                  </a:ext>
                </a:extLst>
              </a:tr>
              <a:tr h="923144">
                <a:tc>
                  <a:txBody>
                    <a:bodyPr/>
                    <a:lstStyle/>
                    <a:p>
                      <a:pPr algn="just"/>
                      <a:r>
                        <a:rPr lang="en-US" sz="1800" b="0" i="0" kern="1200">
                          <a:solidFill>
                            <a:schemeClr val="dk1"/>
                          </a:solidFill>
                          <a:effectLst/>
                          <a:latin typeface="Arial" panose="020B0604020202020204" pitchFamily="34" charset="0"/>
                          <a:ea typeface="+mn-ea"/>
                          <a:cs typeface="Arial" panose="020B0604020202020204" pitchFamily="34" charset="0"/>
                        </a:rPr>
                        <a:t>Basic data correlation capability and takes single decisions to trigger alerts (which may be false positives)</a:t>
                      </a:r>
                      <a:endParaRPr lang="en-US" b="1">
                        <a:latin typeface="Arial" panose="020B0604020202020204" pitchFamily="34" charset="0"/>
                        <a:cs typeface="Arial" panose="020B0604020202020204" pitchFamily="34" charset="0"/>
                      </a:endParaRPr>
                    </a:p>
                  </a:txBody>
                  <a:tcPr/>
                </a:tc>
                <a:tc>
                  <a:txBody>
                    <a:bodyPr/>
                    <a:lstStyle/>
                    <a:p>
                      <a:pPr algn="just"/>
                      <a:r>
                        <a:rPr lang="en-US" sz="1800" b="0" i="0" kern="1200">
                          <a:solidFill>
                            <a:schemeClr val="dk1"/>
                          </a:solidFill>
                          <a:effectLst/>
                          <a:latin typeface="Arial" panose="020B0604020202020204" pitchFamily="34" charset="0"/>
                          <a:ea typeface="+mn-ea"/>
                          <a:cs typeface="Arial" panose="020B0604020202020204" pitchFamily="34" charset="0"/>
                        </a:rPr>
                        <a:t>Dynamically pulls data based on decisions in playbooks or after asking for user inputs</a:t>
                      </a:r>
                      <a:endParaRPr lang="en-US">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316363866"/>
                  </a:ext>
                </a:extLst>
              </a:tr>
              <a:tr h="646200">
                <a:tc>
                  <a:txBody>
                    <a:bodyPr/>
                    <a:lstStyle/>
                    <a:p>
                      <a:pPr algn="just"/>
                      <a:r>
                        <a:rPr lang="en-US" sz="1800" b="0" i="0" kern="1200">
                          <a:solidFill>
                            <a:schemeClr val="dk1"/>
                          </a:solidFill>
                          <a:effectLst/>
                          <a:latin typeface="Arial" panose="020B0604020202020204" pitchFamily="34" charset="0"/>
                          <a:ea typeface="+mn-ea"/>
                          <a:cs typeface="Arial" panose="020B0604020202020204" pitchFamily="34" charset="0"/>
                        </a:rPr>
                        <a:t>Restricted to collecting log data from network, endpoint, cloud, and application</a:t>
                      </a:r>
                      <a:endParaRPr lang="en-US">
                        <a:latin typeface="Arial" panose="020B0604020202020204" pitchFamily="34" charset="0"/>
                        <a:cs typeface="Arial" panose="020B0604020202020204" pitchFamily="34" charset="0"/>
                      </a:endParaRPr>
                    </a:p>
                  </a:txBody>
                  <a:tcPr/>
                </a:tc>
                <a:tc>
                  <a:txBody>
                    <a:bodyPr/>
                    <a:lstStyle/>
                    <a:p>
                      <a:pPr algn="just"/>
                      <a:r>
                        <a:rPr lang="en-US" sz="1800" b="0" i="0" kern="1200">
                          <a:solidFill>
                            <a:schemeClr val="dk1"/>
                          </a:solidFill>
                          <a:effectLst/>
                          <a:latin typeface="Arial" panose="020B0604020202020204" pitchFamily="34" charset="0"/>
                          <a:ea typeface="+mn-ea"/>
                          <a:cs typeface="Arial" panose="020B0604020202020204" pitchFamily="34" charset="0"/>
                        </a:rPr>
                        <a:t>Can also intake human inputs to make on-the-fly decisions to stop threats</a:t>
                      </a:r>
                      <a:endParaRPr lang="en-US">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858212487"/>
                  </a:ext>
                </a:extLst>
              </a:tr>
              <a:tr h="923144">
                <a:tc>
                  <a:txBody>
                    <a:bodyPr/>
                    <a:lstStyle/>
                    <a:p>
                      <a:pPr algn="just"/>
                      <a:r>
                        <a:rPr lang="en-US" sz="1800" b="0" i="0" kern="1200">
                          <a:solidFill>
                            <a:schemeClr val="dk1"/>
                          </a:solidFill>
                          <a:effectLst/>
                          <a:latin typeface="Arial" panose="020B0604020202020204" pitchFamily="34" charset="0"/>
                          <a:ea typeface="+mn-ea"/>
                          <a:cs typeface="Arial" panose="020B0604020202020204" pitchFamily="34" charset="0"/>
                        </a:rPr>
                        <a:t>Can only raise alerts; security personnel must still analyze each alert and decide on a course of action</a:t>
                      </a:r>
                      <a:endParaRPr lang="en-US">
                        <a:latin typeface="Arial" panose="020B0604020202020204" pitchFamily="34" charset="0"/>
                        <a:cs typeface="Arial" panose="020B0604020202020204" pitchFamily="34" charset="0"/>
                      </a:endParaRPr>
                    </a:p>
                  </a:txBody>
                  <a:tcPr/>
                </a:tc>
                <a:tc>
                  <a:txBody>
                    <a:bodyPr/>
                    <a:lstStyle/>
                    <a:p>
                      <a:pPr algn="just"/>
                      <a:r>
                        <a:rPr lang="en-US" sz="1800" b="0" i="0" kern="1200">
                          <a:solidFill>
                            <a:schemeClr val="dk1"/>
                          </a:solidFill>
                          <a:effectLst/>
                          <a:latin typeface="Arial" panose="020B0604020202020204" pitchFamily="34" charset="0"/>
                          <a:ea typeface="+mn-ea"/>
                          <a:cs typeface="Arial" panose="020B0604020202020204" pitchFamily="34" charset="0"/>
                        </a:rPr>
                        <a:t>Automatically responds to threats and takes appropriate action to protect the organization</a:t>
                      </a:r>
                      <a:endParaRPr lang="en-US">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56577188"/>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0637" y="0"/>
            <a:ext cx="4890723" cy="824460"/>
          </a:xfrm>
        </p:spPr>
        <p:txBody>
          <a:bodyPr>
            <a:noAutofit/>
          </a:bodyPr>
          <a:lstStyle/>
          <a:p>
            <a:pPr lvl="0" algn="ctr"/>
            <a:r>
              <a:rPr lang="en-US" altLang="en-US" sz="4000" b="1">
                <a:solidFill>
                  <a:srgbClr val="242424"/>
                </a:solidFill>
                <a:latin typeface="Arial" panose="020B0604020202020204" pitchFamily="34" charset="0"/>
                <a:cs typeface="Arial" panose="020B0604020202020204" pitchFamily="34" charset="0"/>
              </a:rPr>
              <a:t>SOAR Use Cases</a:t>
            </a:r>
            <a:endParaRPr lang="en-US" sz="4000">
              <a:latin typeface="Arial" panose="020B0604020202020204" pitchFamily="34" charset="0"/>
              <a:cs typeface="Arial" panose="020B0604020202020204" pitchFamily="34" charset="0"/>
            </a:endParaRPr>
          </a:p>
        </p:txBody>
      </p:sp>
      <p:graphicFrame>
        <p:nvGraphicFramePr>
          <p:cNvPr id="5" name="Table 4">
            <a:extLst>
              <a:ext uri="{FF2B5EF4-FFF2-40B4-BE49-F238E27FC236}">
                <a16:creationId xmlns:a16="http://schemas.microsoft.com/office/drawing/2014/main" id="{838C636C-9C79-9979-ADDD-087ED93E6ACA}"/>
              </a:ext>
            </a:extLst>
          </p:cNvPr>
          <p:cNvGraphicFramePr>
            <a:graphicFrameLocks noGrp="1"/>
          </p:cNvGraphicFramePr>
          <p:nvPr>
            <p:extLst>
              <p:ext uri="{D42A27DB-BD31-4B8C-83A1-F6EECF244321}">
                <p14:modId xmlns:p14="http://schemas.microsoft.com/office/powerpoint/2010/main" val="2627111151"/>
              </p:ext>
            </p:extLst>
          </p:nvPr>
        </p:nvGraphicFramePr>
        <p:xfrm>
          <a:off x="974361" y="742432"/>
          <a:ext cx="10777926" cy="5647360"/>
        </p:xfrm>
        <a:graphic>
          <a:graphicData uri="http://schemas.openxmlformats.org/drawingml/2006/table">
            <a:tbl>
              <a:tblPr firstRow="1" bandRow="1">
                <a:tableStyleId>{7DF18680-E054-41AD-8BC1-D1AEF772440D}</a:tableStyleId>
              </a:tblPr>
              <a:tblGrid>
                <a:gridCol w="3592642">
                  <a:extLst>
                    <a:ext uri="{9D8B030D-6E8A-4147-A177-3AD203B41FA5}">
                      <a16:colId xmlns:a16="http://schemas.microsoft.com/office/drawing/2014/main" val="107521722"/>
                    </a:ext>
                  </a:extLst>
                </a:gridCol>
                <a:gridCol w="3592642">
                  <a:extLst>
                    <a:ext uri="{9D8B030D-6E8A-4147-A177-3AD203B41FA5}">
                      <a16:colId xmlns:a16="http://schemas.microsoft.com/office/drawing/2014/main" val="1052509572"/>
                    </a:ext>
                  </a:extLst>
                </a:gridCol>
                <a:gridCol w="3592642">
                  <a:extLst>
                    <a:ext uri="{9D8B030D-6E8A-4147-A177-3AD203B41FA5}">
                      <a16:colId xmlns:a16="http://schemas.microsoft.com/office/drawing/2014/main" val="220680646"/>
                    </a:ext>
                  </a:extLst>
                </a:gridCol>
              </a:tblGrid>
              <a:tr h="630184">
                <a:tc>
                  <a:txBody>
                    <a:bodyPr/>
                    <a:lstStyle/>
                    <a:p>
                      <a:pPr>
                        <a:buNone/>
                      </a:pPr>
                      <a:r>
                        <a:rPr lang="en-US" sz="2000" b="1">
                          <a:latin typeface="Arial" panose="020B0604020202020204" pitchFamily="34" charset="0"/>
                          <a:cs typeface="Arial" panose="020B0604020202020204" pitchFamily="34" charset="0"/>
                        </a:rPr>
                        <a:t>Use Case</a:t>
                      </a:r>
                      <a:endParaRPr lang="en-US" sz="2000">
                        <a:latin typeface="Arial" panose="020B0604020202020204" pitchFamily="34" charset="0"/>
                        <a:cs typeface="Arial" panose="020B0604020202020204" pitchFamily="34" charset="0"/>
                      </a:endParaRPr>
                    </a:p>
                  </a:txBody>
                  <a:tcPr marL="33995" marR="33995" marT="16997" marB="16997" anchor="ctr"/>
                </a:tc>
                <a:tc>
                  <a:txBody>
                    <a:bodyPr/>
                    <a:lstStyle/>
                    <a:p>
                      <a:pPr>
                        <a:buNone/>
                      </a:pPr>
                      <a:r>
                        <a:rPr lang="en-US" sz="2000" b="1">
                          <a:latin typeface="Arial" panose="020B0604020202020204" pitchFamily="34" charset="0"/>
                          <a:cs typeface="Arial" panose="020B0604020202020204" pitchFamily="34" charset="0"/>
                        </a:rPr>
                        <a:t>Description</a:t>
                      </a:r>
                      <a:endParaRPr lang="en-US" sz="2000">
                        <a:latin typeface="Arial" panose="020B0604020202020204" pitchFamily="34" charset="0"/>
                        <a:cs typeface="Arial" panose="020B0604020202020204" pitchFamily="34" charset="0"/>
                      </a:endParaRPr>
                    </a:p>
                  </a:txBody>
                  <a:tcPr marL="33995" marR="33995" marT="16997" marB="16997" anchor="ctr"/>
                </a:tc>
                <a:tc>
                  <a:txBody>
                    <a:bodyPr/>
                    <a:lstStyle/>
                    <a:p>
                      <a:pPr>
                        <a:buNone/>
                      </a:pPr>
                      <a:r>
                        <a:rPr lang="en-US" sz="2000" b="1">
                          <a:latin typeface="Arial" panose="020B0604020202020204" pitchFamily="34" charset="0"/>
                          <a:cs typeface="Arial" panose="020B0604020202020204" pitchFamily="34" charset="0"/>
                        </a:rPr>
                        <a:t>Automated Action (Example)</a:t>
                      </a:r>
                      <a:endParaRPr lang="en-US" sz="2000">
                        <a:latin typeface="Arial" panose="020B0604020202020204" pitchFamily="34" charset="0"/>
                        <a:cs typeface="Arial" panose="020B0604020202020204" pitchFamily="34" charset="0"/>
                      </a:endParaRPr>
                    </a:p>
                  </a:txBody>
                  <a:tcPr marL="33995" marR="33995" marT="16997" marB="16997" anchor="ctr"/>
                </a:tc>
                <a:extLst>
                  <a:ext uri="{0D108BD9-81ED-4DB2-BD59-A6C34878D82A}">
                    <a16:rowId xmlns:a16="http://schemas.microsoft.com/office/drawing/2014/main" val="1855179521"/>
                  </a:ext>
                </a:extLst>
              </a:tr>
              <a:tr h="1223600">
                <a:tc>
                  <a:txBody>
                    <a:bodyPr/>
                    <a:lstStyle/>
                    <a:p>
                      <a:pPr>
                        <a:buNone/>
                      </a:pPr>
                      <a:r>
                        <a:rPr lang="en-US" sz="2000" b="1">
                          <a:latin typeface="Arial" panose="020B0604020202020204" pitchFamily="34" charset="0"/>
                          <a:cs typeface="Arial" panose="020B0604020202020204" pitchFamily="34" charset="0"/>
                        </a:rPr>
                        <a:t>Phishing Email Response</a:t>
                      </a:r>
                      <a:endParaRPr lang="en-US" sz="2000">
                        <a:latin typeface="Arial" panose="020B0604020202020204" pitchFamily="34" charset="0"/>
                        <a:cs typeface="Arial" panose="020B0604020202020204" pitchFamily="34" charset="0"/>
                      </a:endParaRPr>
                    </a:p>
                  </a:txBody>
                  <a:tcPr marL="33995" marR="33995" marT="16997" marB="16997" anchor="ctr"/>
                </a:tc>
                <a:tc>
                  <a:txBody>
                    <a:bodyPr/>
                    <a:lstStyle/>
                    <a:p>
                      <a:pPr>
                        <a:buNone/>
                      </a:pPr>
                      <a:r>
                        <a:rPr lang="en-US" sz="2000">
                          <a:latin typeface="Arial" panose="020B0604020202020204" pitchFamily="34" charset="0"/>
                          <a:cs typeface="Arial" panose="020B0604020202020204" pitchFamily="34" charset="0"/>
                        </a:rPr>
                        <a:t>Detect and respond to phishing emails reported by users or email filters.</a:t>
                      </a:r>
                    </a:p>
                  </a:txBody>
                  <a:tcPr marL="33995" marR="33995" marT="16997" marB="16997" anchor="ctr"/>
                </a:tc>
                <a:tc>
                  <a:txBody>
                    <a:bodyPr/>
                    <a:lstStyle/>
                    <a:p>
                      <a:pPr>
                        <a:buNone/>
                      </a:pPr>
                      <a:r>
                        <a:rPr lang="en-US" sz="2000">
                          <a:latin typeface="Arial" panose="020B0604020202020204" pitchFamily="34" charset="0"/>
                          <a:cs typeface="Arial" panose="020B0604020202020204" pitchFamily="34" charset="0"/>
                        </a:rPr>
                        <a:t>Automatically isolate the email, check sender reputation, and delete similar emails.</a:t>
                      </a:r>
                    </a:p>
                  </a:txBody>
                  <a:tcPr marL="33995" marR="33995" marT="16997" marB="16997" anchor="ctr"/>
                </a:tc>
                <a:extLst>
                  <a:ext uri="{0D108BD9-81ED-4DB2-BD59-A6C34878D82A}">
                    <a16:rowId xmlns:a16="http://schemas.microsoft.com/office/drawing/2014/main" val="1189431718"/>
                  </a:ext>
                </a:extLst>
              </a:tr>
              <a:tr h="926891">
                <a:tc>
                  <a:txBody>
                    <a:bodyPr/>
                    <a:lstStyle/>
                    <a:p>
                      <a:pPr>
                        <a:buNone/>
                      </a:pPr>
                      <a:r>
                        <a:rPr lang="en-US" sz="2000" b="1">
                          <a:latin typeface="Arial" panose="020B0604020202020204" pitchFamily="34" charset="0"/>
                          <a:cs typeface="Arial" panose="020B0604020202020204" pitchFamily="34" charset="0"/>
                        </a:rPr>
                        <a:t>Malware Infection</a:t>
                      </a:r>
                      <a:endParaRPr lang="en-US" sz="2000">
                        <a:latin typeface="Arial" panose="020B0604020202020204" pitchFamily="34" charset="0"/>
                        <a:cs typeface="Arial" panose="020B0604020202020204" pitchFamily="34" charset="0"/>
                      </a:endParaRPr>
                    </a:p>
                  </a:txBody>
                  <a:tcPr marL="33995" marR="33995" marT="16997" marB="16997" anchor="ctr"/>
                </a:tc>
                <a:tc>
                  <a:txBody>
                    <a:bodyPr/>
                    <a:lstStyle/>
                    <a:p>
                      <a:pPr>
                        <a:buNone/>
                      </a:pPr>
                      <a:r>
                        <a:rPr lang="en-US" sz="2000">
                          <a:latin typeface="Arial" panose="020B0604020202020204" pitchFamily="34" charset="0"/>
                          <a:cs typeface="Arial" panose="020B0604020202020204" pitchFamily="34" charset="0"/>
                        </a:rPr>
                        <a:t>Handle alerts from antivirus or EDR tools about malware activity.</a:t>
                      </a:r>
                    </a:p>
                  </a:txBody>
                  <a:tcPr marL="33995" marR="33995" marT="16997" marB="16997" anchor="ctr"/>
                </a:tc>
                <a:tc>
                  <a:txBody>
                    <a:bodyPr/>
                    <a:lstStyle/>
                    <a:p>
                      <a:pPr>
                        <a:buNone/>
                      </a:pPr>
                      <a:r>
                        <a:rPr lang="en-US" sz="2000">
                          <a:latin typeface="Arial" panose="020B0604020202020204" pitchFamily="34" charset="0"/>
                          <a:cs typeface="Arial" panose="020B0604020202020204" pitchFamily="34" charset="0"/>
                        </a:rPr>
                        <a:t>Quarantine infected endpoints, block file hashes, and notify IT team.</a:t>
                      </a:r>
                    </a:p>
                  </a:txBody>
                  <a:tcPr marL="33995" marR="33995" marT="16997" marB="16997" anchor="ctr"/>
                </a:tc>
                <a:extLst>
                  <a:ext uri="{0D108BD9-81ED-4DB2-BD59-A6C34878D82A}">
                    <a16:rowId xmlns:a16="http://schemas.microsoft.com/office/drawing/2014/main" val="3106176143"/>
                  </a:ext>
                </a:extLst>
              </a:tr>
              <a:tr h="926891">
                <a:tc>
                  <a:txBody>
                    <a:bodyPr/>
                    <a:lstStyle/>
                    <a:p>
                      <a:pPr>
                        <a:buNone/>
                      </a:pPr>
                      <a:r>
                        <a:rPr lang="en-US" sz="2000" b="1">
                          <a:latin typeface="Arial" panose="020B0604020202020204" pitchFamily="34" charset="0"/>
                          <a:cs typeface="Arial" panose="020B0604020202020204" pitchFamily="34" charset="0"/>
                        </a:rPr>
                        <a:t>Unauthorized Login Attempt</a:t>
                      </a:r>
                      <a:endParaRPr lang="en-US" sz="2000">
                        <a:latin typeface="Arial" panose="020B0604020202020204" pitchFamily="34" charset="0"/>
                        <a:cs typeface="Arial" panose="020B0604020202020204" pitchFamily="34" charset="0"/>
                      </a:endParaRPr>
                    </a:p>
                  </a:txBody>
                  <a:tcPr marL="33995" marR="33995" marT="16997" marB="16997" anchor="ctr"/>
                </a:tc>
                <a:tc>
                  <a:txBody>
                    <a:bodyPr/>
                    <a:lstStyle/>
                    <a:p>
                      <a:pPr>
                        <a:buNone/>
                      </a:pPr>
                      <a:r>
                        <a:rPr lang="en-US" sz="2000">
                          <a:latin typeface="Arial" panose="020B0604020202020204" pitchFamily="34" charset="0"/>
                          <a:cs typeface="Arial" panose="020B0604020202020204" pitchFamily="34" charset="0"/>
                        </a:rPr>
                        <a:t>Detect multiple failed or suspicious logins from unusual locations.</a:t>
                      </a:r>
                    </a:p>
                  </a:txBody>
                  <a:tcPr marL="33995" marR="33995" marT="16997" marB="16997" anchor="ctr"/>
                </a:tc>
                <a:tc>
                  <a:txBody>
                    <a:bodyPr/>
                    <a:lstStyle/>
                    <a:p>
                      <a:pPr>
                        <a:buNone/>
                      </a:pPr>
                      <a:r>
                        <a:rPr lang="en-US" sz="2000">
                          <a:latin typeface="Arial" panose="020B0604020202020204" pitchFamily="34" charset="0"/>
                          <a:cs typeface="Arial" panose="020B0604020202020204" pitchFamily="34" charset="0"/>
                        </a:rPr>
                        <a:t>Disable the account, block the IP address, and alert the SOC team.</a:t>
                      </a:r>
                    </a:p>
                  </a:txBody>
                  <a:tcPr marL="33995" marR="33995" marT="16997" marB="16997" anchor="ctr"/>
                </a:tc>
                <a:extLst>
                  <a:ext uri="{0D108BD9-81ED-4DB2-BD59-A6C34878D82A}">
                    <a16:rowId xmlns:a16="http://schemas.microsoft.com/office/drawing/2014/main" val="4080267506"/>
                  </a:ext>
                </a:extLst>
              </a:tr>
              <a:tr h="926891">
                <a:tc>
                  <a:txBody>
                    <a:bodyPr/>
                    <a:lstStyle/>
                    <a:p>
                      <a:pPr>
                        <a:buNone/>
                      </a:pPr>
                      <a:r>
                        <a:rPr lang="en-US" sz="2000" b="1">
                          <a:latin typeface="Arial" panose="020B0604020202020204" pitchFamily="34" charset="0"/>
                          <a:cs typeface="Arial" panose="020B0604020202020204" pitchFamily="34" charset="0"/>
                        </a:rPr>
                        <a:t>Suspicious Network Activity</a:t>
                      </a:r>
                      <a:endParaRPr lang="en-US" sz="2000">
                        <a:latin typeface="Arial" panose="020B0604020202020204" pitchFamily="34" charset="0"/>
                        <a:cs typeface="Arial" panose="020B0604020202020204" pitchFamily="34" charset="0"/>
                      </a:endParaRPr>
                    </a:p>
                  </a:txBody>
                  <a:tcPr marL="33995" marR="33995" marT="16997" marB="16997" anchor="ctr"/>
                </a:tc>
                <a:tc>
                  <a:txBody>
                    <a:bodyPr/>
                    <a:lstStyle/>
                    <a:p>
                      <a:pPr>
                        <a:buNone/>
                      </a:pPr>
                      <a:r>
                        <a:rPr lang="en-US" sz="2000">
                          <a:latin typeface="Arial" panose="020B0604020202020204" pitchFamily="34" charset="0"/>
                          <a:cs typeface="Arial" panose="020B0604020202020204" pitchFamily="34" charset="0"/>
                        </a:rPr>
                        <a:t>Identify abnormal data transfers or traffic patterns.</a:t>
                      </a:r>
                    </a:p>
                  </a:txBody>
                  <a:tcPr marL="33995" marR="33995" marT="16997" marB="16997" anchor="ctr"/>
                </a:tc>
                <a:tc>
                  <a:txBody>
                    <a:bodyPr/>
                    <a:lstStyle/>
                    <a:p>
                      <a:pPr>
                        <a:buNone/>
                      </a:pPr>
                      <a:r>
                        <a:rPr lang="en-US" sz="2000">
                          <a:latin typeface="Arial" panose="020B0604020202020204" pitchFamily="34" charset="0"/>
                          <a:cs typeface="Arial" panose="020B0604020202020204" pitchFamily="34" charset="0"/>
                        </a:rPr>
                        <a:t>Isolate the affected device and block the suspicious connection.</a:t>
                      </a:r>
                    </a:p>
                  </a:txBody>
                  <a:tcPr marL="33995" marR="33995" marT="16997" marB="16997" anchor="ctr"/>
                </a:tc>
                <a:extLst>
                  <a:ext uri="{0D108BD9-81ED-4DB2-BD59-A6C34878D82A}">
                    <a16:rowId xmlns:a16="http://schemas.microsoft.com/office/drawing/2014/main" val="3561096766"/>
                  </a:ext>
                </a:extLst>
              </a:tr>
              <a:tr h="926891">
                <a:tc>
                  <a:txBody>
                    <a:bodyPr/>
                    <a:lstStyle/>
                    <a:p>
                      <a:pPr>
                        <a:buNone/>
                      </a:pPr>
                      <a:r>
                        <a:rPr lang="en-US" sz="2000" b="1">
                          <a:latin typeface="Arial" panose="020B0604020202020204" pitchFamily="34" charset="0"/>
                          <a:cs typeface="Arial" panose="020B0604020202020204" pitchFamily="34" charset="0"/>
                        </a:rPr>
                        <a:t>Ransomware Alert</a:t>
                      </a:r>
                      <a:endParaRPr lang="en-US" sz="2000">
                        <a:latin typeface="Arial" panose="020B0604020202020204" pitchFamily="34" charset="0"/>
                        <a:cs typeface="Arial" panose="020B0604020202020204" pitchFamily="34" charset="0"/>
                      </a:endParaRPr>
                    </a:p>
                  </a:txBody>
                  <a:tcPr marL="33995" marR="33995" marT="16997" marB="16997" anchor="ctr"/>
                </a:tc>
                <a:tc>
                  <a:txBody>
                    <a:bodyPr/>
                    <a:lstStyle/>
                    <a:p>
                      <a:pPr>
                        <a:buNone/>
                      </a:pPr>
                      <a:r>
                        <a:rPr lang="en-US" sz="2000">
                          <a:latin typeface="Arial" panose="020B0604020202020204" pitchFamily="34" charset="0"/>
                          <a:cs typeface="Arial" panose="020B0604020202020204" pitchFamily="34" charset="0"/>
                        </a:rPr>
                        <a:t>Respond quickly to detected ransomware activity.</a:t>
                      </a:r>
                    </a:p>
                  </a:txBody>
                  <a:tcPr marL="33995" marR="33995" marT="16997" marB="16997" anchor="ctr"/>
                </a:tc>
                <a:tc>
                  <a:txBody>
                    <a:bodyPr/>
                    <a:lstStyle/>
                    <a:p>
                      <a:pPr>
                        <a:buNone/>
                      </a:pPr>
                      <a:r>
                        <a:rPr lang="en-US" sz="2000">
                          <a:latin typeface="Arial" panose="020B0604020202020204" pitchFamily="34" charset="0"/>
                          <a:cs typeface="Arial" panose="020B0604020202020204" pitchFamily="34" charset="0"/>
                        </a:rPr>
                        <a:t>Disconnect affected systems and trigger data backup restoration procedures.</a:t>
                      </a:r>
                    </a:p>
                  </a:txBody>
                  <a:tcPr marL="33995" marR="33995" marT="16997" marB="16997" anchor="ctr"/>
                </a:tc>
                <a:extLst>
                  <a:ext uri="{0D108BD9-81ED-4DB2-BD59-A6C34878D82A}">
                    <a16:rowId xmlns:a16="http://schemas.microsoft.com/office/drawing/2014/main" val="3445289744"/>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3F1A6-E203-DE17-46B9-2D2A76DFF4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F0562F-252B-8FB2-7816-EC8FBF8CFFF0}"/>
              </a:ext>
            </a:extLst>
          </p:cNvPr>
          <p:cNvSpPr>
            <a:spLocks noGrp="1"/>
          </p:cNvSpPr>
          <p:nvPr>
            <p:ph type="title"/>
          </p:nvPr>
        </p:nvSpPr>
        <p:spPr>
          <a:xfrm>
            <a:off x="3650637" y="0"/>
            <a:ext cx="4890723" cy="824460"/>
          </a:xfrm>
        </p:spPr>
        <p:txBody>
          <a:bodyPr>
            <a:noAutofit/>
          </a:bodyPr>
          <a:lstStyle/>
          <a:p>
            <a:pPr lvl="0" algn="ctr"/>
            <a:r>
              <a:rPr lang="en-US" altLang="en-US" sz="4000" b="1">
                <a:solidFill>
                  <a:srgbClr val="242424"/>
                </a:solidFill>
                <a:latin typeface="Arial" panose="020B0604020202020204" pitchFamily="34" charset="0"/>
                <a:cs typeface="Arial" panose="020B0604020202020204" pitchFamily="34" charset="0"/>
              </a:rPr>
              <a:t>SOAR Use Cases</a:t>
            </a:r>
            <a:endParaRPr lang="en-US" sz="4000">
              <a:latin typeface="Arial" panose="020B0604020202020204" pitchFamily="34" charset="0"/>
              <a:cs typeface="Arial" panose="020B0604020202020204" pitchFamily="34" charset="0"/>
            </a:endParaRPr>
          </a:p>
        </p:txBody>
      </p:sp>
      <p:graphicFrame>
        <p:nvGraphicFramePr>
          <p:cNvPr id="4" name="Table 3">
            <a:extLst>
              <a:ext uri="{FF2B5EF4-FFF2-40B4-BE49-F238E27FC236}">
                <a16:creationId xmlns:a16="http://schemas.microsoft.com/office/drawing/2014/main" id="{FFF094CB-1EA7-32B6-6374-204EBCE89170}"/>
              </a:ext>
            </a:extLst>
          </p:cNvPr>
          <p:cNvGraphicFramePr>
            <a:graphicFrameLocks noGrp="1"/>
          </p:cNvGraphicFramePr>
          <p:nvPr>
            <p:extLst>
              <p:ext uri="{D42A27DB-BD31-4B8C-83A1-F6EECF244321}">
                <p14:modId xmlns:p14="http://schemas.microsoft.com/office/powerpoint/2010/main" val="3703334582"/>
              </p:ext>
            </p:extLst>
          </p:nvPr>
        </p:nvGraphicFramePr>
        <p:xfrm>
          <a:off x="929389" y="824460"/>
          <a:ext cx="10672998" cy="5411902"/>
        </p:xfrm>
        <a:graphic>
          <a:graphicData uri="http://schemas.openxmlformats.org/drawingml/2006/table">
            <a:tbl>
              <a:tblPr firstRow="1" bandRow="1">
                <a:tableStyleId>{7DF18680-E054-41AD-8BC1-D1AEF772440D}</a:tableStyleId>
              </a:tblPr>
              <a:tblGrid>
                <a:gridCol w="3557666">
                  <a:extLst>
                    <a:ext uri="{9D8B030D-6E8A-4147-A177-3AD203B41FA5}">
                      <a16:colId xmlns:a16="http://schemas.microsoft.com/office/drawing/2014/main" val="153316462"/>
                    </a:ext>
                  </a:extLst>
                </a:gridCol>
                <a:gridCol w="3557666">
                  <a:extLst>
                    <a:ext uri="{9D8B030D-6E8A-4147-A177-3AD203B41FA5}">
                      <a16:colId xmlns:a16="http://schemas.microsoft.com/office/drawing/2014/main" val="4283013059"/>
                    </a:ext>
                  </a:extLst>
                </a:gridCol>
                <a:gridCol w="3557666">
                  <a:extLst>
                    <a:ext uri="{9D8B030D-6E8A-4147-A177-3AD203B41FA5}">
                      <a16:colId xmlns:a16="http://schemas.microsoft.com/office/drawing/2014/main" val="3551847513"/>
                    </a:ext>
                  </a:extLst>
                </a:gridCol>
              </a:tblGrid>
              <a:tr h="659447">
                <a:tc>
                  <a:txBody>
                    <a:bodyPr/>
                    <a:lstStyle/>
                    <a:p>
                      <a:pPr>
                        <a:buNone/>
                      </a:pPr>
                      <a:r>
                        <a:rPr lang="en-US" sz="2000" b="1">
                          <a:latin typeface="Arial" panose="020B0604020202020204" pitchFamily="34" charset="0"/>
                          <a:cs typeface="Arial" panose="020B0604020202020204" pitchFamily="34" charset="0"/>
                        </a:rPr>
                        <a:t>Use Case</a:t>
                      </a:r>
                      <a:endParaRPr lang="en-US" sz="2000">
                        <a:latin typeface="Arial" panose="020B0604020202020204" pitchFamily="34" charset="0"/>
                        <a:cs typeface="Arial" panose="020B0604020202020204" pitchFamily="34" charset="0"/>
                      </a:endParaRPr>
                    </a:p>
                  </a:txBody>
                  <a:tcPr marL="33995" marR="33995" marT="16997" marB="16997" anchor="ctr"/>
                </a:tc>
                <a:tc>
                  <a:txBody>
                    <a:bodyPr/>
                    <a:lstStyle/>
                    <a:p>
                      <a:pPr>
                        <a:buNone/>
                      </a:pPr>
                      <a:r>
                        <a:rPr lang="en-US" sz="2000" b="1">
                          <a:latin typeface="Arial" panose="020B0604020202020204" pitchFamily="34" charset="0"/>
                          <a:cs typeface="Arial" panose="020B0604020202020204" pitchFamily="34" charset="0"/>
                        </a:rPr>
                        <a:t>Description</a:t>
                      </a:r>
                      <a:endParaRPr lang="en-US" sz="2000">
                        <a:latin typeface="Arial" panose="020B0604020202020204" pitchFamily="34" charset="0"/>
                        <a:cs typeface="Arial" panose="020B0604020202020204" pitchFamily="34" charset="0"/>
                      </a:endParaRPr>
                    </a:p>
                  </a:txBody>
                  <a:tcPr marL="33995" marR="33995" marT="16997" marB="16997" anchor="ctr"/>
                </a:tc>
                <a:tc>
                  <a:txBody>
                    <a:bodyPr/>
                    <a:lstStyle/>
                    <a:p>
                      <a:pPr>
                        <a:buNone/>
                      </a:pPr>
                      <a:r>
                        <a:rPr lang="en-US" sz="2000" b="1">
                          <a:latin typeface="Arial" panose="020B0604020202020204" pitchFamily="34" charset="0"/>
                          <a:cs typeface="Arial" panose="020B0604020202020204" pitchFamily="34" charset="0"/>
                        </a:rPr>
                        <a:t>Automated Action (Example)</a:t>
                      </a:r>
                      <a:endParaRPr lang="en-US" sz="2000">
                        <a:latin typeface="Arial" panose="020B0604020202020204" pitchFamily="34" charset="0"/>
                        <a:cs typeface="Arial" panose="020B0604020202020204" pitchFamily="34" charset="0"/>
                      </a:endParaRPr>
                    </a:p>
                  </a:txBody>
                  <a:tcPr marL="33995" marR="33995" marT="16997" marB="16997" anchor="ctr"/>
                </a:tc>
                <a:extLst>
                  <a:ext uri="{0D108BD9-81ED-4DB2-BD59-A6C34878D82A}">
                    <a16:rowId xmlns:a16="http://schemas.microsoft.com/office/drawing/2014/main" val="2764839517"/>
                  </a:ext>
                </a:extLst>
              </a:tr>
              <a:tr h="950491">
                <a:tc>
                  <a:txBody>
                    <a:bodyPr/>
                    <a:lstStyle/>
                    <a:p>
                      <a:pPr>
                        <a:buNone/>
                      </a:pPr>
                      <a:r>
                        <a:rPr lang="en-US" sz="2000" b="1">
                          <a:latin typeface="Arial" panose="020B0604020202020204" pitchFamily="34" charset="0"/>
                          <a:cs typeface="Arial" panose="020B0604020202020204" pitchFamily="34" charset="0"/>
                        </a:rPr>
                        <a:t>Data Exfiltration</a:t>
                      </a:r>
                      <a:endParaRPr lang="en-US" sz="2000">
                        <a:latin typeface="Arial" panose="020B0604020202020204" pitchFamily="34" charset="0"/>
                        <a:cs typeface="Arial" panose="020B0604020202020204" pitchFamily="34" charset="0"/>
                      </a:endParaRPr>
                    </a:p>
                  </a:txBody>
                  <a:tcPr marL="33995" marR="33995" marT="16997" marB="16997" anchor="ctr"/>
                </a:tc>
                <a:tc>
                  <a:txBody>
                    <a:bodyPr/>
                    <a:lstStyle/>
                    <a:p>
                      <a:pPr>
                        <a:buNone/>
                      </a:pPr>
                      <a:r>
                        <a:rPr lang="en-US" sz="2000">
                          <a:latin typeface="Arial" panose="020B0604020202020204" pitchFamily="34" charset="0"/>
                          <a:cs typeface="Arial" panose="020B0604020202020204" pitchFamily="34" charset="0"/>
                        </a:rPr>
                        <a:t>Detect data being sent outside the organization.</a:t>
                      </a:r>
                    </a:p>
                  </a:txBody>
                  <a:tcPr marL="33995" marR="33995" marT="16997" marB="16997" anchor="ctr"/>
                </a:tc>
                <a:tc>
                  <a:txBody>
                    <a:bodyPr/>
                    <a:lstStyle/>
                    <a:p>
                      <a:pPr>
                        <a:buNone/>
                      </a:pPr>
                      <a:r>
                        <a:rPr lang="en-US" sz="2000">
                          <a:latin typeface="Arial" panose="020B0604020202020204" pitchFamily="34" charset="0"/>
                          <a:cs typeface="Arial" panose="020B0604020202020204" pitchFamily="34" charset="0"/>
                        </a:rPr>
                        <a:t>Block outgoing traffic, revoke user access, and notify compliance team.</a:t>
                      </a:r>
                    </a:p>
                  </a:txBody>
                  <a:tcPr marL="33995" marR="33995" marT="16997" marB="16997" anchor="ctr"/>
                </a:tc>
                <a:extLst>
                  <a:ext uri="{0D108BD9-81ED-4DB2-BD59-A6C34878D82A}">
                    <a16:rowId xmlns:a16="http://schemas.microsoft.com/office/drawing/2014/main" val="2178018"/>
                  </a:ext>
                </a:extLst>
              </a:tr>
              <a:tr h="950491">
                <a:tc>
                  <a:txBody>
                    <a:bodyPr/>
                    <a:lstStyle/>
                    <a:p>
                      <a:pPr>
                        <a:buNone/>
                      </a:pPr>
                      <a:r>
                        <a:rPr lang="en-US" sz="2000" b="1">
                          <a:latin typeface="Arial" panose="020B0604020202020204" pitchFamily="34" charset="0"/>
                          <a:cs typeface="Arial" panose="020B0604020202020204" pitchFamily="34" charset="0"/>
                        </a:rPr>
                        <a:t>Insider Threat Detection</a:t>
                      </a:r>
                      <a:endParaRPr lang="en-US" sz="2000">
                        <a:latin typeface="Arial" panose="020B0604020202020204" pitchFamily="34" charset="0"/>
                        <a:cs typeface="Arial" panose="020B0604020202020204" pitchFamily="34" charset="0"/>
                      </a:endParaRPr>
                    </a:p>
                  </a:txBody>
                  <a:tcPr marL="33995" marR="33995" marT="16997" marB="16997" anchor="ctr"/>
                </a:tc>
                <a:tc>
                  <a:txBody>
                    <a:bodyPr/>
                    <a:lstStyle/>
                    <a:p>
                      <a:pPr>
                        <a:buNone/>
                      </a:pPr>
                      <a:r>
                        <a:rPr lang="en-US" sz="2000">
                          <a:latin typeface="Arial" panose="020B0604020202020204" pitchFamily="34" charset="0"/>
                          <a:cs typeface="Arial" panose="020B0604020202020204" pitchFamily="34" charset="0"/>
                        </a:rPr>
                        <a:t>Identify unusual behavior by internal users.</a:t>
                      </a:r>
                    </a:p>
                  </a:txBody>
                  <a:tcPr marL="33995" marR="33995" marT="16997" marB="16997" anchor="ctr"/>
                </a:tc>
                <a:tc>
                  <a:txBody>
                    <a:bodyPr/>
                    <a:lstStyle/>
                    <a:p>
                      <a:pPr>
                        <a:buNone/>
                      </a:pPr>
                      <a:r>
                        <a:rPr lang="en-US" sz="2000">
                          <a:latin typeface="Arial" panose="020B0604020202020204" pitchFamily="34" charset="0"/>
                          <a:cs typeface="Arial" panose="020B0604020202020204" pitchFamily="34" charset="0"/>
                        </a:rPr>
                        <a:t>Suspend user account and generate investigation report.</a:t>
                      </a:r>
                    </a:p>
                  </a:txBody>
                  <a:tcPr marL="33995" marR="33995" marT="16997" marB="16997" anchor="ctr"/>
                </a:tc>
                <a:extLst>
                  <a:ext uri="{0D108BD9-81ED-4DB2-BD59-A6C34878D82A}">
                    <a16:rowId xmlns:a16="http://schemas.microsoft.com/office/drawing/2014/main" val="1100389067"/>
                  </a:ext>
                </a:extLst>
              </a:tr>
              <a:tr h="950491">
                <a:tc>
                  <a:txBody>
                    <a:bodyPr/>
                    <a:lstStyle/>
                    <a:p>
                      <a:pPr>
                        <a:buNone/>
                      </a:pPr>
                      <a:r>
                        <a:rPr lang="en-US" sz="2000" b="1">
                          <a:latin typeface="Arial" panose="020B0604020202020204" pitchFamily="34" charset="0"/>
                          <a:cs typeface="Arial" panose="020B0604020202020204" pitchFamily="34" charset="0"/>
                        </a:rPr>
                        <a:t>Threat Intelligence Enrichment</a:t>
                      </a:r>
                      <a:endParaRPr lang="en-US" sz="2000">
                        <a:latin typeface="Arial" panose="020B0604020202020204" pitchFamily="34" charset="0"/>
                        <a:cs typeface="Arial" panose="020B0604020202020204" pitchFamily="34" charset="0"/>
                      </a:endParaRPr>
                    </a:p>
                  </a:txBody>
                  <a:tcPr marL="33995" marR="33995" marT="16997" marB="16997" anchor="ctr"/>
                </a:tc>
                <a:tc>
                  <a:txBody>
                    <a:bodyPr/>
                    <a:lstStyle/>
                    <a:p>
                      <a:pPr>
                        <a:buNone/>
                      </a:pPr>
                      <a:r>
                        <a:rPr lang="en-US" sz="2000">
                          <a:latin typeface="Arial" panose="020B0604020202020204" pitchFamily="34" charset="0"/>
                          <a:cs typeface="Arial" panose="020B0604020202020204" pitchFamily="34" charset="0"/>
                        </a:rPr>
                        <a:t>Collect and analyze threat intelligence from multiple sources.</a:t>
                      </a:r>
                    </a:p>
                  </a:txBody>
                  <a:tcPr marL="33995" marR="33995" marT="16997" marB="16997" anchor="ctr"/>
                </a:tc>
                <a:tc>
                  <a:txBody>
                    <a:bodyPr/>
                    <a:lstStyle/>
                    <a:p>
                      <a:pPr>
                        <a:buNone/>
                      </a:pPr>
                      <a:r>
                        <a:rPr lang="en-US" sz="2000">
                          <a:latin typeface="Arial" panose="020B0604020202020204" pitchFamily="34" charset="0"/>
                          <a:cs typeface="Arial" panose="020B0604020202020204" pitchFamily="34" charset="0"/>
                        </a:rPr>
                        <a:t>Automatically correlate IPs/domains with internal alerts.</a:t>
                      </a:r>
                    </a:p>
                  </a:txBody>
                  <a:tcPr marL="33995" marR="33995" marT="16997" marB="16997" anchor="ctr"/>
                </a:tc>
                <a:extLst>
                  <a:ext uri="{0D108BD9-81ED-4DB2-BD59-A6C34878D82A}">
                    <a16:rowId xmlns:a16="http://schemas.microsoft.com/office/drawing/2014/main" val="497695773"/>
                  </a:ext>
                </a:extLst>
              </a:tr>
              <a:tr h="950491">
                <a:tc>
                  <a:txBody>
                    <a:bodyPr/>
                    <a:lstStyle/>
                    <a:p>
                      <a:pPr>
                        <a:buNone/>
                      </a:pPr>
                      <a:r>
                        <a:rPr lang="en-US" sz="2000" b="1">
                          <a:latin typeface="Arial" panose="020B0604020202020204" pitchFamily="34" charset="0"/>
                          <a:cs typeface="Arial" panose="020B0604020202020204" pitchFamily="34" charset="0"/>
                        </a:rPr>
                        <a:t>Vulnerability Management</a:t>
                      </a:r>
                      <a:endParaRPr lang="en-US" sz="2000">
                        <a:latin typeface="Arial" panose="020B0604020202020204" pitchFamily="34" charset="0"/>
                        <a:cs typeface="Arial" panose="020B0604020202020204" pitchFamily="34" charset="0"/>
                      </a:endParaRPr>
                    </a:p>
                  </a:txBody>
                  <a:tcPr marL="33995" marR="33995" marT="16997" marB="16997" anchor="ctr"/>
                </a:tc>
                <a:tc>
                  <a:txBody>
                    <a:bodyPr/>
                    <a:lstStyle/>
                    <a:p>
                      <a:pPr>
                        <a:buNone/>
                      </a:pPr>
                      <a:r>
                        <a:rPr lang="en-US" sz="2000">
                          <a:latin typeface="Arial" panose="020B0604020202020204" pitchFamily="34" charset="0"/>
                          <a:cs typeface="Arial" panose="020B0604020202020204" pitchFamily="34" charset="0"/>
                        </a:rPr>
                        <a:t>Automate the patching and prioritization process.</a:t>
                      </a:r>
                    </a:p>
                  </a:txBody>
                  <a:tcPr marL="33995" marR="33995" marT="16997" marB="16997" anchor="ctr"/>
                </a:tc>
                <a:tc>
                  <a:txBody>
                    <a:bodyPr/>
                    <a:lstStyle/>
                    <a:p>
                      <a:pPr>
                        <a:buNone/>
                      </a:pPr>
                      <a:r>
                        <a:rPr lang="en-US" sz="2000">
                          <a:latin typeface="Arial" panose="020B0604020202020204" pitchFamily="34" charset="0"/>
                          <a:cs typeface="Arial" panose="020B0604020202020204" pitchFamily="34" charset="0"/>
                        </a:rPr>
                        <a:t>Assign tickets for critical vulnerabilities and verify patch completion.</a:t>
                      </a:r>
                    </a:p>
                  </a:txBody>
                  <a:tcPr marL="33995" marR="33995" marT="16997" marB="16997" anchor="ctr"/>
                </a:tc>
                <a:extLst>
                  <a:ext uri="{0D108BD9-81ED-4DB2-BD59-A6C34878D82A}">
                    <a16:rowId xmlns:a16="http://schemas.microsoft.com/office/drawing/2014/main" val="3683898367"/>
                  </a:ext>
                </a:extLst>
              </a:tr>
              <a:tr h="950491">
                <a:tc>
                  <a:txBody>
                    <a:bodyPr/>
                    <a:lstStyle/>
                    <a:p>
                      <a:pPr>
                        <a:buNone/>
                      </a:pPr>
                      <a:r>
                        <a:rPr lang="en-US" sz="2000" b="1">
                          <a:latin typeface="Arial" panose="020B0604020202020204" pitchFamily="34" charset="0"/>
                          <a:cs typeface="Arial" panose="020B0604020202020204" pitchFamily="34" charset="0"/>
                        </a:rPr>
                        <a:t>SIEM Alert Triage</a:t>
                      </a:r>
                      <a:endParaRPr lang="en-US" sz="2000">
                        <a:latin typeface="Arial" panose="020B0604020202020204" pitchFamily="34" charset="0"/>
                        <a:cs typeface="Arial" panose="020B0604020202020204" pitchFamily="34" charset="0"/>
                      </a:endParaRPr>
                    </a:p>
                  </a:txBody>
                  <a:tcPr marL="33995" marR="33995" marT="16997" marB="16997" anchor="ctr"/>
                </a:tc>
                <a:tc>
                  <a:txBody>
                    <a:bodyPr/>
                    <a:lstStyle/>
                    <a:p>
                      <a:pPr>
                        <a:buNone/>
                      </a:pPr>
                      <a:r>
                        <a:rPr lang="en-US" sz="2000">
                          <a:latin typeface="Arial" panose="020B0604020202020204" pitchFamily="34" charset="0"/>
                          <a:cs typeface="Arial" panose="020B0604020202020204" pitchFamily="34" charset="0"/>
                        </a:rPr>
                        <a:t>Manage large numbers of alerts generated by SIEM tools.</a:t>
                      </a:r>
                    </a:p>
                  </a:txBody>
                  <a:tcPr marL="33995" marR="33995" marT="16997" marB="16997" anchor="ctr"/>
                </a:tc>
                <a:tc>
                  <a:txBody>
                    <a:bodyPr/>
                    <a:lstStyle/>
                    <a:p>
                      <a:pPr>
                        <a:buNone/>
                      </a:pPr>
                      <a:r>
                        <a:rPr lang="en-US" sz="2000">
                          <a:latin typeface="Arial" panose="020B0604020202020204" pitchFamily="34" charset="0"/>
                          <a:cs typeface="Arial" panose="020B0604020202020204" pitchFamily="34" charset="0"/>
                        </a:rPr>
                        <a:t>Automatically categorize, enrich, and assign alerts to analysts.</a:t>
                      </a:r>
                    </a:p>
                  </a:txBody>
                  <a:tcPr marL="33995" marR="33995" marT="16997" marB="16997" anchor="ctr"/>
                </a:tc>
                <a:extLst>
                  <a:ext uri="{0D108BD9-81ED-4DB2-BD59-A6C34878D82A}">
                    <a16:rowId xmlns:a16="http://schemas.microsoft.com/office/drawing/2014/main" val="1168727364"/>
                  </a:ext>
                </a:extLst>
              </a:tr>
            </a:tbl>
          </a:graphicData>
        </a:graphic>
      </p:graphicFrame>
    </p:spTree>
    <p:extLst>
      <p:ext uri="{BB962C8B-B14F-4D97-AF65-F5344CB8AC3E}">
        <p14:creationId xmlns:p14="http://schemas.microsoft.com/office/powerpoint/2010/main" val="784707738"/>
      </p:ext>
    </p:extLst>
  </p:cSld>
  <p:clrMapOvr>
    <a:masterClrMapping/>
  </p:clrMapOvr>
</p:sld>
</file>

<file path=ppt/theme/theme1.xml><?xml version="1.0" encoding="utf-8"?>
<a:theme xmlns:a="http://schemas.openxmlformats.org/drawingml/2006/main" name="Office Theme">
  <a:themeElements>
    <a:clrScheme name="UTAS">
      <a:dk1>
        <a:sysClr val="windowText" lastClr="000000"/>
      </a:dk1>
      <a:lt1>
        <a:sysClr val="window" lastClr="FFFFFF"/>
      </a:lt1>
      <a:dk2>
        <a:srgbClr val="7F7F7F"/>
      </a:dk2>
      <a:lt2>
        <a:srgbClr val="E7E6E6"/>
      </a:lt2>
      <a:accent1>
        <a:srgbClr val="2B328C"/>
      </a:accent1>
      <a:accent2>
        <a:srgbClr val="415CAD"/>
      </a:accent2>
      <a:accent3>
        <a:srgbClr val="E46825"/>
      </a:accent3>
      <a:accent4>
        <a:srgbClr val="F88D2A"/>
      </a:accent4>
      <a:accent5>
        <a:srgbClr val="F1B721"/>
      </a:accent5>
      <a:accent6>
        <a:srgbClr val="70479C"/>
      </a:accent6>
      <a:hlink>
        <a:srgbClr val="3C9FC0"/>
      </a:hlink>
      <a:folHlink>
        <a:srgbClr val="948D2A"/>
      </a:folHlink>
    </a:clrScheme>
    <a:fontScheme name="Trebuchet MS">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UTAS">
      <a:dk1>
        <a:sysClr val="windowText" lastClr="000000"/>
      </a:dk1>
      <a:lt1>
        <a:sysClr val="window" lastClr="FFFFFF"/>
      </a:lt1>
      <a:dk2>
        <a:srgbClr val="7F7F7F"/>
      </a:dk2>
      <a:lt2>
        <a:srgbClr val="E7E6E6"/>
      </a:lt2>
      <a:accent1>
        <a:srgbClr val="2B328C"/>
      </a:accent1>
      <a:accent2>
        <a:srgbClr val="415CAD"/>
      </a:accent2>
      <a:accent3>
        <a:srgbClr val="E46825"/>
      </a:accent3>
      <a:accent4>
        <a:srgbClr val="F88D2A"/>
      </a:accent4>
      <a:accent5>
        <a:srgbClr val="F1B721"/>
      </a:accent5>
      <a:accent6>
        <a:srgbClr val="70479C"/>
      </a:accent6>
      <a:hlink>
        <a:srgbClr val="3C9FC0"/>
      </a:hlink>
      <a:folHlink>
        <a:srgbClr val="948D2A"/>
      </a:folHlink>
    </a:clrScheme>
    <a:fontScheme name="Trebuchet MS">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UTAS">
      <a:dk1>
        <a:sysClr val="windowText" lastClr="000000"/>
      </a:dk1>
      <a:lt1>
        <a:sysClr val="window" lastClr="FFFFFF"/>
      </a:lt1>
      <a:dk2>
        <a:srgbClr val="7F7F7F"/>
      </a:dk2>
      <a:lt2>
        <a:srgbClr val="E7E6E6"/>
      </a:lt2>
      <a:accent1>
        <a:srgbClr val="2B328C"/>
      </a:accent1>
      <a:accent2>
        <a:srgbClr val="415CAD"/>
      </a:accent2>
      <a:accent3>
        <a:srgbClr val="E46825"/>
      </a:accent3>
      <a:accent4>
        <a:srgbClr val="F88D2A"/>
      </a:accent4>
      <a:accent5>
        <a:srgbClr val="F1B721"/>
      </a:accent5>
      <a:accent6>
        <a:srgbClr val="70479C"/>
      </a:accent6>
      <a:hlink>
        <a:srgbClr val="3C9FC0"/>
      </a:hlink>
      <a:folHlink>
        <a:srgbClr val="948D2A"/>
      </a:folHlink>
    </a:clrScheme>
    <a:fontScheme name="Trebuchet MS">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UTAS">
      <a:dk1>
        <a:sysClr val="windowText" lastClr="000000"/>
      </a:dk1>
      <a:lt1>
        <a:sysClr val="window" lastClr="FFFFFF"/>
      </a:lt1>
      <a:dk2>
        <a:srgbClr val="7F7F7F"/>
      </a:dk2>
      <a:lt2>
        <a:srgbClr val="E7E6E6"/>
      </a:lt2>
      <a:accent1>
        <a:srgbClr val="2B328C"/>
      </a:accent1>
      <a:accent2>
        <a:srgbClr val="415CAD"/>
      </a:accent2>
      <a:accent3>
        <a:srgbClr val="E46825"/>
      </a:accent3>
      <a:accent4>
        <a:srgbClr val="F88D2A"/>
      </a:accent4>
      <a:accent5>
        <a:srgbClr val="F1B721"/>
      </a:accent5>
      <a:accent6>
        <a:srgbClr val="70479C"/>
      </a:accent6>
      <a:hlink>
        <a:srgbClr val="3C9FC0"/>
      </a:hlink>
      <a:folHlink>
        <a:srgbClr val="948D2A"/>
      </a:folHlink>
    </a:clrScheme>
    <a:fontScheme name="Trebuchet MS">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Theme">
  <a:themeElements>
    <a:clrScheme name="UTAS">
      <a:dk1>
        <a:sysClr val="windowText" lastClr="000000"/>
      </a:dk1>
      <a:lt1>
        <a:sysClr val="window" lastClr="FFFFFF"/>
      </a:lt1>
      <a:dk2>
        <a:srgbClr val="7F7F7F"/>
      </a:dk2>
      <a:lt2>
        <a:srgbClr val="E7E6E6"/>
      </a:lt2>
      <a:accent1>
        <a:srgbClr val="2B328C"/>
      </a:accent1>
      <a:accent2>
        <a:srgbClr val="415CAD"/>
      </a:accent2>
      <a:accent3>
        <a:srgbClr val="E46825"/>
      </a:accent3>
      <a:accent4>
        <a:srgbClr val="F88D2A"/>
      </a:accent4>
      <a:accent5>
        <a:srgbClr val="F1B721"/>
      </a:accent5>
      <a:accent6>
        <a:srgbClr val="70479C"/>
      </a:accent6>
      <a:hlink>
        <a:srgbClr val="3C9FC0"/>
      </a:hlink>
      <a:folHlink>
        <a:srgbClr val="948D2A"/>
      </a:folHlink>
    </a:clrScheme>
    <a:fontScheme name="Trebuchet MS">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Theme">
  <a:themeElements>
    <a:clrScheme name="UTAS">
      <a:dk1>
        <a:sysClr val="windowText" lastClr="000000"/>
      </a:dk1>
      <a:lt1>
        <a:sysClr val="window" lastClr="FFFFFF"/>
      </a:lt1>
      <a:dk2>
        <a:srgbClr val="7F7F7F"/>
      </a:dk2>
      <a:lt2>
        <a:srgbClr val="E7E6E6"/>
      </a:lt2>
      <a:accent1>
        <a:srgbClr val="2B328C"/>
      </a:accent1>
      <a:accent2>
        <a:srgbClr val="415CAD"/>
      </a:accent2>
      <a:accent3>
        <a:srgbClr val="E46825"/>
      </a:accent3>
      <a:accent4>
        <a:srgbClr val="F88D2A"/>
      </a:accent4>
      <a:accent5>
        <a:srgbClr val="F1B721"/>
      </a:accent5>
      <a:accent6>
        <a:srgbClr val="70479C"/>
      </a:accent6>
      <a:hlink>
        <a:srgbClr val="3C9FC0"/>
      </a:hlink>
      <a:folHlink>
        <a:srgbClr val="948D2A"/>
      </a:folHlink>
    </a:clrScheme>
    <a:fontScheme name="Trebuchet MS">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47F44AC08C22843AA6B00621437D67C" ma:contentTypeVersion="8" ma:contentTypeDescription="Create a new document." ma:contentTypeScope="" ma:versionID="85accf2fcf5ab104785b9850b78f1698">
  <xsd:schema xmlns:xsd="http://www.w3.org/2001/XMLSchema" xmlns:xs="http://www.w3.org/2001/XMLSchema" xmlns:p="http://schemas.microsoft.com/office/2006/metadata/properties" xmlns:ns2="084f926a-dc4b-4f8e-a8dc-31dc72d5aeff" targetNamespace="http://schemas.microsoft.com/office/2006/metadata/properties" ma:root="true" ma:fieldsID="106e0b6b8c56e2a4021e0f03184b8b62" ns2:_="">
    <xsd:import namespace="084f926a-dc4b-4f8e-a8dc-31dc72d5aef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84f926a-dc4b-4f8e-a8dc-31dc72d5aef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4B02D1A-916D-444B-8D91-CFB1EFB32248}">
  <ds:schemaRefs>
    <ds:schemaRef ds:uri="http://schemas.microsoft.com/office/2006/metadata/properties"/>
    <ds:schemaRef ds:uri="http://www.w3.org/2000/xmlns/"/>
  </ds:schemaRefs>
</ds:datastoreItem>
</file>

<file path=customXml/itemProps2.xml><?xml version="1.0" encoding="utf-8"?>
<ds:datastoreItem xmlns:ds="http://schemas.openxmlformats.org/officeDocument/2006/customXml" ds:itemID="{8CD758F8-FBE1-4200-BDA1-5413DF821BCA}"/>
</file>

<file path=customXml/itemProps3.xml><?xml version="1.0" encoding="utf-8"?>
<ds:datastoreItem xmlns:ds="http://schemas.openxmlformats.org/officeDocument/2006/customXml" ds:itemID="{2A334493-E931-4B27-A719-7582F0E54CC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Primary Colors-UTAS</Template>
  <Application>Microsoft Office PowerPoint</Application>
  <PresentationFormat>Widescreen</PresentationFormat>
  <Slides>21</Slides>
  <Notes>0</Notes>
  <HiddenSlides>0</HiddenSlides>
  <ScaleCrop>false</ScaleCrop>
  <HeadingPairs>
    <vt:vector size="4" baseType="variant">
      <vt:variant>
        <vt:lpstr>Theme</vt:lpstr>
      </vt:variant>
      <vt:variant>
        <vt:i4>6</vt:i4>
      </vt:variant>
      <vt:variant>
        <vt:lpstr>Slide Titles</vt:lpstr>
      </vt:variant>
      <vt:variant>
        <vt:i4>21</vt:i4>
      </vt:variant>
    </vt:vector>
  </HeadingPairs>
  <TitlesOfParts>
    <vt:vector size="27" baseType="lpstr">
      <vt:lpstr>Office Theme</vt:lpstr>
      <vt:lpstr>1_Office Theme</vt:lpstr>
      <vt:lpstr>2_Office Theme</vt:lpstr>
      <vt:lpstr>3_Office Theme</vt:lpstr>
      <vt:lpstr>4_Office Theme</vt:lpstr>
      <vt:lpstr>5_Office Theme</vt:lpstr>
      <vt:lpstr>Lecture 7:</vt:lpstr>
      <vt:lpstr>Objectives</vt:lpstr>
      <vt:lpstr>What is SOAR ? Security Orchestration, Automation, and Response</vt:lpstr>
      <vt:lpstr>Aspects of SOAR</vt:lpstr>
      <vt:lpstr>SOAR Capabilities</vt:lpstr>
      <vt:lpstr>Elements of SOAR</vt:lpstr>
      <vt:lpstr>Security Orchestration Terminology </vt:lpstr>
      <vt:lpstr>SOAR Security Components</vt:lpstr>
      <vt:lpstr>SOAR Security Components</vt:lpstr>
      <vt:lpstr>SOAR Security Components</vt:lpstr>
      <vt:lpstr>SOAR Security Components</vt:lpstr>
      <vt:lpstr>Implementing automation in SOC workflows</vt:lpstr>
      <vt:lpstr> SOAR Workflows (E.g: Phishing Workflow)</vt:lpstr>
      <vt:lpstr>Phishing Workflow</vt:lpstr>
      <vt:lpstr>Benefits and challenges of orchestration</vt:lpstr>
      <vt:lpstr>What are the benefits of SOAR Platform?</vt:lpstr>
      <vt:lpstr>Difficulties in SOAR</vt:lpstr>
      <vt:lpstr>SOAR vs SIEM</vt:lpstr>
      <vt:lpstr>SOAR vs SIEM</vt:lpstr>
      <vt:lpstr>SOAR Use Cases</vt:lpstr>
      <vt:lpstr>SOAR Use Cases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Syed.Hameed@utas.edu.om</dc:creator>
  <cp:lastModifiedBy>Aya Said Mubarak Said Alkhatri</cp:lastModifiedBy>
  <cp:revision>9</cp:revision>
  <dcterms:created xsi:type="dcterms:W3CDTF">2024-01-08T13:56:00Z</dcterms:created>
  <dcterms:modified xsi:type="dcterms:W3CDTF">2025-11-16T08:57:01Z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2024-03-15T13:43:55Z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dc2b733b-a224-4576-9839-d0ca720b0032</vt:lpwstr>
  </property>
  <property fmtid="{D5CDD505-2E9C-101B-9397-08002B2CF9AE}" pid="7" name="MSIP_Label_defa4170-0d19-0005-0004-bc88714345d2_ActionId">
    <vt:lpwstr>9cfd7dfd-0260-44b6-8540-22ebc4005b21</vt:lpwstr>
  </property>
  <property fmtid="{D5CDD505-2E9C-101B-9397-08002B2CF9AE}" pid="8" name="MSIP_Label_defa4170-0d19-0005-0004-bc88714345d2_ContentBits">
    <vt:lpwstr>0</vt:lpwstr>
  </property>
  <property fmtid="{D5CDD505-2E9C-101B-9397-08002B2CF9AE}" pid="9" name="ContentTypeId">
    <vt:lpwstr>0x010100247F44AC08C22843AA6B00621437D67C</vt:lpwstr>
  </property>
  <property fmtid="{D5CDD505-2E9C-101B-9397-08002B2CF9AE}" pid="10" name="ICV">
    <vt:lpwstr>9083F5E9CBD841E4BA48F15F700809E0_13</vt:lpwstr>
  </property>
  <property fmtid="{D5CDD505-2E9C-101B-9397-08002B2CF9AE}" pid="11" name="KSOProductBuildVer">
    <vt:lpwstr>1033-12.2.0.18607</vt:lpwstr>
  </property>
  <property fmtid="{D5CDD505-2E9C-101B-9397-08002B2CF9AE}" pid="12" name="MediaServiceImageTags">
    <vt:lpwstr/>
  </property>
</Properties>
</file>