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317" r:id="rId6"/>
    <p:sldId id="318" r:id="rId7"/>
    <p:sldId id="314" r:id="rId8"/>
    <p:sldId id="315" r:id="rId9"/>
    <p:sldId id="316" r:id="rId10"/>
    <p:sldId id="264" r:id="rId11"/>
    <p:sldId id="265" r:id="rId12"/>
    <p:sldId id="266" r:id="rId13"/>
    <p:sldId id="267" r:id="rId14"/>
    <p:sldId id="320" r:id="rId15"/>
    <p:sldId id="328" r:id="rId16"/>
    <p:sldId id="297" r:id="rId17"/>
    <p:sldId id="298" r:id="rId18"/>
    <p:sldId id="261" r:id="rId19"/>
    <p:sldId id="322" r:id="rId20"/>
    <p:sldId id="262" r:id="rId21"/>
    <p:sldId id="278" r:id="rId22"/>
    <p:sldId id="284" r:id="rId23"/>
    <p:sldId id="323" r:id="rId24"/>
    <p:sldId id="286" r:id="rId25"/>
    <p:sldId id="287" r:id="rId26"/>
    <p:sldId id="288" r:id="rId27"/>
    <p:sldId id="290" r:id="rId28"/>
    <p:sldId id="324" r:id="rId29"/>
    <p:sldId id="291" r:id="rId30"/>
    <p:sldId id="294" r:id="rId31"/>
    <p:sldId id="292" r:id="rId32"/>
    <p:sldId id="325" r:id="rId33"/>
    <p:sldId id="276" r:id="rId34"/>
    <p:sldId id="277" r:id="rId35"/>
    <p:sldId id="281" r:id="rId36"/>
    <p:sldId id="280" r:id="rId37"/>
    <p:sldId id="326" r:id="rId38"/>
    <p:sldId id="282" r:id="rId39"/>
    <p:sldId id="327" r:id="rId40"/>
    <p:sldId id="301" r:id="rId41"/>
    <p:sldId id="302" r:id="rId42"/>
    <p:sldId id="303" r:id="rId43"/>
    <p:sldId id="304" r:id="rId44"/>
    <p:sldId id="305" r:id="rId45"/>
    <p:sldId id="308" r:id="rId46"/>
    <p:sldId id="309" r:id="rId47"/>
    <p:sldId id="306" r:id="rId48"/>
    <p:sldId id="307" r:id="rId49"/>
    <p:sldId id="310" r:id="rId50"/>
    <p:sldId id="312" r:id="rId51"/>
    <p:sldId id="311" r:id="rId52"/>
    <p:sldId id="313" r:id="rId53"/>
    <p:sldId id="296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9" dt="2026-09-25T22:39:17.698"/>
    <p1510:client id="{7FC5AE8F-F9E5-0D31-2F32-AB2D09516C27}" v="456" dt="2026-09-25T21:36:13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wa Said Salim Al Shanfari" userId="S::arwa.alshanfari@utas.edu.om::9c079c79-4ee4-4f20-bc65-49ce63929ea8" providerId="AD" clId="Web-{7FC5AE8F-F9E5-0D31-2F32-AB2D09516C27}"/>
    <pc:docChg chg="mod addSld delSld modSld sldOrd">
      <pc:chgData name="Arwa Said Salim Al Shanfari" userId="S::arwa.alshanfari@utas.edu.om::9c079c79-4ee4-4f20-bc65-49ce63929ea8" providerId="AD" clId="Web-{7FC5AE8F-F9E5-0D31-2F32-AB2D09516C27}" dt="2026-09-25T21:36:13.690" v="337"/>
      <pc:docMkLst>
        <pc:docMk/>
      </pc:docMkLst>
      <pc:sldChg chg="ord">
        <pc:chgData name="Arwa Said Salim Al Shanfari" userId="S::arwa.alshanfari@utas.edu.om::9c079c79-4ee4-4f20-bc65-49ce63929ea8" providerId="AD" clId="Web-{7FC5AE8F-F9E5-0D31-2F32-AB2D09516C27}" dt="2026-09-25T20:52:04.064" v="31"/>
        <pc:sldMkLst>
          <pc:docMk/>
          <pc:sldMk cId="109857222" sldId="256"/>
        </pc:sldMkLst>
      </pc:sldChg>
      <pc:sldChg chg="modSp del">
        <pc:chgData name="Arwa Said Salim Al Shanfari" userId="S::arwa.alshanfari@utas.edu.om::9c079c79-4ee4-4f20-bc65-49ce63929ea8" providerId="AD" clId="Web-{7FC5AE8F-F9E5-0D31-2F32-AB2D09516C27}" dt="2026-09-25T21:29:18.125" v="283"/>
        <pc:sldMkLst>
          <pc:docMk/>
          <pc:sldMk cId="27696083" sldId="258"/>
        </pc:sldMkLst>
        <pc:spChg chg="mod">
          <ac:chgData name="Arwa Said Salim Al Shanfari" userId="S::arwa.alshanfari@utas.edu.om::9c079c79-4ee4-4f20-bc65-49ce63929ea8" providerId="AD" clId="Web-{7FC5AE8F-F9E5-0D31-2F32-AB2D09516C27}" dt="2026-09-25T21:28:49.077" v="277" actId="20577"/>
          <ac:spMkLst>
            <pc:docMk/>
            <pc:sldMk cId="27696083" sldId="258"/>
            <ac:spMk id="3" creationId="{6FF59CD6-EC22-4166-B4B4-BD2F5021FAB3}"/>
          </ac:spMkLst>
        </pc:spChg>
      </pc:sldChg>
      <pc:sldChg chg="del">
        <pc:chgData name="Arwa Said Salim Al Shanfari" userId="S::arwa.alshanfari@utas.edu.om::9c079c79-4ee4-4f20-bc65-49ce63929ea8" providerId="AD" clId="Web-{7FC5AE8F-F9E5-0D31-2F32-AB2D09516C27}" dt="2026-09-25T20:29:27.568" v="17"/>
        <pc:sldMkLst>
          <pc:docMk/>
          <pc:sldMk cId="2259421770" sldId="268"/>
        </pc:sldMkLst>
      </pc:sldChg>
      <pc:sldChg chg="del">
        <pc:chgData name="Arwa Said Salim Al Shanfari" userId="S::arwa.alshanfari@utas.edu.om::9c079c79-4ee4-4f20-bc65-49ce63929ea8" providerId="AD" clId="Web-{7FC5AE8F-F9E5-0D31-2F32-AB2D09516C27}" dt="2026-09-25T20:29:26.333" v="16"/>
        <pc:sldMkLst>
          <pc:docMk/>
          <pc:sldMk cId="3360950924" sldId="270"/>
        </pc:sldMkLst>
      </pc:sldChg>
      <pc:sldChg chg="del">
        <pc:chgData name="Arwa Said Salim Al Shanfari" userId="S::arwa.alshanfari@utas.edu.om::9c079c79-4ee4-4f20-bc65-49ce63929ea8" providerId="AD" clId="Web-{7FC5AE8F-F9E5-0D31-2F32-AB2D09516C27}" dt="2026-09-25T20:51:59.533" v="29"/>
        <pc:sldMkLst>
          <pc:docMk/>
          <pc:sldMk cId="2461573949" sldId="272"/>
        </pc:sldMkLst>
      </pc:sldChg>
      <pc:sldChg chg="addSp modSp">
        <pc:chgData name="Arwa Said Salim Al Shanfari" userId="S::arwa.alshanfari@utas.edu.om::9c079c79-4ee4-4f20-bc65-49ce63929ea8" providerId="AD" clId="Web-{7FC5AE8F-F9E5-0D31-2F32-AB2D09516C27}" dt="2026-09-25T21:18:02.244" v="260" actId="1076"/>
        <pc:sldMkLst>
          <pc:docMk/>
          <pc:sldMk cId="1269319395" sldId="273"/>
        </pc:sldMkLst>
        <pc:spChg chg="add mod">
          <ac:chgData name="Arwa Said Salim Al Shanfari" userId="S::arwa.alshanfari@utas.edu.om::9c079c79-4ee4-4f20-bc65-49ce63929ea8" providerId="AD" clId="Web-{7FC5AE8F-F9E5-0D31-2F32-AB2D09516C27}" dt="2026-09-25T21:18:02.244" v="260" actId="1076"/>
          <ac:spMkLst>
            <pc:docMk/>
            <pc:sldMk cId="1269319395" sldId="273"/>
            <ac:spMk id="2" creationId="{4D4B6E36-DE1A-65B2-5592-03178CA67A7E}"/>
          </ac:spMkLst>
        </pc:spChg>
        <pc:spChg chg="mod">
          <ac:chgData name="Arwa Said Salim Al Shanfari" userId="S::arwa.alshanfari@utas.edu.om::9c079c79-4ee4-4f20-bc65-49ce63929ea8" providerId="AD" clId="Web-{7FC5AE8F-F9E5-0D31-2F32-AB2D09516C27}" dt="2026-09-25T21:17:38.727" v="250" actId="1076"/>
          <ac:spMkLst>
            <pc:docMk/>
            <pc:sldMk cId="1269319395" sldId="273"/>
            <ac:spMk id="4" creationId="{2937961D-C358-4AFA-8E7D-656426986F91}"/>
          </ac:spMkLst>
        </pc:spChg>
        <pc:spChg chg="mod">
          <ac:chgData name="Arwa Said Salim Al Shanfari" userId="S::arwa.alshanfari@utas.edu.om::9c079c79-4ee4-4f20-bc65-49ce63929ea8" providerId="AD" clId="Web-{7FC5AE8F-F9E5-0D31-2F32-AB2D09516C27}" dt="2026-09-25T21:17:45.368" v="251" actId="1076"/>
          <ac:spMkLst>
            <pc:docMk/>
            <pc:sldMk cId="1269319395" sldId="273"/>
            <ac:spMk id="5" creationId="{EFDC03C2-E825-4695-8DBD-A4064EC01516}"/>
          </ac:spMkLst>
        </pc:spChg>
      </pc:sldChg>
      <pc:sldChg chg="del">
        <pc:chgData name="Arwa Said Salim Al Shanfari" userId="S::arwa.alshanfari@utas.edu.om::9c079c79-4ee4-4f20-bc65-49ce63929ea8" providerId="AD" clId="Web-{7FC5AE8F-F9E5-0D31-2F32-AB2D09516C27}" dt="2026-09-25T21:29:20.188" v="284"/>
        <pc:sldMkLst>
          <pc:docMk/>
          <pc:sldMk cId="3897893137" sldId="279"/>
        </pc:sldMkLst>
      </pc:sldChg>
      <pc:sldChg chg="delSp">
        <pc:chgData name="Arwa Said Salim Al Shanfari" userId="S::arwa.alshanfari@utas.edu.om::9c079c79-4ee4-4f20-bc65-49ce63929ea8" providerId="AD" clId="Web-{7FC5AE8F-F9E5-0D31-2F32-AB2D09516C27}" dt="2026-09-25T21:32:17.980" v="293"/>
        <pc:sldMkLst>
          <pc:docMk/>
          <pc:sldMk cId="791879978" sldId="285"/>
        </pc:sldMkLst>
        <pc:picChg chg="del">
          <ac:chgData name="Arwa Said Salim Al Shanfari" userId="S::arwa.alshanfari@utas.edu.om::9c079c79-4ee4-4f20-bc65-49ce63929ea8" providerId="AD" clId="Web-{7FC5AE8F-F9E5-0D31-2F32-AB2D09516C27}" dt="2026-09-25T21:32:17.980" v="293"/>
          <ac:picMkLst>
            <pc:docMk/>
            <pc:sldMk cId="791879978" sldId="285"/>
            <ac:picMk id="7" creationId="{7C367379-AB7F-4FEE-B57E-719D873FEBA9}"/>
          </ac:picMkLst>
        </pc:picChg>
      </pc:sldChg>
      <pc:sldChg chg="add del">
        <pc:chgData name="Arwa Said Salim Al Shanfari" userId="S::arwa.alshanfari@utas.edu.om::9c079c79-4ee4-4f20-bc65-49ce63929ea8" providerId="AD" clId="Web-{7FC5AE8F-F9E5-0D31-2F32-AB2D09516C27}" dt="2026-09-25T21:35:43.095" v="324"/>
        <pc:sldMkLst>
          <pc:docMk/>
          <pc:sldMk cId="4243035207" sldId="286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43.158" v="325"/>
        <pc:sldMkLst>
          <pc:docMk/>
          <pc:sldMk cId="159577023" sldId="287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43.408" v="326"/>
        <pc:sldMkLst>
          <pc:docMk/>
          <pc:sldMk cId="858965240" sldId="288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43.439" v="327"/>
        <pc:sldMkLst>
          <pc:docMk/>
          <pc:sldMk cId="852617644" sldId="290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27.501" v="316"/>
        <pc:sldMkLst>
          <pc:docMk/>
          <pc:sldMk cId="2082616681" sldId="291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27.548" v="317"/>
        <pc:sldMkLst>
          <pc:docMk/>
          <pc:sldMk cId="2535020229" sldId="292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27.579" v="318"/>
        <pc:sldMkLst>
          <pc:docMk/>
          <pc:sldMk cId="870468560" sldId="294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5:27.595" v="319"/>
        <pc:sldMkLst>
          <pc:docMk/>
          <pc:sldMk cId="127587856" sldId="295"/>
        </pc:sldMkLst>
      </pc:sldChg>
      <pc:sldChg chg="addSp delSp modSp new mod setBg">
        <pc:chgData name="Arwa Said Salim Al Shanfari" userId="S::arwa.alshanfari@utas.edu.om::9c079c79-4ee4-4f20-bc65-49ce63929ea8" providerId="AD" clId="Web-{7FC5AE8F-F9E5-0D31-2F32-AB2D09516C27}" dt="2026-09-25T20:59:17.281" v="129"/>
        <pc:sldMkLst>
          <pc:docMk/>
          <pc:sldMk cId="1911482254" sldId="314"/>
        </pc:sldMkLst>
        <pc:spChg chg="del">
          <ac:chgData name="Arwa Said Salim Al Shanfari" userId="S::arwa.alshanfari@utas.edu.om::9c079c79-4ee4-4f20-bc65-49ce63929ea8" providerId="AD" clId="Web-{7FC5AE8F-F9E5-0D31-2F32-AB2D09516C27}" dt="2026-09-25T20:20:50.864" v="5"/>
          <ac:spMkLst>
            <pc:docMk/>
            <pc:sldMk cId="1911482254" sldId="314"/>
            <ac:spMk id="2" creationId="{88ACE47A-5B63-9BD5-4EC0-6E80691798EC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20:47.083" v="4"/>
          <ac:spMkLst>
            <pc:docMk/>
            <pc:sldMk cId="1911482254" sldId="314"/>
            <ac:spMk id="3" creationId="{A971A1DE-7F66-26FB-857C-A7F5D9DF198B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20:50.864" v="5"/>
          <ac:spMkLst>
            <pc:docMk/>
            <pc:sldMk cId="1911482254" sldId="314"/>
            <ac:spMk id="4" creationId="{614A09BF-40F8-2481-A2C4-05ABF1231444}"/>
          </ac:spMkLst>
        </pc:spChg>
        <pc:spChg chg="add del mod">
          <ac:chgData name="Arwa Said Salim Al Shanfari" userId="S::arwa.alshanfari@utas.edu.om::9c079c79-4ee4-4f20-bc65-49ce63929ea8" providerId="AD" clId="Web-{7FC5AE8F-F9E5-0D31-2F32-AB2D09516C27}" dt="2026-09-25T20:59:14.219" v="128"/>
          <ac:spMkLst>
            <pc:docMk/>
            <pc:sldMk cId="1911482254" sldId="314"/>
            <ac:spMk id="7" creationId="{969A1736-B7B7-52CE-AF23-C8CCA1D253C2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59:17.281" v="129"/>
          <ac:spMkLst>
            <pc:docMk/>
            <pc:sldMk cId="1911482254" sldId="314"/>
            <ac:spMk id="9" creationId="{99212867-B73B-8652-0B33-725B6236F2F6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11" creationId="{F3060C83-F051-4F0E-ABAD-AA0DFC48B218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13" creationId="{83C98ABE-055B-441F-B07E-44F97F083C39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15" creationId="{29FDB030-9B49-4CED-8CCD-4D99382388AC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17" creationId="{3783CA14-24A1-485C-8B30-D6A5D87987AD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0:50.864" v="5"/>
          <ac:spMkLst>
            <pc:docMk/>
            <pc:sldMk cId="1911482254" sldId="314"/>
            <ac:spMk id="19" creationId="{9A97C86A-04D6-40F7-AE84-31AB43E6A846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21" creationId="{FF9F2414-84E8-453E-B1F3-389FDE8192D9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23" creationId="{3ECA69A1-7536-43AC-85EF-C7106179F5ED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28" creationId="{F3060C83-F051-4F0E-ABAD-AA0DFC48B218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30" creationId="{83C98ABE-055B-441F-B07E-44F97F083C39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34" creationId="{3783CA14-24A1-485C-8B30-D6A5D87987AD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18.144" v="13"/>
          <ac:spMkLst>
            <pc:docMk/>
            <pc:sldMk cId="1911482254" sldId="314"/>
            <ac:spMk id="40" creationId="{3ECA69A1-7536-43AC-85EF-C7106179F5ED}"/>
          </ac:spMkLst>
        </pc:spChg>
        <pc:graphicFrameChg chg="add mod ord modGraphic">
          <ac:chgData name="Arwa Said Salim Al Shanfari" userId="S::arwa.alshanfari@utas.edu.om::9c079c79-4ee4-4f20-bc65-49ce63929ea8" providerId="AD" clId="Web-{7FC5AE8F-F9E5-0D31-2F32-AB2D09516C27}" dt="2026-09-25T20:57:31.356" v="73"/>
          <ac:graphicFrameMkLst>
            <pc:docMk/>
            <pc:sldMk cId="1911482254" sldId="314"/>
            <ac:graphicFrameMk id="6" creationId="{4C55E50E-5E6C-E192-7415-1F8F9BBFB947}"/>
          </ac:graphicFrameMkLst>
        </pc:graphicFrameChg>
      </pc:sldChg>
      <pc:sldChg chg="add del replId">
        <pc:chgData name="Arwa Said Salim Al Shanfari" userId="S::arwa.alshanfari@utas.edu.om::9c079c79-4ee4-4f20-bc65-49ce63929ea8" providerId="AD" clId="Web-{7FC5AE8F-F9E5-0D31-2F32-AB2D09516C27}" dt="2026-09-25T20:12:28.910" v="2"/>
        <pc:sldMkLst>
          <pc:docMk/>
          <pc:sldMk cId="2308103214" sldId="314"/>
        </pc:sldMkLst>
      </pc:sldChg>
      <pc:sldChg chg="addSp delSp modSp new mod setBg">
        <pc:chgData name="Arwa Said Salim Al Shanfari" userId="S::arwa.alshanfari@utas.edu.om::9c079c79-4ee4-4f20-bc65-49ce63929ea8" providerId="AD" clId="Web-{7FC5AE8F-F9E5-0D31-2F32-AB2D09516C27}" dt="2026-09-25T20:59:09.015" v="127" actId="14100"/>
        <pc:sldMkLst>
          <pc:docMk/>
          <pc:sldMk cId="2695570876" sldId="315"/>
        </pc:sldMkLst>
        <pc:spChg chg="del">
          <ac:chgData name="Arwa Said Salim Al Shanfari" userId="S::arwa.alshanfari@utas.edu.om::9c079c79-4ee4-4f20-bc65-49ce63929ea8" providerId="AD" clId="Web-{7FC5AE8F-F9E5-0D31-2F32-AB2D09516C27}" dt="2026-09-25T20:28:09.440" v="12"/>
          <ac:spMkLst>
            <pc:docMk/>
            <pc:sldMk cId="2695570876" sldId="315"/>
            <ac:spMk id="2" creationId="{4E79DACF-8D95-423A-83C6-5060D21BF090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28:05.987" v="11"/>
          <ac:spMkLst>
            <pc:docMk/>
            <pc:sldMk cId="2695570876" sldId="315"/>
            <ac:spMk id="3" creationId="{E7C5D5A9-CBB8-A9F9-4D3C-D070EB859B79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28:09.440" v="12"/>
          <ac:spMkLst>
            <pc:docMk/>
            <pc:sldMk cId="2695570876" sldId="315"/>
            <ac:spMk id="4" creationId="{D5A6D427-128C-DD86-CF36-C84EF907A1BD}"/>
          </ac:spMkLst>
        </pc:spChg>
        <pc:spChg chg="add mod">
          <ac:chgData name="Arwa Said Salim Al Shanfari" userId="S::arwa.alshanfari@utas.edu.om::9c079c79-4ee4-4f20-bc65-49ce63929ea8" providerId="AD" clId="Web-{7FC5AE8F-F9E5-0D31-2F32-AB2D09516C27}" dt="2026-09-25T20:59:09.015" v="127" actId="14100"/>
          <ac:spMkLst>
            <pc:docMk/>
            <pc:sldMk cId="2695570876" sldId="315"/>
            <ac:spMk id="7" creationId="{9B4BAD5D-762E-306B-DFD3-45470CA36F94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11" creationId="{F3060C83-F051-4F0E-ABAD-AA0DFC48B218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13" creationId="{83C98ABE-055B-441F-B07E-44F97F083C39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15" creationId="{29FDB030-9B49-4CED-8CCD-4D99382388AC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17" creationId="{3783CA14-24A1-485C-8B30-D6A5D87987AD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19" creationId="{9A97C86A-04D6-40F7-AE84-31AB43E6A846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21" creationId="{FF9F2414-84E8-453E-B1F3-389FDE8192D9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23" creationId="{3ECA69A1-7536-43AC-85EF-C7106179F5ED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28" creationId="{86FF76B9-219D-4469-AF87-0236D29032F1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34" creationId="{2E80C965-DB6D-4F81-9E9E-B027384D0BD6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0:28:47.598" v="15"/>
          <ac:spMkLst>
            <pc:docMk/>
            <pc:sldMk cId="2695570876" sldId="315"/>
            <ac:spMk id="36" creationId="{633C5E46-DAC5-4661-9C87-22B08E2A512F}"/>
          </ac:spMkLst>
        </pc:spChg>
        <pc:graphicFrameChg chg="add mod ord modGraphic">
          <ac:chgData name="Arwa Said Salim Al Shanfari" userId="S::arwa.alshanfari@utas.edu.om::9c079c79-4ee4-4f20-bc65-49ce63929ea8" providerId="AD" clId="Web-{7FC5AE8F-F9E5-0D31-2F32-AB2D09516C27}" dt="2026-09-25T20:28:36.504" v="14"/>
          <ac:graphicFrameMkLst>
            <pc:docMk/>
            <pc:sldMk cId="2695570876" sldId="315"/>
            <ac:graphicFrameMk id="6" creationId="{5EBE44AC-0215-E44F-AB7E-E3B112A270A3}"/>
          </ac:graphicFrameMkLst>
        </pc:graphicFrameChg>
      </pc:sldChg>
      <pc:sldChg chg="addSp delSp modSp new ord">
        <pc:chgData name="Arwa Said Salim Al Shanfari" userId="S::arwa.alshanfari@utas.edu.om::9c079c79-4ee4-4f20-bc65-49ce63929ea8" providerId="AD" clId="Web-{7FC5AE8F-F9E5-0D31-2F32-AB2D09516C27}" dt="2026-09-25T20:45:30.755" v="25" actId="1076"/>
        <pc:sldMkLst>
          <pc:docMk/>
          <pc:sldMk cId="1539226928" sldId="316"/>
        </pc:sldMkLst>
        <pc:spChg chg="mod">
          <ac:chgData name="Arwa Said Salim Al Shanfari" userId="S::arwa.alshanfari@utas.edu.om::9c079c79-4ee4-4f20-bc65-49ce63929ea8" providerId="AD" clId="Web-{7FC5AE8F-F9E5-0D31-2F32-AB2D09516C27}" dt="2026-09-25T20:45:30.755" v="25" actId="1076"/>
          <ac:spMkLst>
            <pc:docMk/>
            <pc:sldMk cId="1539226928" sldId="316"/>
            <ac:spMk id="2" creationId="{DACE8461-B30C-72E2-9AA5-44D15514BA84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36:48.410" v="19"/>
          <ac:spMkLst>
            <pc:docMk/>
            <pc:sldMk cId="1539226928" sldId="316"/>
            <ac:spMk id="3" creationId="{73962FD3-9757-46ED-79D6-9EB9F082CDF0}"/>
          </ac:spMkLst>
        </pc:spChg>
        <pc:picChg chg="add mod ord">
          <ac:chgData name="Arwa Said Salim Al Shanfari" userId="S::arwa.alshanfari@utas.edu.om::9c079c79-4ee4-4f20-bc65-49ce63929ea8" providerId="AD" clId="Web-{7FC5AE8F-F9E5-0D31-2F32-AB2D09516C27}" dt="2026-09-25T20:38:58.555" v="20"/>
          <ac:picMkLst>
            <pc:docMk/>
            <pc:sldMk cId="1539226928" sldId="316"/>
            <ac:picMk id="4" creationId="{9ACC7181-3E40-8F22-722D-8E3BFB4C408A}"/>
          </ac:picMkLst>
        </pc:picChg>
      </pc:sldChg>
      <pc:sldChg chg="addSp delSp modSp new del">
        <pc:chgData name="Arwa Said Salim Al Shanfari" userId="S::arwa.alshanfari@utas.edu.om::9c079c79-4ee4-4f20-bc65-49ce63929ea8" providerId="AD" clId="Web-{7FC5AE8F-F9E5-0D31-2F32-AB2D09516C27}" dt="2026-09-25T20:50:25.670" v="28"/>
        <pc:sldMkLst>
          <pc:docMk/>
          <pc:sldMk cId="870804179" sldId="317"/>
        </pc:sldMkLst>
        <pc:spChg chg="del">
          <ac:chgData name="Arwa Said Salim Al Shanfari" userId="S::arwa.alshanfari@utas.edu.om::9c079c79-4ee4-4f20-bc65-49ce63929ea8" providerId="AD" clId="Web-{7FC5AE8F-F9E5-0D31-2F32-AB2D09516C27}" dt="2026-09-25T20:50:01.701" v="27"/>
          <ac:spMkLst>
            <pc:docMk/>
            <pc:sldMk cId="870804179" sldId="317"/>
            <ac:spMk id="3" creationId="{5A0E6C8D-D5AF-76E0-2B10-479F049B519F}"/>
          </ac:spMkLst>
        </pc:spChg>
        <pc:picChg chg="add mod ord">
          <ac:chgData name="Arwa Said Salim Al Shanfari" userId="S::arwa.alshanfari@utas.edu.om::9c079c79-4ee4-4f20-bc65-49ce63929ea8" providerId="AD" clId="Web-{7FC5AE8F-F9E5-0D31-2F32-AB2D09516C27}" dt="2026-09-25T20:50:01.701" v="27"/>
          <ac:picMkLst>
            <pc:docMk/>
            <pc:sldMk cId="870804179" sldId="317"/>
            <ac:picMk id="4" creationId="{D3F28664-1ABB-FAA1-0EC9-DEF2E835C8A3}"/>
          </ac:picMkLst>
        </pc:picChg>
      </pc:sldChg>
      <pc:sldChg chg="addSp delSp modSp new ord">
        <pc:chgData name="Arwa Said Salim Al Shanfari" userId="S::arwa.alshanfari@utas.edu.om::9c079c79-4ee4-4f20-bc65-49ce63929ea8" providerId="AD" clId="Web-{7FC5AE8F-F9E5-0D31-2F32-AB2D09516C27}" dt="2026-09-25T20:59:31.657" v="137" actId="20577"/>
        <pc:sldMkLst>
          <pc:docMk/>
          <pc:sldMk cId="2987908065" sldId="317"/>
        </pc:sldMkLst>
        <pc:spChg chg="mod">
          <ac:chgData name="Arwa Said Salim Al Shanfari" userId="S::arwa.alshanfari@utas.edu.om::9c079c79-4ee4-4f20-bc65-49ce63929ea8" providerId="AD" clId="Web-{7FC5AE8F-F9E5-0D31-2F32-AB2D09516C27}" dt="2026-09-25T20:59:31.657" v="137" actId="20577"/>
          <ac:spMkLst>
            <pc:docMk/>
            <pc:sldMk cId="2987908065" sldId="317"/>
            <ac:spMk id="2" creationId="{A628FF35-352E-136A-5789-9CC4D884E94B}"/>
          </ac:spMkLst>
        </pc:spChg>
        <pc:spChg chg="mod">
          <ac:chgData name="Arwa Said Salim Al Shanfari" userId="S::arwa.alshanfari@utas.edu.om::9c079c79-4ee4-4f20-bc65-49ce63929ea8" providerId="AD" clId="Web-{7FC5AE8F-F9E5-0D31-2F32-AB2D09516C27}" dt="2026-09-25T20:59:24.953" v="132" actId="20577"/>
          <ac:spMkLst>
            <pc:docMk/>
            <pc:sldMk cId="2987908065" sldId="317"/>
            <ac:spMk id="3" creationId="{C0323697-CB80-3B2B-7C8A-EF23FA833FD6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52:28.612" v="41"/>
          <ac:spMkLst>
            <pc:docMk/>
            <pc:sldMk cId="2987908065" sldId="317"/>
            <ac:spMk id="4" creationId="{87268C7E-9851-E3F9-D17D-2692B56D609E}"/>
          </ac:spMkLst>
        </pc:spChg>
        <pc:spChg chg="add del mod">
          <ac:chgData name="Arwa Said Salim Al Shanfari" userId="S::arwa.alshanfari@utas.edu.om::9c079c79-4ee4-4f20-bc65-49ce63929ea8" providerId="AD" clId="Web-{7FC5AE8F-F9E5-0D31-2F32-AB2D09516C27}" dt="2026-09-25T20:52:39.331" v="45"/>
          <ac:spMkLst>
            <pc:docMk/>
            <pc:sldMk cId="2987908065" sldId="317"/>
            <ac:spMk id="5" creationId="{894B7C2A-89EE-589D-7D97-77812EC413AC}"/>
          </ac:spMkLst>
        </pc:spChg>
      </pc:sldChg>
      <pc:sldChg chg="delSp modSp new ord">
        <pc:chgData name="Arwa Said Salim Al Shanfari" userId="S::arwa.alshanfari@utas.edu.om::9c079c79-4ee4-4f20-bc65-49ce63929ea8" providerId="AD" clId="Web-{7FC5AE8F-F9E5-0D31-2F32-AB2D09516C27}" dt="2026-09-25T20:54:25.538" v="65" actId="1076"/>
        <pc:sldMkLst>
          <pc:docMk/>
          <pc:sldMk cId="531652720" sldId="318"/>
        </pc:sldMkLst>
        <pc:spChg chg="mod">
          <ac:chgData name="Arwa Said Salim Al Shanfari" userId="S::arwa.alshanfari@utas.edu.om::9c079c79-4ee4-4f20-bc65-49ce63929ea8" providerId="AD" clId="Web-{7FC5AE8F-F9E5-0D31-2F32-AB2D09516C27}" dt="2026-09-25T20:54:25.538" v="65" actId="1076"/>
          <ac:spMkLst>
            <pc:docMk/>
            <pc:sldMk cId="531652720" sldId="318"/>
            <ac:spMk id="2" creationId="{FD6F038B-B89B-EDCC-07E9-3273987F959C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54:13.193" v="61"/>
          <ac:spMkLst>
            <pc:docMk/>
            <pc:sldMk cId="531652720" sldId="318"/>
            <ac:spMk id="3" creationId="{B51CBC51-675F-7CB2-715A-3AC08354FC8B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0:54:16.397" v="62"/>
          <ac:spMkLst>
            <pc:docMk/>
            <pc:sldMk cId="531652720" sldId="318"/>
            <ac:spMk id="4" creationId="{435FEEC7-F3DE-E507-0DD5-36662837A4A5}"/>
          </ac:spMkLst>
        </pc:spChg>
      </pc:sldChg>
      <pc:sldChg chg="new del ord">
        <pc:chgData name="Arwa Said Salim Al Shanfari" userId="S::arwa.alshanfari@utas.edu.om::9c079c79-4ee4-4f20-bc65-49ce63929ea8" providerId="AD" clId="Web-{7FC5AE8F-F9E5-0D31-2F32-AB2D09516C27}" dt="2026-09-25T21:04:18.952" v="141"/>
        <pc:sldMkLst>
          <pc:docMk/>
          <pc:sldMk cId="3227821060" sldId="319"/>
        </pc:sldMkLst>
      </pc:sldChg>
      <pc:sldChg chg="addSp delSp modSp new mod setBg">
        <pc:chgData name="Arwa Said Salim Al Shanfari" userId="S::arwa.alshanfari@utas.edu.om::9c079c79-4ee4-4f20-bc65-49ce63929ea8" providerId="AD" clId="Web-{7FC5AE8F-F9E5-0D31-2F32-AB2D09516C27}" dt="2026-09-25T21:10:06.057" v="249"/>
        <pc:sldMkLst>
          <pc:docMk/>
          <pc:sldMk cId="1406155488" sldId="320"/>
        </pc:sldMkLst>
        <pc:spChg chg="del">
          <ac:chgData name="Arwa Said Salim Al Shanfari" userId="S::arwa.alshanfari@utas.edu.om::9c079c79-4ee4-4f20-bc65-49ce63929ea8" providerId="AD" clId="Web-{7FC5AE8F-F9E5-0D31-2F32-AB2D09516C27}" dt="2026-09-25T21:04:45.843" v="146"/>
          <ac:spMkLst>
            <pc:docMk/>
            <pc:sldMk cId="1406155488" sldId="320"/>
            <ac:spMk id="2" creationId="{504E89E8-A2EB-EDB1-A45C-6EC8D0A180E6}"/>
          </ac:spMkLst>
        </pc:spChg>
        <pc:spChg chg="mod ord">
          <ac:chgData name="Arwa Said Salim Al Shanfari" userId="S::arwa.alshanfari@utas.edu.om::9c079c79-4ee4-4f20-bc65-49ce63929ea8" providerId="AD" clId="Web-{7FC5AE8F-F9E5-0D31-2F32-AB2D09516C27}" dt="2026-09-25T21:09:16.743" v="163" actId="1076"/>
          <ac:spMkLst>
            <pc:docMk/>
            <pc:sldMk cId="1406155488" sldId="320"/>
            <ac:spMk id="3" creationId="{32D566F3-CB40-4D59-1124-9E0C51CE95DF}"/>
          </ac:spMkLst>
        </pc:spChg>
        <pc:spChg chg="add del">
          <ac:chgData name="Arwa Said Salim Al Shanfari" userId="S::arwa.alshanfari@utas.edu.om::9c079c79-4ee4-4f20-bc65-49ce63929ea8" providerId="AD" clId="Web-{7FC5AE8F-F9E5-0D31-2F32-AB2D09516C27}" dt="2026-09-25T21:04:27.624" v="143"/>
          <ac:spMkLst>
            <pc:docMk/>
            <pc:sldMk cId="1406155488" sldId="320"/>
            <ac:spMk id="5" creationId="{312B41F8-8779-DB46-D9C7-D75E9233C764}"/>
          </ac:spMkLst>
        </pc:spChg>
        <pc:spChg chg="add mod">
          <ac:chgData name="Arwa Said Salim Al Shanfari" userId="S::arwa.alshanfari@utas.edu.om::9c079c79-4ee4-4f20-bc65-49ce63929ea8" providerId="AD" clId="Web-{7FC5AE8F-F9E5-0D31-2F32-AB2D09516C27}" dt="2026-09-25T21:08:28.991" v="154"/>
          <ac:spMkLst>
            <pc:docMk/>
            <pc:sldMk cId="1406155488" sldId="320"/>
            <ac:spMk id="7" creationId="{A3EE6BBB-7AC8-D887-5DB6-3D2F797B0DDB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08:28.991" v="154"/>
          <ac:spMkLst>
            <pc:docMk/>
            <pc:sldMk cId="1406155488" sldId="320"/>
            <ac:spMk id="14" creationId="{7FF47CB7-972F-479F-A36D-9E72D26EC8DA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08:28.991" v="154"/>
          <ac:spMkLst>
            <pc:docMk/>
            <pc:sldMk cId="1406155488" sldId="320"/>
            <ac:spMk id="16" creationId="{0D153B68-5844-490D-8E67-F616D6D721CA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08:28.991" v="154"/>
          <ac:spMkLst>
            <pc:docMk/>
            <pc:sldMk cId="1406155488" sldId="320"/>
            <ac:spMk id="18" creationId="{9A0D773F-7A7D-4DBB-9DEA-86BB8B8F4BC8}"/>
          </ac:spMkLst>
        </pc:spChg>
        <pc:graphicFrameChg chg="add mod modGraphic">
          <ac:chgData name="Arwa Said Salim Al Shanfari" userId="S::arwa.alshanfari@utas.edu.om::9c079c79-4ee4-4f20-bc65-49ce63929ea8" providerId="AD" clId="Web-{7FC5AE8F-F9E5-0D31-2F32-AB2D09516C27}" dt="2026-09-25T21:10:06.057" v="249"/>
          <ac:graphicFrameMkLst>
            <pc:docMk/>
            <pc:sldMk cId="1406155488" sldId="320"/>
            <ac:graphicFrameMk id="9" creationId="{CEF8A0FE-F05A-73F0-3F8F-AD1E4C52EFB5}"/>
          </ac:graphicFrameMkLst>
        </pc:graphicFrameChg>
      </pc:sldChg>
      <pc:sldChg chg="addSp delSp modSp new del">
        <pc:chgData name="Arwa Said Salim Al Shanfari" userId="S::arwa.alshanfari@utas.edu.om::9c079c79-4ee4-4f20-bc65-49ce63929ea8" providerId="AD" clId="Web-{7FC5AE8F-F9E5-0D31-2F32-AB2D09516C27}" dt="2026-09-25T21:32:04.167" v="292"/>
        <pc:sldMkLst>
          <pc:docMk/>
          <pc:sldMk cId="3745399479" sldId="321"/>
        </pc:sldMkLst>
        <pc:spChg chg="mod">
          <ac:chgData name="Arwa Said Salim Al Shanfari" userId="S::arwa.alshanfari@utas.edu.om::9c079c79-4ee4-4f20-bc65-49ce63929ea8" providerId="AD" clId="Web-{7FC5AE8F-F9E5-0D31-2F32-AB2D09516C27}" dt="2026-09-25T21:31:47.979" v="287" actId="20577"/>
          <ac:spMkLst>
            <pc:docMk/>
            <pc:sldMk cId="3745399479" sldId="321"/>
            <ac:spMk id="2" creationId="{9496F491-BB20-85B7-724F-C4EC6ADF39DF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1:20:58.250" v="262"/>
          <ac:spMkLst>
            <pc:docMk/>
            <pc:sldMk cId="3745399479" sldId="321"/>
            <ac:spMk id="3" creationId="{F1617460-F444-B90B-6702-63FECF7122F3}"/>
          </ac:spMkLst>
        </pc:spChg>
        <pc:spChg chg="add mod">
          <ac:chgData name="Arwa Said Salim Al Shanfari" userId="S::arwa.alshanfari@utas.edu.om::9c079c79-4ee4-4f20-bc65-49ce63929ea8" providerId="AD" clId="Web-{7FC5AE8F-F9E5-0D31-2F32-AB2D09516C27}" dt="2026-09-25T21:21:32.548" v="264"/>
          <ac:spMkLst>
            <pc:docMk/>
            <pc:sldMk cId="3745399479" sldId="321"/>
            <ac:spMk id="6" creationId="{83C542C9-654D-10F8-27D5-E22925105000}"/>
          </ac:spMkLst>
        </pc:spChg>
        <pc:picChg chg="add del mod ord">
          <ac:chgData name="Arwa Said Salim Al Shanfari" userId="S::arwa.alshanfari@utas.edu.om::9c079c79-4ee4-4f20-bc65-49ce63929ea8" providerId="AD" clId="Web-{7FC5AE8F-F9E5-0D31-2F32-AB2D09516C27}" dt="2026-09-25T21:21:32.548" v="264"/>
          <ac:picMkLst>
            <pc:docMk/>
            <pc:sldMk cId="3745399479" sldId="321"/>
            <ac:picMk id="4" creationId="{84DA2FE1-F778-6824-D2CB-9DD7409B4A60}"/>
          </ac:picMkLst>
        </pc:picChg>
      </pc:sldChg>
      <pc:sldChg chg="addSp delSp modSp new">
        <pc:chgData name="Arwa Said Salim Al Shanfari" userId="S::arwa.alshanfari@utas.edu.om::9c079c79-4ee4-4f20-bc65-49ce63929ea8" providerId="AD" clId="Web-{7FC5AE8F-F9E5-0D31-2F32-AB2D09516C27}" dt="2026-09-25T21:29:40.751" v="285" actId="14100"/>
        <pc:sldMkLst>
          <pc:docMk/>
          <pc:sldMk cId="4173158762" sldId="322"/>
        </pc:sldMkLst>
        <pc:spChg chg="mod">
          <ac:chgData name="Arwa Said Salim Al Shanfari" userId="S::arwa.alshanfari@utas.edu.om::9c079c79-4ee4-4f20-bc65-49ce63929ea8" providerId="AD" clId="Web-{7FC5AE8F-F9E5-0D31-2F32-AB2D09516C27}" dt="2026-09-25T21:29:03.578" v="282" actId="20577"/>
          <ac:spMkLst>
            <pc:docMk/>
            <pc:sldMk cId="4173158762" sldId="322"/>
            <ac:spMk id="2" creationId="{274C146C-7DCE-4E25-F042-66EAE4EF5D88}"/>
          </ac:spMkLst>
        </pc:spChg>
        <pc:spChg chg="del">
          <ac:chgData name="Arwa Said Salim Al Shanfari" userId="S::arwa.alshanfari@utas.edu.om::9c079c79-4ee4-4f20-bc65-49ce63929ea8" providerId="AD" clId="Web-{7FC5AE8F-F9E5-0D31-2F32-AB2D09516C27}" dt="2026-09-25T21:22:27.971" v="266"/>
          <ac:spMkLst>
            <pc:docMk/>
            <pc:sldMk cId="4173158762" sldId="322"/>
            <ac:spMk id="3" creationId="{483B083A-9A13-1DD6-9B3B-6A8A87855001}"/>
          </ac:spMkLst>
        </pc:spChg>
        <pc:picChg chg="add mod ord modCrop">
          <ac:chgData name="Arwa Said Salim Al Shanfari" userId="S::arwa.alshanfari@utas.edu.om::9c079c79-4ee4-4f20-bc65-49ce63929ea8" providerId="AD" clId="Web-{7FC5AE8F-F9E5-0D31-2F32-AB2D09516C27}" dt="2026-09-25T21:29:40.751" v="285" actId="14100"/>
          <ac:picMkLst>
            <pc:docMk/>
            <pc:sldMk cId="4173158762" sldId="322"/>
            <ac:picMk id="4" creationId="{C1A46D13-27AB-E8D9-55B9-26093115559A}"/>
          </ac:picMkLst>
        </pc:picChg>
      </pc:sldChg>
      <pc:sldChg chg="addSp modSp new mod setBg">
        <pc:chgData name="Arwa Said Salim Al Shanfari" userId="S::arwa.alshanfari@utas.edu.om::9c079c79-4ee4-4f20-bc65-49ce63929ea8" providerId="AD" clId="Web-{7FC5AE8F-F9E5-0D31-2F32-AB2D09516C27}" dt="2026-09-25T21:33:01.528" v="303" actId="1076"/>
        <pc:sldMkLst>
          <pc:docMk/>
          <pc:sldMk cId="2882036053" sldId="323"/>
        </pc:sldMkLst>
        <pc:spChg chg="mod">
          <ac:chgData name="Arwa Said Salim Al Shanfari" userId="S::arwa.alshanfari@utas.edu.om::9c079c79-4ee4-4f20-bc65-49ce63929ea8" providerId="AD" clId="Web-{7FC5AE8F-F9E5-0D31-2F32-AB2D09516C27}" dt="2026-09-25T21:32:29.964" v="298"/>
          <ac:spMkLst>
            <pc:docMk/>
            <pc:sldMk cId="2882036053" sldId="323"/>
            <ac:spMk id="2" creationId="{14F71C54-4542-741F-68D3-1B04FCE723C2}"/>
          </ac:spMkLst>
        </pc:spChg>
        <pc:spChg chg="mod">
          <ac:chgData name="Arwa Said Salim Al Shanfari" userId="S::arwa.alshanfari@utas.edu.om::9c079c79-4ee4-4f20-bc65-49ce63929ea8" providerId="AD" clId="Web-{7FC5AE8F-F9E5-0D31-2F32-AB2D09516C27}" dt="2026-09-25T21:32:29.964" v="298"/>
          <ac:spMkLst>
            <pc:docMk/>
            <pc:sldMk cId="2882036053" sldId="323"/>
            <ac:spMk id="3" creationId="{B1A52145-852C-9098-8C18-957DBF8B12C8}"/>
          </ac:spMkLst>
        </pc:spChg>
        <pc:spChg chg="add mod">
          <ac:chgData name="Arwa Said Salim Al Shanfari" userId="S::arwa.alshanfari@utas.edu.om::9c079c79-4ee4-4f20-bc65-49ce63929ea8" providerId="AD" clId="Web-{7FC5AE8F-F9E5-0D31-2F32-AB2D09516C27}" dt="2026-09-25T21:33:01.528" v="303" actId="1076"/>
          <ac:spMkLst>
            <pc:docMk/>
            <pc:sldMk cId="2882036053" sldId="323"/>
            <ac:spMk id="5" creationId="{9A02DDF8-1C86-B4D7-3895-F2CDF673CEAF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32:29.964" v="298"/>
          <ac:spMkLst>
            <pc:docMk/>
            <pc:sldMk cId="2882036053" sldId="323"/>
            <ac:spMk id="9" creationId="{8D0D6D3E-D7F9-4591-9CA9-DDF4DB1F73DA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32:29.964" v="298"/>
          <ac:spMkLst>
            <pc:docMk/>
            <pc:sldMk cId="2882036053" sldId="323"/>
            <ac:spMk id="11" creationId="{C4C9F2B0-1044-46EB-8AEB-C3BFFDE6C2CC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32:29.964" v="298"/>
          <ac:spMkLst>
            <pc:docMk/>
            <pc:sldMk cId="2882036053" sldId="323"/>
            <ac:spMk id="13" creationId="{D28B54C3-B57B-472A-B96E-1FCB67093DC2}"/>
          </ac:spMkLst>
        </pc:spChg>
        <pc:spChg chg="add">
          <ac:chgData name="Arwa Said Salim Al Shanfari" userId="S::arwa.alshanfari@utas.edu.om::9c079c79-4ee4-4f20-bc65-49ce63929ea8" providerId="AD" clId="Web-{7FC5AE8F-F9E5-0D31-2F32-AB2D09516C27}" dt="2026-09-25T21:32:29.964" v="298"/>
          <ac:spMkLst>
            <pc:docMk/>
            <pc:sldMk cId="2882036053" sldId="323"/>
            <ac:spMk id="15" creationId="{7DB3C429-F8DA-49B9-AF84-21996FCF78B5}"/>
          </ac:spMkLst>
        </pc:spChg>
        <pc:picChg chg="add mod modCrop">
          <ac:chgData name="Arwa Said Salim Al Shanfari" userId="S::arwa.alshanfari@utas.edu.om::9c079c79-4ee4-4f20-bc65-49ce63929ea8" providerId="AD" clId="Web-{7FC5AE8F-F9E5-0D31-2F32-AB2D09516C27}" dt="2026-09-25T21:32:29.964" v="298"/>
          <ac:picMkLst>
            <pc:docMk/>
            <pc:sldMk cId="2882036053" sldId="323"/>
            <ac:picMk id="4" creationId="{5613DB57-9DBB-09FD-4B61-E232BD95B2C1}"/>
          </ac:picMkLst>
        </pc:picChg>
      </pc:sldChg>
      <pc:sldChg chg="addSp delSp modSp new">
        <pc:chgData name="Arwa Said Salim Al Shanfari" userId="S::arwa.alshanfari@utas.edu.om::9c079c79-4ee4-4f20-bc65-49ce63929ea8" providerId="AD" clId="Web-{7FC5AE8F-F9E5-0D31-2F32-AB2D09516C27}" dt="2026-09-25T21:36:13.690" v="337"/>
        <pc:sldMkLst>
          <pc:docMk/>
          <pc:sldMk cId="3908047725" sldId="324"/>
        </pc:sldMkLst>
        <pc:spChg chg="del">
          <ac:chgData name="Arwa Said Salim Al Shanfari" userId="S::arwa.alshanfari@utas.edu.om::9c079c79-4ee4-4f20-bc65-49ce63929ea8" providerId="AD" clId="Web-{7FC5AE8F-F9E5-0D31-2F32-AB2D09516C27}" dt="2026-09-25T21:36:13.690" v="337"/>
          <ac:spMkLst>
            <pc:docMk/>
            <pc:sldMk cId="3908047725" sldId="324"/>
            <ac:spMk id="3" creationId="{954966CE-0544-CA11-C587-74BF2904525A}"/>
          </ac:spMkLst>
        </pc:spChg>
        <pc:picChg chg="add mod ord">
          <ac:chgData name="Arwa Said Salim Al Shanfari" userId="S::arwa.alshanfari@utas.edu.om::9c079c79-4ee4-4f20-bc65-49ce63929ea8" providerId="AD" clId="Web-{7FC5AE8F-F9E5-0D31-2F32-AB2D09516C27}" dt="2026-09-25T21:36:13.690" v="337"/>
          <ac:picMkLst>
            <pc:docMk/>
            <pc:sldMk cId="3908047725" sldId="324"/>
            <ac:picMk id="4" creationId="{D788BEFC-F1C3-124B-3763-B1D060096350}"/>
          </ac:picMkLst>
        </pc:picChg>
      </pc:sldChg>
      <pc:sldChg chg="add del">
        <pc:chgData name="Arwa Said Salim Al Shanfari" userId="S::arwa.alshanfari@utas.edu.om::9c079c79-4ee4-4f20-bc65-49ce63929ea8" providerId="AD" clId="Web-{7FC5AE8F-F9E5-0D31-2F32-AB2D09516C27}" dt="2026-09-25T21:36:01.877" v="336"/>
        <pc:sldMkLst>
          <pc:docMk/>
          <pc:sldMk cId="2098354476" sldId="325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6:01.877" v="335"/>
        <pc:sldMkLst>
          <pc:docMk/>
          <pc:sldMk cId="3342334549" sldId="326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6:01.877" v="334"/>
        <pc:sldMkLst>
          <pc:docMk/>
          <pc:sldMk cId="3857827059" sldId="327"/>
        </pc:sldMkLst>
      </pc:sldChg>
      <pc:sldChg chg="add del">
        <pc:chgData name="Arwa Said Salim Al Shanfari" userId="S::arwa.alshanfari@utas.edu.om::9c079c79-4ee4-4f20-bc65-49ce63929ea8" providerId="AD" clId="Web-{7FC5AE8F-F9E5-0D31-2F32-AB2D09516C27}" dt="2026-09-25T21:36:01.877" v="333"/>
        <pc:sldMkLst>
          <pc:docMk/>
          <pc:sldMk cId="3302152786" sldId="328"/>
        </pc:sldMkLst>
      </pc:sldChg>
    </pc:docChg>
  </pc:docChgLst>
  <pc:docChgLst>
    <pc:chgData clId="Web-{7FC5AE8F-F9E5-0D31-2F32-AB2D09516C27}"/>
    <pc:docChg chg="addSld">
      <pc:chgData name="" userId="" providerId="" clId="Web-{7FC5AE8F-F9E5-0D31-2F32-AB2D09516C27}" dt="2026-09-25T20:12:12.129" v="47"/>
      <pc:docMkLst>
        <pc:docMk/>
      </pc:docMkLst>
      <pc:sldChg chg="add">
        <pc:chgData name="" userId="" providerId="" clId="Web-{7FC5AE8F-F9E5-0D31-2F32-AB2D09516C27}" dt="2026-09-25T20:12:09.269" v="0"/>
        <pc:sldMkLst>
          <pc:docMk/>
          <pc:sldMk cId="3042816638" sldId="257"/>
        </pc:sldMkLst>
      </pc:sldChg>
      <pc:sldChg chg="add">
        <pc:chgData name="" userId="" providerId="" clId="Web-{7FC5AE8F-F9E5-0D31-2F32-AB2D09516C27}" dt="2026-09-25T20:12:09.769" v="12"/>
        <pc:sldMkLst>
          <pc:docMk/>
          <pc:sldMk cId="27696083" sldId="258"/>
        </pc:sldMkLst>
      </pc:sldChg>
      <pc:sldChg chg="add">
        <pc:chgData name="" userId="" providerId="" clId="Web-{7FC5AE8F-F9E5-0D31-2F32-AB2D09516C27}" dt="2026-09-25T20:12:09.707" v="11"/>
        <pc:sldMkLst>
          <pc:docMk/>
          <pc:sldMk cId="3041562375" sldId="261"/>
        </pc:sldMkLst>
      </pc:sldChg>
      <pc:sldChg chg="add">
        <pc:chgData name="" userId="" providerId="" clId="Web-{7FC5AE8F-F9E5-0D31-2F32-AB2D09516C27}" dt="2026-09-25T20:12:09.863" v="14"/>
        <pc:sldMkLst>
          <pc:docMk/>
          <pc:sldMk cId="3853436669" sldId="262"/>
        </pc:sldMkLst>
      </pc:sldChg>
      <pc:sldChg chg="add">
        <pc:chgData name="" userId="" providerId="" clId="Web-{7FC5AE8F-F9E5-0D31-2F32-AB2D09516C27}" dt="2026-09-25T20:12:09.394" v="4"/>
        <pc:sldMkLst>
          <pc:docMk/>
          <pc:sldMk cId="2617559560" sldId="264"/>
        </pc:sldMkLst>
      </pc:sldChg>
      <pc:sldChg chg="add">
        <pc:chgData name="" userId="" providerId="" clId="Web-{7FC5AE8F-F9E5-0D31-2F32-AB2D09516C27}" dt="2026-09-25T20:12:09.441" v="5"/>
        <pc:sldMkLst>
          <pc:docMk/>
          <pc:sldMk cId="605000638" sldId="265"/>
        </pc:sldMkLst>
      </pc:sldChg>
      <pc:sldChg chg="add">
        <pc:chgData name="" userId="" providerId="" clId="Web-{7FC5AE8F-F9E5-0D31-2F32-AB2D09516C27}" dt="2026-09-25T20:12:09.472" v="6"/>
        <pc:sldMkLst>
          <pc:docMk/>
          <pc:sldMk cId="3272745209" sldId="266"/>
        </pc:sldMkLst>
      </pc:sldChg>
      <pc:sldChg chg="add">
        <pc:chgData name="" userId="" providerId="" clId="Web-{7FC5AE8F-F9E5-0D31-2F32-AB2D09516C27}" dt="2026-09-25T20:12:09.519" v="7"/>
        <pc:sldMkLst>
          <pc:docMk/>
          <pc:sldMk cId="1371424185" sldId="267"/>
        </pc:sldMkLst>
      </pc:sldChg>
      <pc:sldChg chg="add">
        <pc:chgData name="" userId="" providerId="" clId="Web-{7FC5AE8F-F9E5-0D31-2F32-AB2D09516C27}" dt="2026-09-25T20:12:09.316" v="2"/>
        <pc:sldMkLst>
          <pc:docMk/>
          <pc:sldMk cId="2259421770" sldId="268"/>
        </pc:sldMkLst>
      </pc:sldChg>
      <pc:sldChg chg="add">
        <pc:chgData name="" userId="" providerId="" clId="Web-{7FC5AE8F-F9E5-0D31-2F32-AB2D09516C27}" dt="2026-09-25T20:12:09.347" v="3"/>
        <pc:sldMkLst>
          <pc:docMk/>
          <pc:sldMk cId="3360950924" sldId="270"/>
        </pc:sldMkLst>
      </pc:sldChg>
      <pc:sldChg chg="add">
        <pc:chgData name="" userId="" providerId="" clId="Web-{7FC5AE8F-F9E5-0D31-2F32-AB2D09516C27}" dt="2026-09-25T20:12:09.285" v="1"/>
        <pc:sldMkLst>
          <pc:docMk/>
          <pc:sldMk cId="2461573949" sldId="272"/>
        </pc:sldMkLst>
      </pc:sldChg>
      <pc:sldChg chg="add">
        <pc:chgData name="" userId="" providerId="" clId="Web-{7FC5AE8F-F9E5-0D31-2F32-AB2D09516C27}" dt="2026-09-25T20:12:09.597" v="8"/>
        <pc:sldMkLst>
          <pc:docMk/>
          <pc:sldMk cId="1269319395" sldId="273"/>
        </pc:sldMkLst>
      </pc:sldChg>
      <pc:sldChg chg="add">
        <pc:chgData name="" userId="" providerId="" clId="Web-{7FC5AE8F-F9E5-0D31-2F32-AB2D09516C27}" dt="2026-09-25T20:12:10.175" v="17"/>
        <pc:sldMkLst>
          <pc:docMk/>
          <pc:sldMk cId="3006591722" sldId="275"/>
        </pc:sldMkLst>
      </pc:sldChg>
      <pc:sldChg chg="add">
        <pc:chgData name="" userId="" providerId="" clId="Web-{7FC5AE8F-F9E5-0D31-2F32-AB2D09516C27}" dt="2026-09-25T20:12:10.207" v="18"/>
        <pc:sldMkLst>
          <pc:docMk/>
          <pc:sldMk cId="3684534869" sldId="276"/>
        </pc:sldMkLst>
      </pc:sldChg>
      <pc:sldChg chg="add">
        <pc:chgData name="" userId="" providerId="" clId="Web-{7FC5AE8F-F9E5-0D31-2F32-AB2D09516C27}" dt="2026-09-25T20:12:10.379" v="19"/>
        <pc:sldMkLst>
          <pc:docMk/>
          <pc:sldMk cId="1585765632" sldId="277"/>
        </pc:sldMkLst>
      </pc:sldChg>
      <pc:sldChg chg="add">
        <pc:chgData name="" userId="" providerId="" clId="Web-{7FC5AE8F-F9E5-0D31-2F32-AB2D09516C27}" dt="2026-09-25T20:12:10.113" v="15"/>
        <pc:sldMkLst>
          <pc:docMk/>
          <pc:sldMk cId="391999132" sldId="278"/>
        </pc:sldMkLst>
      </pc:sldChg>
      <pc:sldChg chg="add">
        <pc:chgData name="" userId="" providerId="" clId="Web-{7FC5AE8F-F9E5-0D31-2F32-AB2D09516C27}" dt="2026-09-25T20:12:09.847" v="13"/>
        <pc:sldMkLst>
          <pc:docMk/>
          <pc:sldMk cId="3897893137" sldId="279"/>
        </pc:sldMkLst>
      </pc:sldChg>
      <pc:sldChg chg="add">
        <pc:chgData name="" userId="" providerId="" clId="Web-{7FC5AE8F-F9E5-0D31-2F32-AB2D09516C27}" dt="2026-09-25T20:12:10.441" v="21"/>
        <pc:sldMkLst>
          <pc:docMk/>
          <pc:sldMk cId="2511839083" sldId="280"/>
        </pc:sldMkLst>
      </pc:sldChg>
      <pc:sldChg chg="add">
        <pc:chgData name="" userId="" providerId="" clId="Web-{7FC5AE8F-F9E5-0D31-2F32-AB2D09516C27}" dt="2026-09-25T20:12:10.425" v="20"/>
        <pc:sldMkLst>
          <pc:docMk/>
          <pc:sldMk cId="2818534573" sldId="281"/>
        </pc:sldMkLst>
      </pc:sldChg>
      <pc:sldChg chg="add">
        <pc:chgData name="" userId="" providerId="" clId="Web-{7FC5AE8F-F9E5-0D31-2F32-AB2D09516C27}" dt="2026-09-25T20:12:10.519" v="22"/>
        <pc:sldMkLst>
          <pc:docMk/>
          <pc:sldMk cId="4173453944" sldId="282"/>
        </pc:sldMkLst>
      </pc:sldChg>
      <pc:sldChg chg="add">
        <pc:chgData name="" userId="" providerId="" clId="Web-{7FC5AE8F-F9E5-0D31-2F32-AB2D09516C27}" dt="2026-09-25T20:12:10.129" v="16"/>
        <pc:sldMkLst>
          <pc:docMk/>
          <pc:sldMk cId="39152298" sldId="284"/>
        </pc:sldMkLst>
      </pc:sldChg>
      <pc:sldChg chg="add">
        <pc:chgData name="" userId="" providerId="" clId="Web-{7FC5AE8F-F9E5-0D31-2F32-AB2D09516C27}" dt="2026-09-25T20:12:10.566" v="23"/>
        <pc:sldMkLst>
          <pc:docMk/>
          <pc:sldMk cId="791879978" sldId="285"/>
        </pc:sldMkLst>
      </pc:sldChg>
      <pc:sldChg chg="add">
        <pc:chgData name="" userId="" providerId="" clId="Web-{7FC5AE8F-F9E5-0D31-2F32-AB2D09516C27}" dt="2026-09-25T20:12:10.582" v="24"/>
        <pc:sldMkLst>
          <pc:docMk/>
          <pc:sldMk cId="4243035207" sldId="286"/>
        </pc:sldMkLst>
      </pc:sldChg>
      <pc:sldChg chg="add">
        <pc:chgData name="" userId="" providerId="" clId="Web-{7FC5AE8F-F9E5-0D31-2F32-AB2D09516C27}" dt="2026-09-25T20:12:10.691" v="25"/>
        <pc:sldMkLst>
          <pc:docMk/>
          <pc:sldMk cId="159577023" sldId="287"/>
        </pc:sldMkLst>
      </pc:sldChg>
      <pc:sldChg chg="add">
        <pc:chgData name="" userId="" providerId="" clId="Web-{7FC5AE8F-F9E5-0D31-2F32-AB2D09516C27}" dt="2026-09-25T20:12:10.925" v="26"/>
        <pc:sldMkLst>
          <pc:docMk/>
          <pc:sldMk cId="858965240" sldId="288"/>
        </pc:sldMkLst>
      </pc:sldChg>
      <pc:sldChg chg="add">
        <pc:chgData name="" userId="" providerId="" clId="Web-{7FC5AE8F-F9E5-0D31-2F32-AB2D09516C27}" dt="2026-09-25T20:12:10.957" v="27"/>
        <pc:sldMkLst>
          <pc:docMk/>
          <pc:sldMk cId="852617644" sldId="290"/>
        </pc:sldMkLst>
      </pc:sldChg>
      <pc:sldChg chg="add">
        <pc:chgData name="" userId="" providerId="" clId="Web-{7FC5AE8F-F9E5-0D31-2F32-AB2D09516C27}" dt="2026-09-25T20:12:11.082" v="29"/>
        <pc:sldMkLst>
          <pc:docMk/>
          <pc:sldMk cId="2082616681" sldId="291"/>
        </pc:sldMkLst>
      </pc:sldChg>
      <pc:sldChg chg="add">
        <pc:chgData name="" userId="" providerId="" clId="Web-{7FC5AE8F-F9E5-0D31-2F32-AB2D09516C27}" dt="2026-09-25T20:12:11.129" v="30"/>
        <pc:sldMkLst>
          <pc:docMk/>
          <pc:sldMk cId="2535020229" sldId="292"/>
        </pc:sldMkLst>
      </pc:sldChg>
      <pc:sldChg chg="add">
        <pc:chgData name="" userId="" providerId="" clId="Web-{7FC5AE8F-F9E5-0D31-2F32-AB2D09516C27}" dt="2026-09-25T20:12:11.160" v="31"/>
        <pc:sldMkLst>
          <pc:docMk/>
          <pc:sldMk cId="870468560" sldId="294"/>
        </pc:sldMkLst>
      </pc:sldChg>
      <pc:sldChg chg="add">
        <pc:chgData name="" userId="" providerId="" clId="Web-{7FC5AE8F-F9E5-0D31-2F32-AB2D09516C27}" dt="2026-09-25T20:12:11.191" v="32"/>
        <pc:sldMkLst>
          <pc:docMk/>
          <pc:sldMk cId="127587856" sldId="295"/>
        </pc:sldMkLst>
      </pc:sldChg>
      <pc:sldChg chg="add">
        <pc:chgData name="" userId="" providerId="" clId="Web-{7FC5AE8F-F9E5-0D31-2F32-AB2D09516C27}" dt="2026-09-25T20:12:12.129" v="47"/>
        <pc:sldMkLst>
          <pc:docMk/>
          <pc:sldMk cId="239502600" sldId="296"/>
        </pc:sldMkLst>
      </pc:sldChg>
      <pc:sldChg chg="add">
        <pc:chgData name="" userId="" providerId="" clId="Web-{7FC5AE8F-F9E5-0D31-2F32-AB2D09516C27}" dt="2026-09-25T20:12:09.660" v="9"/>
        <pc:sldMkLst>
          <pc:docMk/>
          <pc:sldMk cId="3331632126" sldId="297"/>
        </pc:sldMkLst>
      </pc:sldChg>
      <pc:sldChg chg="add">
        <pc:chgData name="" userId="" providerId="" clId="Web-{7FC5AE8F-F9E5-0D31-2F32-AB2D09516C27}" dt="2026-09-25T20:12:09.691" v="10"/>
        <pc:sldMkLst>
          <pc:docMk/>
          <pc:sldMk cId="3346480317" sldId="298"/>
        </pc:sldMkLst>
      </pc:sldChg>
      <pc:sldChg chg="add">
        <pc:chgData name="" userId="" providerId="" clId="Web-{7FC5AE8F-F9E5-0D31-2F32-AB2D09516C27}" dt="2026-09-25T20:12:11.019" v="28"/>
        <pc:sldMkLst>
          <pc:docMk/>
          <pc:sldMk cId="3464418448" sldId="299"/>
        </pc:sldMkLst>
      </pc:sldChg>
      <pc:sldChg chg="add">
        <pc:chgData name="" userId="" providerId="" clId="Web-{7FC5AE8F-F9E5-0D31-2F32-AB2D09516C27}" dt="2026-09-25T20:12:11.207" v="33"/>
        <pc:sldMkLst>
          <pc:docMk/>
          <pc:sldMk cId="1973540900" sldId="300"/>
        </pc:sldMkLst>
      </pc:sldChg>
      <pc:sldChg chg="add">
        <pc:chgData name="" userId="" providerId="" clId="Web-{7FC5AE8F-F9E5-0D31-2F32-AB2D09516C27}" dt="2026-09-25T20:12:11.238" v="34"/>
        <pc:sldMkLst>
          <pc:docMk/>
          <pc:sldMk cId="2936428073" sldId="301"/>
        </pc:sldMkLst>
      </pc:sldChg>
      <pc:sldChg chg="add">
        <pc:chgData name="" userId="" providerId="" clId="Web-{7FC5AE8F-F9E5-0D31-2F32-AB2D09516C27}" dt="2026-09-25T20:12:11.300" v="35"/>
        <pc:sldMkLst>
          <pc:docMk/>
          <pc:sldMk cId="1571580784" sldId="302"/>
        </pc:sldMkLst>
      </pc:sldChg>
      <pc:sldChg chg="add">
        <pc:chgData name="" userId="" providerId="" clId="Web-{7FC5AE8F-F9E5-0D31-2F32-AB2D09516C27}" dt="2026-09-25T20:12:11.332" v="36"/>
        <pc:sldMkLst>
          <pc:docMk/>
          <pc:sldMk cId="1390057167" sldId="303"/>
        </pc:sldMkLst>
      </pc:sldChg>
      <pc:sldChg chg="add">
        <pc:chgData name="" userId="" providerId="" clId="Web-{7FC5AE8F-F9E5-0D31-2F32-AB2D09516C27}" dt="2026-09-25T20:12:11.457" v="37"/>
        <pc:sldMkLst>
          <pc:docMk/>
          <pc:sldMk cId="1994920517" sldId="304"/>
        </pc:sldMkLst>
      </pc:sldChg>
      <pc:sldChg chg="add">
        <pc:chgData name="" userId="" providerId="" clId="Web-{7FC5AE8F-F9E5-0D31-2F32-AB2D09516C27}" dt="2026-09-25T20:12:11.519" v="38"/>
        <pc:sldMkLst>
          <pc:docMk/>
          <pc:sldMk cId="2107080297" sldId="305"/>
        </pc:sldMkLst>
      </pc:sldChg>
      <pc:sldChg chg="add">
        <pc:chgData name="" userId="" providerId="" clId="Web-{7FC5AE8F-F9E5-0D31-2F32-AB2D09516C27}" dt="2026-09-25T20:12:11.738" v="41"/>
        <pc:sldMkLst>
          <pc:docMk/>
          <pc:sldMk cId="61353643" sldId="306"/>
        </pc:sldMkLst>
      </pc:sldChg>
      <pc:sldChg chg="add">
        <pc:chgData name="" userId="" providerId="" clId="Web-{7FC5AE8F-F9E5-0D31-2F32-AB2D09516C27}" dt="2026-09-25T20:12:11.816" v="42"/>
        <pc:sldMkLst>
          <pc:docMk/>
          <pc:sldMk cId="3310552111" sldId="307"/>
        </pc:sldMkLst>
      </pc:sldChg>
      <pc:sldChg chg="add">
        <pc:chgData name="" userId="" providerId="" clId="Web-{7FC5AE8F-F9E5-0D31-2F32-AB2D09516C27}" dt="2026-09-25T20:12:11.550" v="39"/>
        <pc:sldMkLst>
          <pc:docMk/>
          <pc:sldMk cId="2717494330" sldId="308"/>
        </pc:sldMkLst>
      </pc:sldChg>
      <pc:sldChg chg="add">
        <pc:chgData name="" userId="" providerId="" clId="Web-{7FC5AE8F-F9E5-0D31-2F32-AB2D09516C27}" dt="2026-09-25T20:12:11.644" v="40"/>
        <pc:sldMkLst>
          <pc:docMk/>
          <pc:sldMk cId="2139180338" sldId="309"/>
        </pc:sldMkLst>
      </pc:sldChg>
      <pc:sldChg chg="add">
        <pc:chgData name="" userId="" providerId="" clId="Web-{7FC5AE8F-F9E5-0D31-2F32-AB2D09516C27}" dt="2026-09-25T20:12:11.847" v="43"/>
        <pc:sldMkLst>
          <pc:docMk/>
          <pc:sldMk cId="3406937827" sldId="310"/>
        </pc:sldMkLst>
      </pc:sldChg>
      <pc:sldChg chg="add">
        <pc:chgData name="" userId="" providerId="" clId="Web-{7FC5AE8F-F9E5-0D31-2F32-AB2D09516C27}" dt="2026-09-25T20:12:11.941" v="45"/>
        <pc:sldMkLst>
          <pc:docMk/>
          <pc:sldMk cId="2229415323" sldId="311"/>
        </pc:sldMkLst>
      </pc:sldChg>
      <pc:sldChg chg="add">
        <pc:chgData name="" userId="" providerId="" clId="Web-{7FC5AE8F-F9E5-0D31-2F32-AB2D09516C27}" dt="2026-09-25T20:12:11.910" v="44"/>
        <pc:sldMkLst>
          <pc:docMk/>
          <pc:sldMk cId="3245600253" sldId="312"/>
        </pc:sldMkLst>
      </pc:sldChg>
      <pc:sldChg chg="add">
        <pc:chgData name="" userId="" providerId="" clId="Web-{7FC5AE8F-F9E5-0D31-2F32-AB2D09516C27}" dt="2026-09-25T20:12:12.082" v="46"/>
        <pc:sldMkLst>
          <pc:docMk/>
          <pc:sldMk cId="3696521482" sldId="313"/>
        </pc:sldMkLst>
      </pc:sldChg>
    </pc:docChg>
  </pc:docChgLst>
  <pc:docChgLst>
    <pc:chgData name="Arwa Said Salim Al Shanfari" userId="S::arwa.alshanfari@utas.edu.om::9c079c79-4ee4-4f20-bc65-49ce63929ea8" providerId="AD" clId="Web-{00000000-0000-0000-0000-000000000000}"/>
    <pc:docChg chg="addSld delSld modSld sldOrd">
      <pc:chgData name="Arwa Said Salim Al Shanfari" userId="S::arwa.alshanfari@utas.edu.om::9c079c79-4ee4-4f20-bc65-49ce63929ea8" providerId="AD" clId="Web-{00000000-0000-0000-0000-000000000000}" dt="2026-09-25T22:39:17.698" v="196"/>
      <pc:docMkLst>
        <pc:docMk/>
      </pc:docMkLst>
      <pc:sldChg chg="del">
        <pc:chgData name="Arwa Said Salim Al Shanfari" userId="S::arwa.alshanfari@utas.edu.om::9c079c79-4ee4-4f20-bc65-49ce63929ea8" providerId="AD" clId="Web-{00000000-0000-0000-0000-000000000000}" dt="2026-09-25T22:21:29.701" v="183"/>
        <pc:sldMkLst>
          <pc:docMk/>
          <pc:sldMk cId="109857222" sldId="256"/>
        </pc:sldMkLst>
      </pc:sldChg>
      <pc:sldChg chg="delSp modSp">
        <pc:chgData name="Arwa Said Salim Al Shanfari" userId="S::arwa.alshanfari@utas.edu.om::9c079c79-4ee4-4f20-bc65-49ce63929ea8" providerId="AD" clId="Web-{00000000-0000-0000-0000-000000000000}" dt="2026-09-25T22:21:50.656" v="194"/>
        <pc:sldMkLst>
          <pc:docMk/>
          <pc:sldMk cId="3042816638" sldId="257"/>
        </pc:sldMkLst>
        <pc:spChg chg="mod">
          <ac:chgData name="Arwa Said Salim Al Shanfari" userId="S::arwa.alshanfari@utas.edu.om::9c079c79-4ee4-4f20-bc65-49ce63929ea8" providerId="AD" clId="Web-{00000000-0000-0000-0000-000000000000}" dt="2026-09-25T22:21:48.750" v="193" actId="20577"/>
          <ac:spMkLst>
            <pc:docMk/>
            <pc:sldMk cId="3042816638" sldId="257"/>
            <ac:spMk id="2" creationId="{E7603BB8-438F-4543-8493-D21C83262FA5}"/>
          </ac:spMkLst>
        </pc:spChg>
        <pc:spChg chg="del mod">
          <ac:chgData name="Arwa Said Salim Al Shanfari" userId="S::arwa.alshanfari@utas.edu.om::9c079c79-4ee4-4f20-bc65-49ce63929ea8" providerId="AD" clId="Web-{00000000-0000-0000-0000-000000000000}" dt="2026-09-25T22:21:50.656" v="194"/>
          <ac:spMkLst>
            <pc:docMk/>
            <pc:sldMk cId="3042816638" sldId="257"/>
            <ac:spMk id="3" creationId="{224C1946-2C02-46F4-AEF5-6AD193F73804}"/>
          </ac:spMkLst>
        </pc:spChg>
      </pc:sldChg>
      <pc:sldChg chg="delSp modSp del">
        <pc:chgData name="Arwa Said Salim Al Shanfari" userId="S::arwa.alshanfari@utas.edu.om::9c079c79-4ee4-4f20-bc65-49ce63929ea8" providerId="AD" clId="Web-{00000000-0000-0000-0000-000000000000}" dt="2026-09-25T22:01:08.285" v="103"/>
        <pc:sldMkLst>
          <pc:docMk/>
          <pc:sldMk cId="3006591722" sldId="275"/>
        </pc:sldMkLst>
        <pc:spChg chg="mod">
          <ac:chgData name="Arwa Said Salim Al Shanfari" userId="S::arwa.alshanfari@utas.edu.om::9c079c79-4ee4-4f20-bc65-49ce63929ea8" providerId="AD" clId="Web-{00000000-0000-0000-0000-000000000000}" dt="2026-09-25T22:00:28.581" v="98" actId="20577"/>
          <ac:spMkLst>
            <pc:docMk/>
            <pc:sldMk cId="3006591722" sldId="275"/>
            <ac:spMk id="4" creationId="{05AEB8EC-BC96-4BFE-8EBB-D8AF32A11805}"/>
          </ac:spMkLst>
        </pc:spChg>
        <pc:spChg chg="mod">
          <ac:chgData name="Arwa Said Salim Al Shanfari" userId="S::arwa.alshanfari@utas.edu.om::9c079c79-4ee4-4f20-bc65-49ce63929ea8" providerId="AD" clId="Web-{00000000-0000-0000-0000-000000000000}" dt="2026-09-25T21:59:49.955" v="90" actId="20577"/>
          <ac:spMkLst>
            <pc:docMk/>
            <pc:sldMk cId="3006591722" sldId="275"/>
            <ac:spMk id="5" creationId="{CB2EB100-82AB-465D-BE45-05B0B543C746}"/>
          </ac:spMkLst>
        </pc:spChg>
        <pc:picChg chg="del">
          <ac:chgData name="Arwa Said Salim Al Shanfari" userId="S::arwa.alshanfari@utas.edu.om::9c079c79-4ee4-4f20-bc65-49ce63929ea8" providerId="AD" clId="Web-{00000000-0000-0000-0000-000000000000}" dt="2026-09-25T22:00:14.971" v="93"/>
          <ac:picMkLst>
            <pc:docMk/>
            <pc:sldMk cId="3006591722" sldId="275"/>
            <ac:picMk id="8" creationId="{181820B3-283E-45C4-8B8D-64555B745EDF}"/>
          </ac:picMkLst>
        </pc:picChg>
      </pc:sldChg>
      <pc:sldChg chg="delSp modSp">
        <pc:chgData name="Arwa Said Salim Al Shanfari" userId="S::arwa.alshanfari@utas.edu.om::9c079c79-4ee4-4f20-bc65-49ce63929ea8" providerId="AD" clId="Web-{00000000-0000-0000-0000-000000000000}" dt="2026-09-25T22:02:21.069" v="112"/>
        <pc:sldMkLst>
          <pc:docMk/>
          <pc:sldMk cId="3684534869" sldId="276"/>
        </pc:sldMkLst>
        <pc:spChg chg="mod">
          <ac:chgData name="Arwa Said Salim Al Shanfari" userId="S::arwa.alshanfari@utas.edu.om::9c079c79-4ee4-4f20-bc65-49ce63929ea8" providerId="AD" clId="Web-{00000000-0000-0000-0000-000000000000}" dt="2026-09-25T22:01:50.505" v="110" actId="20577"/>
          <ac:spMkLst>
            <pc:docMk/>
            <pc:sldMk cId="3684534869" sldId="276"/>
            <ac:spMk id="3" creationId="{754A955A-8E7B-450D-AC49-5A20189EC010}"/>
          </ac:spMkLst>
        </pc:spChg>
        <pc:spChg chg="del mod">
          <ac:chgData name="Arwa Said Salim Al Shanfari" userId="S::arwa.alshanfari@utas.edu.om::9c079c79-4ee4-4f20-bc65-49ce63929ea8" providerId="AD" clId="Web-{00000000-0000-0000-0000-000000000000}" dt="2026-09-25T22:02:21.069" v="112"/>
          <ac:spMkLst>
            <pc:docMk/>
            <pc:sldMk cId="3684534869" sldId="276"/>
            <ac:spMk id="6" creationId="{AC3E756B-DBAF-4087-8C7D-D2B067E23EA1}"/>
          </ac:spMkLst>
        </pc:spChg>
      </pc:sldChg>
      <pc:sldChg chg="delSp modSp">
        <pc:chgData name="Arwa Said Salim Al Shanfari" userId="S::arwa.alshanfari@utas.edu.om::9c079c79-4ee4-4f20-bc65-49ce63929ea8" providerId="AD" clId="Web-{00000000-0000-0000-0000-000000000000}" dt="2026-09-25T22:04:39.542" v="125"/>
        <pc:sldMkLst>
          <pc:docMk/>
          <pc:sldMk cId="2511839083" sldId="280"/>
        </pc:sldMkLst>
        <pc:spChg chg="mod">
          <ac:chgData name="Arwa Said Salim Al Shanfari" userId="S::arwa.alshanfari@utas.edu.om::9c079c79-4ee4-4f20-bc65-49ce63929ea8" providerId="AD" clId="Web-{00000000-0000-0000-0000-000000000000}" dt="2026-09-25T22:03:58.197" v="121" actId="20577"/>
          <ac:spMkLst>
            <pc:docMk/>
            <pc:sldMk cId="2511839083" sldId="280"/>
            <ac:spMk id="2" creationId="{E7988A77-1CF2-4FD9-BEC4-B948E8D1AD7B}"/>
          </ac:spMkLst>
        </pc:spChg>
        <pc:spChg chg="del mod">
          <ac:chgData name="Arwa Said Salim Al Shanfari" userId="S::arwa.alshanfari@utas.edu.om::9c079c79-4ee4-4f20-bc65-49ce63929ea8" providerId="AD" clId="Web-{00000000-0000-0000-0000-000000000000}" dt="2026-09-25T22:04:39.542" v="125"/>
          <ac:spMkLst>
            <pc:docMk/>
            <pc:sldMk cId="2511839083" sldId="280"/>
            <ac:spMk id="4" creationId="{ECD14750-F521-4FC9-9192-602D5358BA60}"/>
          </ac:spMkLst>
        </pc:spChg>
      </pc:sldChg>
      <pc:sldChg chg="delSp">
        <pc:chgData name="Arwa Said Salim Al Shanfari" userId="S::arwa.alshanfari@utas.edu.om::9c079c79-4ee4-4f20-bc65-49ce63929ea8" providerId="AD" clId="Web-{00000000-0000-0000-0000-000000000000}" dt="2026-09-25T22:11:43.650" v="128"/>
        <pc:sldMkLst>
          <pc:docMk/>
          <pc:sldMk cId="4173453944" sldId="282"/>
        </pc:sldMkLst>
        <pc:picChg chg="del">
          <ac:chgData name="Arwa Said Salim Al Shanfari" userId="S::arwa.alshanfari@utas.edu.om::9c079c79-4ee4-4f20-bc65-49ce63929ea8" providerId="AD" clId="Web-{00000000-0000-0000-0000-000000000000}" dt="2026-09-25T22:11:43.650" v="128"/>
          <ac:picMkLst>
            <pc:docMk/>
            <pc:sldMk cId="4173453944" sldId="282"/>
            <ac:picMk id="5" creationId="{756820CB-9098-4907-8EA1-EAA65EC7076C}"/>
          </ac:picMkLst>
        </pc:picChg>
      </pc:sldChg>
      <pc:sldChg chg="del">
        <pc:chgData name="Arwa Said Salim Al Shanfari" userId="S::arwa.alshanfari@utas.edu.om::9c079c79-4ee4-4f20-bc65-49ce63929ea8" providerId="AD" clId="Web-{00000000-0000-0000-0000-000000000000}" dt="2026-09-25T21:56:07.213" v="68"/>
        <pc:sldMkLst>
          <pc:docMk/>
          <pc:sldMk cId="791879978" sldId="285"/>
        </pc:sldMkLst>
      </pc:sldChg>
      <pc:sldChg chg="modSp">
        <pc:chgData name="Arwa Said Salim Al Shanfari" userId="S::arwa.alshanfari@utas.edu.om::9c079c79-4ee4-4f20-bc65-49ce63929ea8" providerId="AD" clId="Web-{00000000-0000-0000-0000-000000000000}" dt="2026-09-25T21:38:51.992" v="4" actId="20577"/>
        <pc:sldMkLst>
          <pc:docMk/>
          <pc:sldMk cId="4243035207" sldId="286"/>
        </pc:sldMkLst>
        <pc:spChg chg="mod">
          <ac:chgData name="Arwa Said Salim Al Shanfari" userId="S::arwa.alshanfari@utas.edu.om::9c079c79-4ee4-4f20-bc65-49ce63929ea8" providerId="AD" clId="Web-{00000000-0000-0000-0000-000000000000}" dt="2026-09-25T21:38:51.992" v="4" actId="20577"/>
          <ac:spMkLst>
            <pc:docMk/>
            <pc:sldMk cId="4243035207" sldId="286"/>
            <ac:spMk id="5" creationId="{A0F6A42F-7494-4F52-B40E-417C23936DAF}"/>
          </ac:spMkLst>
        </pc:spChg>
      </pc:sldChg>
      <pc:sldChg chg="addSp delSp modSp">
        <pc:chgData name="Arwa Said Salim Al Shanfari" userId="S::arwa.alshanfari@utas.edu.om::9c079c79-4ee4-4f20-bc65-49ce63929ea8" providerId="AD" clId="Web-{00000000-0000-0000-0000-000000000000}" dt="2026-09-25T21:40:29.432" v="13" actId="1076"/>
        <pc:sldMkLst>
          <pc:docMk/>
          <pc:sldMk cId="159577023" sldId="287"/>
        </pc:sldMkLst>
        <pc:spChg chg="add mod">
          <ac:chgData name="Arwa Said Salim Al Shanfari" userId="S::arwa.alshanfari@utas.edu.om::9c079c79-4ee4-4f20-bc65-49ce63929ea8" providerId="AD" clId="Web-{00000000-0000-0000-0000-000000000000}" dt="2026-09-25T21:40:04.838" v="9"/>
          <ac:spMkLst>
            <pc:docMk/>
            <pc:sldMk cId="159577023" sldId="287"/>
            <ac:spMk id="4" creationId="{BC5B70DB-C6AB-572A-D40C-4ADF4558A5A2}"/>
          </ac:spMkLst>
        </pc:spChg>
        <pc:spChg chg="del mod">
          <ac:chgData name="Arwa Said Salim Al Shanfari" userId="S::arwa.alshanfari@utas.edu.om::9c079c79-4ee4-4f20-bc65-49ce63929ea8" providerId="AD" clId="Web-{00000000-0000-0000-0000-000000000000}" dt="2026-09-25T21:40:04.838" v="9"/>
          <ac:spMkLst>
            <pc:docMk/>
            <pc:sldMk cId="159577023" sldId="287"/>
            <ac:spMk id="10" creationId="{A0B9E998-6CB8-4087-8AA8-43F51D221B11}"/>
          </ac:spMkLst>
        </pc:spChg>
        <pc:graphicFrameChg chg="add mod modGraphic">
          <ac:chgData name="Arwa Said Salim Al Shanfari" userId="S::arwa.alshanfari@utas.edu.om::9c079c79-4ee4-4f20-bc65-49ce63929ea8" providerId="AD" clId="Web-{00000000-0000-0000-0000-000000000000}" dt="2026-09-25T21:40:21.479" v="12" actId="1076"/>
          <ac:graphicFrameMkLst>
            <pc:docMk/>
            <pc:sldMk cId="159577023" sldId="287"/>
            <ac:graphicFrameMk id="5" creationId="{E9A7A91B-6365-457A-9600-4EE6E18C0D41}"/>
          </ac:graphicFrameMkLst>
        </pc:graphicFrameChg>
        <pc:picChg chg="mod">
          <ac:chgData name="Arwa Said Salim Al Shanfari" userId="S::arwa.alshanfari@utas.edu.om::9c079c79-4ee4-4f20-bc65-49ce63929ea8" providerId="AD" clId="Web-{00000000-0000-0000-0000-000000000000}" dt="2026-09-25T21:40:29.432" v="13" actId="1076"/>
          <ac:picMkLst>
            <pc:docMk/>
            <pc:sldMk cId="159577023" sldId="287"/>
            <ac:picMk id="6146" creationId="{9F25596C-FFE8-40F3-A795-0B4ADB62EDE8}"/>
          </ac:picMkLst>
        </pc:picChg>
      </pc:sldChg>
      <pc:sldChg chg="addSp delSp modSp">
        <pc:chgData name="Arwa Said Salim Al Shanfari" userId="S::arwa.alshanfari@utas.edu.om::9c079c79-4ee4-4f20-bc65-49ce63929ea8" providerId="AD" clId="Web-{00000000-0000-0000-0000-000000000000}" dt="2026-09-25T21:42:02.982" v="26" actId="1076"/>
        <pc:sldMkLst>
          <pc:docMk/>
          <pc:sldMk cId="858965240" sldId="288"/>
        </pc:sldMkLst>
        <pc:spChg chg="mod">
          <ac:chgData name="Arwa Said Salim Al Shanfari" userId="S::arwa.alshanfari@utas.edu.om::9c079c79-4ee4-4f20-bc65-49ce63929ea8" providerId="AD" clId="Web-{00000000-0000-0000-0000-000000000000}" dt="2026-09-25T21:41:43.794" v="22" actId="20577"/>
          <ac:spMkLst>
            <pc:docMk/>
            <pc:sldMk cId="858965240" sldId="288"/>
            <ac:spMk id="2" creationId="{B6BFFFBD-C790-4ABF-8B41-5BCC2595B6BD}"/>
          </ac:spMkLst>
        </pc:spChg>
        <pc:spChg chg="add del mod">
          <ac:chgData name="Arwa Said Salim Al Shanfari" userId="S::arwa.alshanfari@utas.edu.om::9c079c79-4ee4-4f20-bc65-49ce63929ea8" providerId="AD" clId="Web-{00000000-0000-0000-0000-000000000000}" dt="2026-09-25T21:41:00.621" v="15"/>
          <ac:spMkLst>
            <pc:docMk/>
            <pc:sldMk cId="858965240" sldId="288"/>
            <ac:spMk id="6" creationId="{ACF30376-D1E6-E671-D3C5-F6945E5C47AE}"/>
          </ac:spMkLst>
        </pc:spChg>
        <pc:graphicFrameChg chg="del">
          <ac:chgData name="Arwa Said Salim Al Shanfari" userId="S::arwa.alshanfari@utas.edu.om::9c079c79-4ee4-4f20-bc65-49ce63929ea8" providerId="AD" clId="Web-{00000000-0000-0000-0000-000000000000}" dt="2026-09-25T21:39:55.213" v="6"/>
          <ac:graphicFrameMkLst>
            <pc:docMk/>
            <pc:sldMk cId="858965240" sldId="288"/>
            <ac:graphicFrameMk id="4" creationId="{E9A7A91B-6365-457A-9600-4EE6E18C0D41}"/>
          </ac:graphicFrameMkLst>
        </pc:graphicFrameChg>
        <pc:graphicFrameChg chg="mod modGraphic">
          <ac:chgData name="Arwa Said Salim Al Shanfari" userId="S::arwa.alshanfari@utas.edu.om::9c079c79-4ee4-4f20-bc65-49ce63929ea8" providerId="AD" clId="Web-{00000000-0000-0000-0000-000000000000}" dt="2026-09-25T21:42:02.982" v="26" actId="1076"/>
          <ac:graphicFrameMkLst>
            <pc:docMk/>
            <pc:sldMk cId="858965240" sldId="288"/>
            <ac:graphicFrameMk id="7" creationId="{3215D19F-F3DD-41A6-89B0-13838AF538B8}"/>
          </ac:graphicFrameMkLst>
        </pc:graphicFrameChg>
        <pc:picChg chg="mod">
          <ac:chgData name="Arwa Said Salim Al Shanfari" userId="S::arwa.alshanfari@utas.edu.om::9c079c79-4ee4-4f20-bc65-49ce63929ea8" providerId="AD" clId="Web-{00000000-0000-0000-0000-000000000000}" dt="2026-09-25T21:41:33.763" v="20" actId="14100"/>
          <ac:picMkLst>
            <pc:docMk/>
            <pc:sldMk cId="858965240" sldId="288"/>
            <ac:picMk id="5" creationId="{98EEBD5E-2542-4BAD-B3A1-783340B0D95B}"/>
          </ac:picMkLst>
        </pc:picChg>
      </pc:sldChg>
      <pc:sldChg chg="delSp modSp add del ord">
        <pc:chgData name="Arwa Said Salim Al Shanfari" userId="S::arwa.alshanfari@utas.edu.om::9c079c79-4ee4-4f20-bc65-49ce63929ea8" providerId="AD" clId="Web-{00000000-0000-0000-0000-000000000000}" dt="2026-09-25T21:57:06.153" v="70"/>
        <pc:sldMkLst>
          <pc:docMk/>
          <pc:sldMk cId="2082616681" sldId="291"/>
        </pc:sldMkLst>
        <pc:spChg chg="mod">
          <ac:chgData name="Arwa Said Salim Al Shanfari" userId="S::arwa.alshanfari@utas.edu.om::9c079c79-4ee4-4f20-bc65-49ce63929ea8" providerId="AD" clId="Web-{00000000-0000-0000-0000-000000000000}" dt="2026-09-25T21:53:42.427" v="65" actId="20577"/>
          <ac:spMkLst>
            <pc:docMk/>
            <pc:sldMk cId="2082616681" sldId="291"/>
            <ac:spMk id="3" creationId="{9C067351-0247-464C-AF49-6C89A440AAD7}"/>
          </ac:spMkLst>
        </pc:spChg>
        <pc:picChg chg="del">
          <ac:chgData name="Arwa Said Salim Al Shanfari" userId="S::arwa.alshanfari@utas.edu.om::9c079c79-4ee4-4f20-bc65-49ce63929ea8" providerId="AD" clId="Web-{00000000-0000-0000-0000-000000000000}" dt="2026-09-25T21:53:46.631" v="66"/>
          <ac:picMkLst>
            <pc:docMk/>
            <pc:sldMk cId="2082616681" sldId="291"/>
            <ac:picMk id="5" creationId="{4D8B0386-41BD-4443-902E-677607521024}"/>
          </ac:picMkLst>
        </pc:picChg>
      </pc:sldChg>
      <pc:sldChg chg="modSp add del">
        <pc:chgData name="Arwa Said Salim Al Shanfari" userId="S::arwa.alshanfari@utas.edu.om::9c079c79-4ee4-4f20-bc65-49ce63929ea8" providerId="AD" clId="Web-{00000000-0000-0000-0000-000000000000}" dt="2026-09-25T21:58:31.077" v="81" actId="20577"/>
        <pc:sldMkLst>
          <pc:docMk/>
          <pc:sldMk cId="2535020229" sldId="292"/>
        </pc:sldMkLst>
        <pc:spChg chg="mod">
          <ac:chgData name="Arwa Said Salim Al Shanfari" userId="S::arwa.alshanfari@utas.edu.om::9c079c79-4ee4-4f20-bc65-49ce63929ea8" providerId="AD" clId="Web-{00000000-0000-0000-0000-000000000000}" dt="2026-09-25T21:58:31.077" v="81" actId="20577"/>
          <ac:spMkLst>
            <pc:docMk/>
            <pc:sldMk cId="2535020229" sldId="292"/>
            <ac:spMk id="3" creationId="{BF28258D-201E-4245-9B09-25CBE82AB16F}"/>
          </ac:spMkLst>
        </pc:spChg>
        <pc:spChg chg="mod">
          <ac:chgData name="Arwa Said Salim Al Shanfari" userId="S::arwa.alshanfari@utas.edu.om::9c079c79-4ee4-4f20-bc65-49ce63929ea8" providerId="AD" clId="Web-{00000000-0000-0000-0000-000000000000}" dt="2026-09-25T21:57:52.013" v="75" actId="14100"/>
          <ac:spMkLst>
            <pc:docMk/>
            <pc:sldMk cId="2535020229" sldId="292"/>
            <ac:spMk id="6" creationId="{9A3F7711-9E99-4B7C-A4DE-A8E2EA735B57}"/>
          </ac:spMkLst>
        </pc:spChg>
      </pc:sldChg>
      <pc:sldChg chg="add del ord">
        <pc:chgData name="Arwa Said Salim Al Shanfari" userId="S::arwa.alshanfari@utas.edu.om::9c079c79-4ee4-4f20-bc65-49ce63929ea8" providerId="AD" clId="Web-{00000000-0000-0000-0000-000000000000}" dt="2026-09-25T21:56:30.370" v="69"/>
        <pc:sldMkLst>
          <pc:docMk/>
          <pc:sldMk cId="870468560" sldId="294"/>
        </pc:sldMkLst>
      </pc:sldChg>
      <pc:sldChg chg="add del ord">
        <pc:chgData name="Arwa Said Salim Al Shanfari" userId="S::arwa.alshanfari@utas.edu.om::9c079c79-4ee4-4f20-bc65-49ce63929ea8" providerId="AD" clId="Web-{00000000-0000-0000-0000-000000000000}" dt="2026-09-25T22:12:58.012" v="129"/>
        <pc:sldMkLst>
          <pc:docMk/>
          <pc:sldMk cId="127587856" sldId="295"/>
        </pc:sldMkLst>
      </pc:sldChg>
      <pc:sldChg chg="addSp delSp modSp add del">
        <pc:chgData name="Arwa Said Salim Al Shanfari" userId="S::arwa.alshanfari@utas.edu.om::9c079c79-4ee4-4f20-bc65-49ce63929ea8" providerId="AD" clId="Web-{00000000-0000-0000-0000-000000000000}" dt="2026-09-25T21:51:43.080" v="63"/>
        <pc:sldMkLst>
          <pc:docMk/>
          <pc:sldMk cId="3464418448" sldId="299"/>
        </pc:sldMkLst>
        <pc:spChg chg="add mod">
          <ac:chgData name="Arwa Said Salim Al Shanfari" userId="S::arwa.alshanfari@utas.edu.om::9c079c79-4ee4-4f20-bc65-49ce63929ea8" providerId="AD" clId="Web-{00000000-0000-0000-0000-000000000000}" dt="2026-09-25T21:51:16.172" v="54"/>
          <ac:spMkLst>
            <pc:docMk/>
            <pc:sldMk cId="3464418448" sldId="299"/>
            <ac:spMk id="3" creationId="{D46EDD44-35CD-74BE-7461-62BF57EE4582}"/>
          </ac:spMkLst>
        </pc:spChg>
        <pc:spChg chg="del mod">
          <ac:chgData name="Arwa Said Salim Al Shanfari" userId="S::arwa.alshanfari@utas.edu.om::9c079c79-4ee4-4f20-bc65-49ce63929ea8" providerId="AD" clId="Web-{00000000-0000-0000-0000-000000000000}" dt="2026-09-25T21:51:16.204" v="55"/>
          <ac:spMkLst>
            <pc:docMk/>
            <pc:sldMk cId="3464418448" sldId="299"/>
            <ac:spMk id="4" creationId="{456BE050-35E9-4477-B06D-61EEB3D9147B}"/>
          </ac:spMkLst>
        </pc:spChg>
        <pc:spChg chg="del mod">
          <ac:chgData name="Arwa Said Salim Al Shanfari" userId="S::arwa.alshanfari@utas.edu.om::9c079c79-4ee4-4f20-bc65-49ce63929ea8" providerId="AD" clId="Web-{00000000-0000-0000-0000-000000000000}" dt="2026-09-25T21:51:16.172" v="54"/>
          <ac:spMkLst>
            <pc:docMk/>
            <pc:sldMk cId="3464418448" sldId="299"/>
            <ac:spMk id="5" creationId="{2566C88B-CFA3-425B-872E-B8B470CB41B9}"/>
          </ac:spMkLst>
        </pc:spChg>
        <pc:spChg chg="add mod">
          <ac:chgData name="Arwa Said Salim Al Shanfari" userId="S::arwa.alshanfari@utas.edu.om::9c079c79-4ee4-4f20-bc65-49ce63929ea8" providerId="AD" clId="Web-{00000000-0000-0000-0000-000000000000}" dt="2026-09-25T21:51:16.204" v="55"/>
          <ac:spMkLst>
            <pc:docMk/>
            <pc:sldMk cId="3464418448" sldId="299"/>
            <ac:spMk id="8" creationId="{716A30A6-24B6-AAA9-898A-CB8A2624E070}"/>
          </ac:spMkLst>
        </pc:spChg>
        <pc:picChg chg="del mod">
          <ac:chgData name="Arwa Said Salim Al Shanfari" userId="S::arwa.alshanfari@utas.edu.om::9c079c79-4ee4-4f20-bc65-49ce63929ea8" providerId="AD" clId="Web-{00000000-0000-0000-0000-000000000000}" dt="2026-09-25T21:50:53.984" v="48"/>
          <ac:picMkLst>
            <pc:docMk/>
            <pc:sldMk cId="3464418448" sldId="299"/>
            <ac:picMk id="6" creationId="{A8703E42-BD3D-4D22-8652-26729980832D}"/>
          </ac:picMkLst>
        </pc:picChg>
      </pc:sldChg>
      <pc:sldChg chg="addSp delSp modSp del">
        <pc:chgData name="Arwa Said Salim Al Shanfari" userId="S::arwa.alshanfari@utas.edu.om::9c079c79-4ee4-4f20-bc65-49ce63929ea8" providerId="AD" clId="Web-{00000000-0000-0000-0000-000000000000}" dt="2026-09-25T22:14:28.437" v="158"/>
        <pc:sldMkLst>
          <pc:docMk/>
          <pc:sldMk cId="1973540900" sldId="300"/>
        </pc:sldMkLst>
        <pc:spChg chg="add mod">
          <ac:chgData name="Arwa Said Salim Al Shanfari" userId="S::arwa.alshanfari@utas.edu.om::9c079c79-4ee4-4f20-bc65-49ce63929ea8" providerId="AD" clId="Web-{00000000-0000-0000-0000-000000000000}" dt="2026-09-25T22:13:16.653" v="132"/>
          <ac:spMkLst>
            <pc:docMk/>
            <pc:sldMk cId="1973540900" sldId="300"/>
            <ac:spMk id="3" creationId="{7B3045B9-6E4D-893C-20B3-E2D316870E7B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2:13:16.684" v="133"/>
          <ac:spMkLst>
            <pc:docMk/>
            <pc:sldMk cId="1973540900" sldId="300"/>
            <ac:spMk id="5" creationId="{3F60ECE9-5918-428E-999B-5BBD12B69F45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2:13:16.653" v="132"/>
          <ac:spMkLst>
            <pc:docMk/>
            <pc:sldMk cId="1973540900" sldId="300"/>
            <ac:spMk id="6" creationId="{AB7511D3-06E2-4DD3-8287-23CECBA84FF0}"/>
          </ac:spMkLst>
        </pc:spChg>
        <pc:spChg chg="add mod">
          <ac:chgData name="Arwa Said Salim Al Shanfari" userId="S::arwa.alshanfari@utas.edu.om::9c079c79-4ee4-4f20-bc65-49ce63929ea8" providerId="AD" clId="Web-{00000000-0000-0000-0000-000000000000}" dt="2026-09-25T22:13:16.684" v="133"/>
          <ac:spMkLst>
            <pc:docMk/>
            <pc:sldMk cId="1973540900" sldId="300"/>
            <ac:spMk id="7" creationId="{F8191327-E103-5D23-5D8C-8A43805876A2}"/>
          </ac:spMkLst>
        </pc:spChg>
      </pc:sldChg>
      <pc:sldChg chg="delSp modSp">
        <pc:chgData name="Arwa Said Salim Al Shanfari" userId="S::arwa.alshanfari@utas.edu.om::9c079c79-4ee4-4f20-bc65-49ce63929ea8" providerId="AD" clId="Web-{00000000-0000-0000-0000-000000000000}" dt="2026-09-25T22:19:08.846" v="162" actId="20577"/>
        <pc:sldMkLst>
          <pc:docMk/>
          <pc:sldMk cId="2936428073" sldId="301"/>
        </pc:sldMkLst>
        <pc:spChg chg="mod">
          <ac:chgData name="Arwa Said Salim Al Shanfari" userId="S::arwa.alshanfari@utas.edu.om::9c079c79-4ee4-4f20-bc65-49ce63929ea8" providerId="AD" clId="Web-{00000000-0000-0000-0000-000000000000}" dt="2026-09-25T22:19:08.846" v="162" actId="20577"/>
          <ac:spMkLst>
            <pc:docMk/>
            <pc:sldMk cId="2936428073" sldId="301"/>
            <ac:spMk id="4" creationId="{ACDCE328-8260-4DD1-96ED-D4446A075B2A}"/>
          </ac:spMkLst>
        </pc:spChg>
        <pc:picChg chg="del">
          <ac:chgData name="Arwa Said Salim Al Shanfari" userId="S::arwa.alshanfari@utas.edu.om::9c079c79-4ee4-4f20-bc65-49ce63929ea8" providerId="AD" clId="Web-{00000000-0000-0000-0000-000000000000}" dt="2026-09-25T22:13:32.857" v="138"/>
          <ac:picMkLst>
            <pc:docMk/>
            <pc:sldMk cId="2936428073" sldId="301"/>
            <ac:picMk id="20482" creationId="{C0CA1EFD-BA19-459F-AA74-87D40DFBCA69}"/>
          </ac:picMkLst>
        </pc:picChg>
      </pc:sldChg>
      <pc:sldChg chg="modSp">
        <pc:chgData name="Arwa Said Salim Al Shanfari" userId="S::arwa.alshanfari@utas.edu.om::9c079c79-4ee4-4f20-bc65-49ce63929ea8" providerId="AD" clId="Web-{00000000-0000-0000-0000-000000000000}" dt="2026-09-25T22:19:44.693" v="164" actId="20577"/>
        <pc:sldMkLst>
          <pc:docMk/>
          <pc:sldMk cId="1571580784" sldId="302"/>
        </pc:sldMkLst>
        <pc:spChg chg="mod">
          <ac:chgData name="Arwa Said Salim Al Shanfari" userId="S::arwa.alshanfari@utas.edu.om::9c079c79-4ee4-4f20-bc65-49ce63929ea8" providerId="AD" clId="Web-{00000000-0000-0000-0000-000000000000}" dt="2026-09-25T22:19:44.693" v="164" actId="20577"/>
          <ac:spMkLst>
            <pc:docMk/>
            <pc:sldMk cId="1571580784" sldId="302"/>
            <ac:spMk id="2" creationId="{C29CD0DB-796E-452F-809E-D434CC821A22}"/>
          </ac:spMkLst>
        </pc:spChg>
      </pc:sldChg>
      <pc:sldChg chg="modSp">
        <pc:chgData name="Arwa Said Salim Al Shanfari" userId="S::arwa.alshanfari@utas.edu.om::9c079c79-4ee4-4f20-bc65-49ce63929ea8" providerId="AD" clId="Web-{00000000-0000-0000-0000-000000000000}" dt="2026-09-25T22:20:17.570" v="182"/>
        <pc:sldMkLst>
          <pc:docMk/>
          <pc:sldMk cId="2107080297" sldId="305"/>
        </pc:sldMkLst>
        <pc:graphicFrameChg chg="mod modGraphic">
          <ac:chgData name="Arwa Said Salim Al Shanfari" userId="S::arwa.alshanfari@utas.edu.om::9c079c79-4ee4-4f20-bc65-49ce63929ea8" providerId="AD" clId="Web-{00000000-0000-0000-0000-000000000000}" dt="2026-09-25T22:20:17.570" v="182"/>
          <ac:graphicFrameMkLst>
            <pc:docMk/>
            <pc:sldMk cId="2107080297" sldId="305"/>
            <ac:graphicFrameMk id="6" creationId="{C908A4BB-4FBE-4E12-8F4B-84EFA11BBE57}"/>
          </ac:graphicFrameMkLst>
        </pc:graphicFrameChg>
      </pc:sldChg>
      <pc:sldChg chg="addSp delSp modSp add replId">
        <pc:chgData name="Arwa Said Salim Al Shanfari" userId="S::arwa.alshanfari@utas.edu.om::9c079c79-4ee4-4f20-bc65-49ce63929ea8" providerId="AD" clId="Web-{00000000-0000-0000-0000-000000000000}" dt="2026-09-25T21:59:56.471" v="91" actId="20577"/>
        <pc:sldMkLst>
          <pc:docMk/>
          <pc:sldMk cId="3669777285" sldId="324"/>
        </pc:sldMkLst>
        <pc:spChg chg="del">
          <ac:chgData name="Arwa Said Salim Al Shanfari" userId="S::arwa.alshanfari@utas.edu.om::9c079c79-4ee4-4f20-bc65-49ce63929ea8" providerId="AD" clId="Web-{00000000-0000-0000-0000-000000000000}" dt="2026-09-25T21:51:21.344" v="56"/>
          <ac:spMkLst>
            <pc:docMk/>
            <pc:sldMk cId="3669777285" sldId="324"/>
            <ac:spMk id="2" creationId="{7BDE16CE-6DA8-1208-834D-33F7C5055E19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1:51:24.501" v="57"/>
          <ac:spMkLst>
            <pc:docMk/>
            <pc:sldMk cId="3669777285" sldId="324"/>
            <ac:spMk id="3" creationId="{81CB2415-C481-535E-D843-DC81682CDFFE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1:51:38.267" v="62"/>
          <ac:spMkLst>
            <pc:docMk/>
            <pc:sldMk cId="3669777285" sldId="324"/>
            <ac:spMk id="5" creationId="{8F8FF122-77F2-574F-70B7-DBEA29AEBB7C}"/>
          </ac:spMkLst>
        </pc:spChg>
        <pc:spChg chg="add del mod">
          <ac:chgData name="Arwa Said Salim Al Shanfari" userId="S::arwa.alshanfari@utas.edu.om::9c079c79-4ee4-4f20-bc65-49ce63929ea8" providerId="AD" clId="Web-{00000000-0000-0000-0000-000000000000}" dt="2026-09-25T21:51:33.751" v="60"/>
          <ac:spMkLst>
            <pc:docMk/>
            <pc:sldMk cId="3669777285" sldId="324"/>
            <ac:spMk id="8" creationId="{5B2E7E6A-D497-7446-8C4F-7A80F2AC9A46}"/>
          </ac:spMkLst>
        </pc:spChg>
        <pc:spChg chg="add del mod">
          <ac:chgData name="Arwa Said Salim Al Shanfari" userId="S::arwa.alshanfari@utas.edu.om::9c079c79-4ee4-4f20-bc65-49ce63929ea8" providerId="AD" clId="Web-{00000000-0000-0000-0000-000000000000}" dt="2026-09-25T21:51:36.111" v="61"/>
          <ac:spMkLst>
            <pc:docMk/>
            <pc:sldMk cId="3669777285" sldId="324"/>
            <ac:spMk id="12" creationId="{53B41CC3-829F-A3D9-5398-5FED2673C84F}"/>
          </ac:spMkLst>
        </pc:spChg>
        <pc:spChg chg="add">
          <ac:chgData name="Arwa Said Salim Al Shanfari" userId="S::arwa.alshanfari@utas.edu.om::9c079c79-4ee4-4f20-bc65-49ce63929ea8" providerId="AD" clId="Web-{00000000-0000-0000-0000-000000000000}" dt="2026-09-25T21:51:26.798" v="58"/>
          <ac:spMkLst>
            <pc:docMk/>
            <pc:sldMk cId="3669777285" sldId="324"/>
            <ac:spMk id="14" creationId="{456BE050-35E9-4477-B06D-61EEB3D9147B}"/>
          </ac:spMkLst>
        </pc:spChg>
        <pc:spChg chg="add mod">
          <ac:chgData name="Arwa Said Salim Al Shanfari" userId="S::arwa.alshanfari@utas.edu.om::9c079c79-4ee4-4f20-bc65-49ce63929ea8" providerId="AD" clId="Web-{00000000-0000-0000-0000-000000000000}" dt="2026-09-25T21:59:56.471" v="91" actId="20577"/>
          <ac:spMkLst>
            <pc:docMk/>
            <pc:sldMk cId="3669777285" sldId="324"/>
            <ac:spMk id="16" creationId="{2566C88B-CFA3-425B-872E-B8B470CB41B9}"/>
          </ac:spMkLst>
        </pc:spChg>
        <pc:picChg chg="del">
          <ac:chgData name="Arwa Said Salim Al Shanfari" userId="S::arwa.alshanfari@utas.edu.om::9c079c79-4ee4-4f20-bc65-49ce63929ea8" providerId="AD" clId="Web-{00000000-0000-0000-0000-000000000000}" dt="2026-09-25T21:50:58.453" v="50"/>
          <ac:picMkLst>
            <pc:docMk/>
            <pc:sldMk cId="3669777285" sldId="324"/>
            <ac:picMk id="4" creationId="{1C5B6EB9-8633-0640-6C33-E74169563321}"/>
          </ac:picMkLst>
        </pc:picChg>
        <pc:picChg chg="add mod">
          <ac:chgData name="Arwa Said Salim Al Shanfari" userId="S::arwa.alshanfari@utas.edu.om::9c079c79-4ee4-4f20-bc65-49ce63929ea8" providerId="AD" clId="Web-{00000000-0000-0000-0000-000000000000}" dt="2026-09-25T21:51:09.328" v="53" actId="1076"/>
          <ac:picMkLst>
            <pc:docMk/>
            <pc:sldMk cId="3669777285" sldId="324"/>
            <ac:picMk id="6" creationId="{6E6AC2EF-46F4-E031-8C44-9C355A9BC9AA}"/>
          </ac:picMkLst>
        </pc:picChg>
      </pc:sldChg>
      <pc:sldChg chg="addSp delSp modSp del">
        <pc:chgData name="Arwa Said Salim Al Shanfari" userId="S::arwa.alshanfari@utas.edu.om::9c079c79-4ee4-4f20-bc65-49ce63929ea8" providerId="AD" clId="Web-{00000000-0000-0000-0000-000000000000}" dt="2026-09-25T21:42:21.170" v="28"/>
        <pc:sldMkLst>
          <pc:docMk/>
          <pc:sldMk cId="3908047725" sldId="324"/>
        </pc:sldMkLst>
        <pc:spChg chg="add mod">
          <ac:chgData name="Arwa Said Salim Al Shanfari" userId="S::arwa.alshanfari@utas.edu.om::9c079c79-4ee4-4f20-bc65-49ce63929ea8" providerId="AD" clId="Web-{00000000-0000-0000-0000-000000000000}" dt="2026-09-25T21:42:18.436" v="27"/>
          <ac:spMkLst>
            <pc:docMk/>
            <pc:sldMk cId="3908047725" sldId="324"/>
            <ac:spMk id="5" creationId="{CAFBEC77-B7CE-1DD4-312C-1B9E101DE39B}"/>
          </ac:spMkLst>
        </pc:spChg>
        <pc:picChg chg="del">
          <ac:chgData name="Arwa Said Salim Al Shanfari" userId="S::arwa.alshanfari@utas.edu.om::9c079c79-4ee4-4f20-bc65-49ce63929ea8" providerId="AD" clId="Web-{00000000-0000-0000-0000-000000000000}" dt="2026-09-25T21:42:18.436" v="27"/>
          <ac:picMkLst>
            <pc:docMk/>
            <pc:sldMk cId="3908047725" sldId="324"/>
            <ac:picMk id="4" creationId="{D788BEFC-F1C3-124B-3763-B1D060096350}"/>
          </ac:picMkLst>
        </pc:picChg>
      </pc:sldChg>
      <pc:sldChg chg="addSp delSp modSp add replId">
        <pc:chgData name="Arwa Said Salim Al Shanfari" userId="S::arwa.alshanfari@utas.edu.om::9c079c79-4ee4-4f20-bc65-49ce63929ea8" providerId="AD" clId="Web-{00000000-0000-0000-0000-000000000000}" dt="2026-09-25T22:01:31.208" v="107" actId="1076"/>
        <pc:sldMkLst>
          <pc:docMk/>
          <pc:sldMk cId="962783474" sldId="325"/>
        </pc:sldMkLst>
        <pc:spChg chg="mod">
          <ac:chgData name="Arwa Said Salim Al Shanfari" userId="S::arwa.alshanfari@utas.edu.om::9c079c79-4ee4-4f20-bc65-49ce63929ea8" providerId="AD" clId="Web-{00000000-0000-0000-0000-000000000000}" dt="2026-09-25T22:01:31.208" v="106" actId="1076"/>
          <ac:spMkLst>
            <pc:docMk/>
            <pc:sldMk cId="962783474" sldId="325"/>
            <ac:spMk id="14" creationId="{1212655D-61D3-1894-4AF5-2E66ADB53F51}"/>
          </ac:spMkLst>
        </pc:spChg>
        <pc:spChg chg="mod">
          <ac:chgData name="Arwa Said Salim Al Shanfari" userId="S::arwa.alshanfari@utas.edu.om::9c079c79-4ee4-4f20-bc65-49ce63929ea8" providerId="AD" clId="Web-{00000000-0000-0000-0000-000000000000}" dt="2026-09-25T22:01:31.208" v="107" actId="1076"/>
          <ac:spMkLst>
            <pc:docMk/>
            <pc:sldMk cId="962783474" sldId="325"/>
            <ac:spMk id="16" creationId="{242C7361-D2EE-17AD-F830-F640BF95DDC9}"/>
          </ac:spMkLst>
        </pc:spChg>
        <pc:picChg chg="add mod">
          <ac:chgData name="Arwa Said Salim Al Shanfari" userId="S::arwa.alshanfari@utas.edu.om::9c079c79-4ee4-4f20-bc65-49ce63929ea8" providerId="AD" clId="Web-{00000000-0000-0000-0000-000000000000}" dt="2026-09-25T22:00:23.971" v="97" actId="1076"/>
          <ac:picMkLst>
            <pc:docMk/>
            <pc:sldMk cId="962783474" sldId="325"/>
            <ac:picMk id="2" creationId="{6B785C7A-50A0-9C07-2418-45B84F5A0FFA}"/>
          </ac:picMkLst>
        </pc:picChg>
        <pc:picChg chg="del">
          <ac:chgData name="Arwa Said Salim Al Shanfari" userId="S::arwa.alshanfari@utas.edu.om::9c079c79-4ee4-4f20-bc65-49ce63929ea8" providerId="AD" clId="Web-{00000000-0000-0000-0000-000000000000}" dt="2026-09-25T22:00:17.268" v="94"/>
          <ac:picMkLst>
            <pc:docMk/>
            <pc:sldMk cId="962783474" sldId="325"/>
            <ac:picMk id="6" creationId="{4D0E6C59-A1A1-7DC8-9E3F-6B11A3AE4BFC}"/>
          </ac:picMkLst>
        </pc:picChg>
      </pc:sldChg>
      <pc:sldChg chg="addSp delSp modSp new mod setBg">
        <pc:chgData name="Arwa Said Salim Al Shanfari" userId="S::arwa.alshanfari@utas.edu.om::9c079c79-4ee4-4f20-bc65-49ce63929ea8" providerId="AD" clId="Web-{00000000-0000-0000-0000-000000000000}" dt="2026-09-25T22:04:49.636" v="127" actId="1076"/>
        <pc:sldMkLst>
          <pc:docMk/>
          <pc:sldMk cId="1587020077" sldId="326"/>
        </pc:sldMkLst>
        <pc:spChg chg="mod">
          <ac:chgData name="Arwa Said Salim Al Shanfari" userId="S::arwa.alshanfari@utas.edu.om::9c079c79-4ee4-4f20-bc65-49ce63929ea8" providerId="AD" clId="Web-{00000000-0000-0000-0000-000000000000}" dt="2026-09-25T22:04:15.370" v="124" actId="20577"/>
          <ac:spMkLst>
            <pc:docMk/>
            <pc:sldMk cId="1587020077" sldId="326"/>
            <ac:spMk id="2" creationId="{A1A0C510-6C05-2444-DFBC-23F91A0BA45C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2:03:36.728" v="117"/>
          <ac:spMkLst>
            <pc:docMk/>
            <pc:sldMk cId="1587020077" sldId="326"/>
            <ac:spMk id="3" creationId="{1ADFD2EA-8E7B-0C65-2B95-58DCD5C18D0D}"/>
          </ac:spMkLst>
        </pc:spChg>
        <pc:spChg chg="add mod">
          <ac:chgData name="Arwa Said Salim Al Shanfari" userId="S::arwa.alshanfari@utas.edu.om::9c079c79-4ee4-4f20-bc65-49ce63929ea8" providerId="AD" clId="Web-{00000000-0000-0000-0000-000000000000}" dt="2026-09-25T22:04:49.636" v="127" actId="1076"/>
          <ac:spMkLst>
            <pc:docMk/>
            <pc:sldMk cId="1587020077" sldId="326"/>
            <ac:spMk id="6" creationId="{ECD14750-F521-4FC9-9192-602D5358BA60}"/>
          </ac:spMkLst>
        </pc:spChg>
        <pc:spChg chg="add">
          <ac:chgData name="Arwa Said Salim Al Shanfari" userId="S::arwa.alshanfari@utas.edu.om::9c079c79-4ee4-4f20-bc65-49ce63929ea8" providerId="AD" clId="Web-{00000000-0000-0000-0000-000000000000}" dt="2026-09-25T22:03:41.290" v="118"/>
          <ac:spMkLst>
            <pc:docMk/>
            <pc:sldMk cId="1587020077" sldId="326"/>
            <ac:spMk id="10" creationId="{BACC6370-2D7E-4714-9D71-7542949D7D5D}"/>
          </ac:spMkLst>
        </pc:spChg>
        <pc:spChg chg="add">
          <ac:chgData name="Arwa Said Salim Al Shanfari" userId="S::arwa.alshanfari@utas.edu.om::9c079c79-4ee4-4f20-bc65-49ce63929ea8" providerId="AD" clId="Web-{00000000-0000-0000-0000-000000000000}" dt="2026-09-25T22:03:41.290" v="118"/>
          <ac:spMkLst>
            <pc:docMk/>
            <pc:sldMk cId="1587020077" sldId="326"/>
            <ac:spMk id="12" creationId="{F68B3F68-107C-434F-AA38-110D5EA91B85}"/>
          </ac:spMkLst>
        </pc:spChg>
        <pc:spChg chg="add">
          <ac:chgData name="Arwa Said Salim Al Shanfari" userId="S::arwa.alshanfari@utas.edu.om::9c079c79-4ee4-4f20-bc65-49ce63929ea8" providerId="AD" clId="Web-{00000000-0000-0000-0000-000000000000}" dt="2026-09-25T22:03:41.290" v="118"/>
          <ac:spMkLst>
            <pc:docMk/>
            <pc:sldMk cId="1587020077" sldId="326"/>
            <ac:spMk id="14" creationId="{AAD0DBB9-1A4B-4391-81D4-CB19F9AB918A}"/>
          </ac:spMkLst>
        </pc:spChg>
        <pc:spChg chg="add">
          <ac:chgData name="Arwa Said Salim Al Shanfari" userId="S::arwa.alshanfari@utas.edu.om::9c079c79-4ee4-4f20-bc65-49ce63929ea8" providerId="AD" clId="Web-{00000000-0000-0000-0000-000000000000}" dt="2026-09-25T22:03:41.290" v="118"/>
          <ac:spMkLst>
            <pc:docMk/>
            <pc:sldMk cId="1587020077" sldId="326"/>
            <ac:spMk id="16" creationId="{063BBA22-50EA-4C4D-BE05-F1CE4E63AA56}"/>
          </ac:spMkLst>
        </pc:spChg>
        <pc:graphicFrameChg chg="add mod ord modGraphic">
          <ac:chgData name="Arwa Said Salim Al Shanfari" userId="S::arwa.alshanfari@utas.edu.om::9c079c79-4ee4-4f20-bc65-49ce63929ea8" providerId="AD" clId="Web-{00000000-0000-0000-0000-000000000000}" dt="2026-09-25T22:03:41.290" v="118"/>
          <ac:graphicFrameMkLst>
            <pc:docMk/>
            <pc:sldMk cId="1587020077" sldId="326"/>
            <ac:graphicFrameMk id="5" creationId="{52E4BBF1-1918-B56A-8A43-CC69C88E52DF}"/>
          </ac:graphicFrameMkLst>
        </pc:graphicFrameChg>
      </pc:sldChg>
      <pc:sldChg chg="addSp delSp modSp add replId">
        <pc:chgData name="Arwa Said Salim Al Shanfari" userId="S::arwa.alshanfari@utas.edu.om::9c079c79-4ee4-4f20-bc65-49ce63929ea8" providerId="AD" clId="Web-{00000000-0000-0000-0000-000000000000}" dt="2026-09-25T22:14:21.030" v="157" actId="1076"/>
        <pc:sldMkLst>
          <pc:docMk/>
          <pc:sldMk cId="2369962938" sldId="327"/>
        </pc:sldMkLst>
        <pc:spChg chg="add mod">
          <ac:chgData name="Arwa Said Salim Al Shanfari" userId="S::arwa.alshanfari@utas.edu.om::9c079c79-4ee4-4f20-bc65-49ce63929ea8" providerId="AD" clId="Web-{00000000-0000-0000-0000-000000000000}" dt="2026-09-25T22:14:21.030" v="157" actId="1076"/>
          <ac:spMkLst>
            <pc:docMk/>
            <pc:sldMk cId="2369962938" sldId="327"/>
            <ac:spMk id="3" creationId="{3F60ECE9-5918-428E-999B-5BBD12B69F45}"/>
          </ac:spMkLst>
        </pc:spChg>
        <pc:spChg chg="add mod">
          <ac:chgData name="Arwa Said Salim Al Shanfari" userId="S::arwa.alshanfari@utas.edu.om::9c079c79-4ee4-4f20-bc65-49ce63929ea8" providerId="AD" clId="Web-{00000000-0000-0000-0000-000000000000}" dt="2026-09-25T22:13:29.231" v="137" actId="14100"/>
          <ac:spMkLst>
            <pc:docMk/>
            <pc:sldMk cId="2369962938" sldId="327"/>
            <ac:spMk id="4" creationId="{AB7511D3-06E2-4DD3-8287-23CECBA84FF0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2:13:20.169" v="134"/>
          <ac:spMkLst>
            <pc:docMk/>
            <pc:sldMk cId="2369962938" sldId="327"/>
            <ac:spMk id="14" creationId="{3D704703-5A7C-9218-E7B0-AA1C761C2CBB}"/>
          </ac:spMkLst>
        </pc:spChg>
        <pc:spChg chg="del">
          <ac:chgData name="Arwa Said Salim Al Shanfari" userId="S::arwa.alshanfari@utas.edu.om::9c079c79-4ee4-4f20-bc65-49ce63929ea8" providerId="AD" clId="Web-{00000000-0000-0000-0000-000000000000}" dt="2026-09-25T22:13:23.184" v="135"/>
          <ac:spMkLst>
            <pc:docMk/>
            <pc:sldMk cId="2369962938" sldId="327"/>
            <ac:spMk id="16" creationId="{48E38AB7-FD54-37CF-4AC5-788BB9E92E23}"/>
          </ac:spMkLst>
        </pc:spChg>
        <pc:picChg chg="del">
          <ac:chgData name="Arwa Said Salim Al Shanfari" userId="S::arwa.alshanfari@utas.edu.om::9c079c79-4ee4-4f20-bc65-49ce63929ea8" providerId="AD" clId="Web-{00000000-0000-0000-0000-000000000000}" dt="2026-09-25T22:13:11.106" v="131"/>
          <ac:picMkLst>
            <pc:docMk/>
            <pc:sldMk cId="2369962938" sldId="327"/>
            <ac:picMk id="2" creationId="{3C0E4450-BEAB-30BB-9BDB-B25422BD3783}"/>
          </ac:picMkLst>
        </pc:picChg>
        <pc:picChg chg="add mod">
          <ac:chgData name="Arwa Said Salim Al Shanfari" userId="S::arwa.alshanfari@utas.edu.om::9c079c79-4ee4-4f20-bc65-49ce63929ea8" providerId="AD" clId="Web-{00000000-0000-0000-0000-000000000000}" dt="2026-09-25T22:13:49.545" v="142" actId="1076"/>
          <ac:picMkLst>
            <pc:docMk/>
            <pc:sldMk cId="2369962938" sldId="327"/>
            <ac:picMk id="5" creationId="{694F25C5-CBCE-6426-447A-BFB43D007809}"/>
          </ac:picMkLst>
        </pc:picChg>
      </pc:sldChg>
      <pc:sldChg chg="new del">
        <pc:chgData name="Arwa Said Salim Al Shanfari" userId="S::arwa.alshanfari@utas.edu.om::9c079c79-4ee4-4f20-bc65-49ce63929ea8" providerId="AD" clId="Web-{00000000-0000-0000-0000-000000000000}" dt="2026-09-25T22:39:17.698" v="196"/>
        <pc:sldMkLst>
          <pc:docMk/>
          <pc:sldMk cId="1686858170" sldId="32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6A976D-BA92-47D7-90C8-5B2A5AB8460D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AA5109-D932-4A2C-90EA-2EC71CAA1195}">
      <dgm:prSet phldrT="[Text]"/>
      <dgm:spPr/>
      <dgm:t>
        <a:bodyPr/>
        <a:lstStyle/>
        <a:p>
          <a:r>
            <a:rPr lang="en-US" dirty="0"/>
            <a:t>Plan:</a:t>
          </a:r>
        </a:p>
      </dgm:t>
    </dgm:pt>
    <dgm:pt modelId="{46DF0B46-E2B7-4770-A71A-23FC7E79E256}" type="parTrans" cxnId="{8B5D1A99-CDB2-417D-A44C-1F4D3EA023E4}">
      <dgm:prSet/>
      <dgm:spPr/>
      <dgm:t>
        <a:bodyPr/>
        <a:lstStyle/>
        <a:p>
          <a:endParaRPr lang="en-US"/>
        </a:p>
      </dgm:t>
    </dgm:pt>
    <dgm:pt modelId="{DE6BEEBA-075B-4FAC-93CC-933441C46861}" type="sibTrans" cxnId="{8B5D1A99-CDB2-417D-A44C-1F4D3EA023E4}">
      <dgm:prSet/>
      <dgm:spPr/>
      <dgm:t>
        <a:bodyPr/>
        <a:lstStyle/>
        <a:p>
          <a:endParaRPr lang="en-US"/>
        </a:p>
      </dgm:t>
    </dgm:pt>
    <dgm:pt modelId="{7A003805-7E49-45EB-9DC0-0DBAACFC6BCD}">
      <dgm:prSet/>
      <dgm:spPr/>
      <dgm:t>
        <a:bodyPr/>
        <a:lstStyle/>
        <a:p>
          <a:r>
            <a:rPr lang="en-US" dirty="0"/>
            <a:t>Define ISMS policies, objectives, processes, and procedures.</a:t>
          </a:r>
        </a:p>
      </dgm:t>
    </dgm:pt>
    <dgm:pt modelId="{535B9D18-3CEE-435E-A618-61DCE012EDA7}" type="parTrans" cxnId="{5518EFFA-D3F8-48E6-B604-C1BA19462F67}">
      <dgm:prSet/>
      <dgm:spPr/>
      <dgm:t>
        <a:bodyPr/>
        <a:lstStyle/>
        <a:p>
          <a:endParaRPr lang="en-US"/>
        </a:p>
      </dgm:t>
    </dgm:pt>
    <dgm:pt modelId="{A96C0747-3F10-4064-81DD-AFEC48B85478}" type="sibTrans" cxnId="{5518EFFA-D3F8-48E6-B604-C1BA19462F67}">
      <dgm:prSet/>
      <dgm:spPr/>
      <dgm:t>
        <a:bodyPr/>
        <a:lstStyle/>
        <a:p>
          <a:endParaRPr lang="en-US"/>
        </a:p>
      </dgm:t>
    </dgm:pt>
    <dgm:pt modelId="{4BCF548C-0DD2-4024-BEBB-E6FB354C15A7}">
      <dgm:prSet/>
      <dgm:spPr/>
      <dgm:t>
        <a:bodyPr/>
        <a:lstStyle/>
        <a:p>
          <a:r>
            <a:rPr lang="en-US"/>
            <a:t>Conduct risk assessments and select controls.</a:t>
          </a:r>
          <a:endParaRPr lang="en-US" dirty="0"/>
        </a:p>
      </dgm:t>
    </dgm:pt>
    <dgm:pt modelId="{85A3041B-0162-4826-8F03-F996019E7721}" type="parTrans" cxnId="{33DCB44F-9230-4974-A3C5-F8195366037D}">
      <dgm:prSet/>
      <dgm:spPr/>
      <dgm:t>
        <a:bodyPr/>
        <a:lstStyle/>
        <a:p>
          <a:endParaRPr lang="en-US"/>
        </a:p>
      </dgm:t>
    </dgm:pt>
    <dgm:pt modelId="{7615396D-A660-425B-A6B2-C12B48FE4B99}" type="sibTrans" cxnId="{33DCB44F-9230-4974-A3C5-F8195366037D}">
      <dgm:prSet/>
      <dgm:spPr/>
      <dgm:t>
        <a:bodyPr/>
        <a:lstStyle/>
        <a:p>
          <a:endParaRPr lang="en-US"/>
        </a:p>
      </dgm:t>
    </dgm:pt>
    <dgm:pt modelId="{276411A3-FF80-4386-B306-2ADFB321DBCC}">
      <dgm:prSet/>
      <dgm:spPr/>
      <dgm:t>
        <a:bodyPr/>
        <a:lstStyle/>
        <a:p>
          <a:r>
            <a:rPr lang="en-US"/>
            <a:t>Do:</a:t>
          </a:r>
          <a:endParaRPr lang="en-US" dirty="0"/>
        </a:p>
      </dgm:t>
    </dgm:pt>
    <dgm:pt modelId="{FA4FAD45-30C7-4080-B5FF-963E965857E6}" type="parTrans" cxnId="{DEA2CD0F-02CA-45A1-9FAC-1448D9412DBF}">
      <dgm:prSet/>
      <dgm:spPr/>
      <dgm:t>
        <a:bodyPr/>
        <a:lstStyle/>
        <a:p>
          <a:endParaRPr lang="en-US"/>
        </a:p>
      </dgm:t>
    </dgm:pt>
    <dgm:pt modelId="{B1245679-1E5F-4207-B8B2-03C51318C0F2}" type="sibTrans" cxnId="{DEA2CD0F-02CA-45A1-9FAC-1448D9412DBF}">
      <dgm:prSet/>
      <dgm:spPr/>
      <dgm:t>
        <a:bodyPr/>
        <a:lstStyle/>
        <a:p>
          <a:endParaRPr lang="en-US"/>
        </a:p>
      </dgm:t>
    </dgm:pt>
    <dgm:pt modelId="{CD651A42-F366-4185-ABE0-695E76CB6ADE}">
      <dgm:prSet/>
      <dgm:spPr/>
      <dgm:t>
        <a:bodyPr/>
        <a:lstStyle/>
        <a:p>
          <a:r>
            <a:rPr lang="en-US"/>
            <a:t>Implement the planned processes and controls.</a:t>
          </a:r>
          <a:endParaRPr lang="en-US" dirty="0"/>
        </a:p>
      </dgm:t>
    </dgm:pt>
    <dgm:pt modelId="{B5654033-3269-40AF-A640-32F3D5056F72}" type="parTrans" cxnId="{5219CE22-F1CC-409D-841D-5C47C8421D96}">
      <dgm:prSet/>
      <dgm:spPr/>
      <dgm:t>
        <a:bodyPr/>
        <a:lstStyle/>
        <a:p>
          <a:endParaRPr lang="en-US"/>
        </a:p>
      </dgm:t>
    </dgm:pt>
    <dgm:pt modelId="{65F8E03E-3906-40AB-B395-6B2B3F150108}" type="sibTrans" cxnId="{5219CE22-F1CC-409D-841D-5C47C8421D96}">
      <dgm:prSet/>
      <dgm:spPr/>
      <dgm:t>
        <a:bodyPr/>
        <a:lstStyle/>
        <a:p>
          <a:endParaRPr lang="en-US"/>
        </a:p>
      </dgm:t>
    </dgm:pt>
    <dgm:pt modelId="{1D518590-5D01-4D79-8870-9CC1D12BFD16}">
      <dgm:prSet/>
      <dgm:spPr/>
      <dgm:t>
        <a:bodyPr/>
        <a:lstStyle/>
        <a:p>
          <a:r>
            <a:rPr lang="en-US"/>
            <a:t>Train staff and raise awareness.</a:t>
          </a:r>
          <a:endParaRPr lang="en-US" dirty="0"/>
        </a:p>
      </dgm:t>
    </dgm:pt>
    <dgm:pt modelId="{F28C24B3-6990-411D-B5B2-095D1DA43187}" type="parTrans" cxnId="{6FCD1D08-D8FB-4BA7-AAE0-F4D30578A021}">
      <dgm:prSet/>
      <dgm:spPr/>
      <dgm:t>
        <a:bodyPr/>
        <a:lstStyle/>
        <a:p>
          <a:endParaRPr lang="en-US"/>
        </a:p>
      </dgm:t>
    </dgm:pt>
    <dgm:pt modelId="{57C27DBA-5877-49F8-87F0-857B4C421C40}" type="sibTrans" cxnId="{6FCD1D08-D8FB-4BA7-AAE0-F4D30578A021}">
      <dgm:prSet/>
      <dgm:spPr/>
      <dgm:t>
        <a:bodyPr/>
        <a:lstStyle/>
        <a:p>
          <a:endParaRPr lang="en-US"/>
        </a:p>
      </dgm:t>
    </dgm:pt>
    <dgm:pt modelId="{B4576F36-6350-40A8-B1AE-98F1F0799267}">
      <dgm:prSet/>
      <dgm:spPr/>
      <dgm:t>
        <a:bodyPr/>
        <a:lstStyle/>
        <a:p>
          <a:r>
            <a:rPr lang="en-US"/>
            <a:t>Check:</a:t>
          </a:r>
          <a:endParaRPr lang="en-US" dirty="0"/>
        </a:p>
      </dgm:t>
    </dgm:pt>
    <dgm:pt modelId="{708445C6-08E8-4310-8975-FBBAF90CC865}" type="parTrans" cxnId="{0C39FFD5-0AB6-48FB-B510-E4D35940DC8E}">
      <dgm:prSet/>
      <dgm:spPr/>
      <dgm:t>
        <a:bodyPr/>
        <a:lstStyle/>
        <a:p>
          <a:endParaRPr lang="en-US"/>
        </a:p>
      </dgm:t>
    </dgm:pt>
    <dgm:pt modelId="{26D7D9AD-2E7E-4576-921C-CDAB96ED700F}" type="sibTrans" cxnId="{0C39FFD5-0AB6-48FB-B510-E4D35940DC8E}">
      <dgm:prSet/>
      <dgm:spPr/>
      <dgm:t>
        <a:bodyPr/>
        <a:lstStyle/>
        <a:p>
          <a:endParaRPr lang="en-US"/>
        </a:p>
      </dgm:t>
    </dgm:pt>
    <dgm:pt modelId="{113F531A-4FC3-4A2A-B93E-7AD72F02EC7F}">
      <dgm:prSet/>
      <dgm:spPr/>
      <dgm:t>
        <a:bodyPr/>
        <a:lstStyle/>
        <a:p>
          <a:r>
            <a:rPr lang="en-US"/>
            <a:t>Monitor and measure processes and controls.</a:t>
          </a:r>
          <a:endParaRPr lang="en-US" dirty="0"/>
        </a:p>
      </dgm:t>
    </dgm:pt>
    <dgm:pt modelId="{6C26194D-2DC4-4E12-8B1D-5263C8B8A971}" type="parTrans" cxnId="{AFB63538-F8C5-4F01-A76B-054E8546081A}">
      <dgm:prSet/>
      <dgm:spPr/>
      <dgm:t>
        <a:bodyPr/>
        <a:lstStyle/>
        <a:p>
          <a:endParaRPr lang="en-US"/>
        </a:p>
      </dgm:t>
    </dgm:pt>
    <dgm:pt modelId="{27FFFDA6-E705-4AC7-BC00-66E0566D4957}" type="sibTrans" cxnId="{AFB63538-F8C5-4F01-A76B-054E8546081A}">
      <dgm:prSet/>
      <dgm:spPr/>
      <dgm:t>
        <a:bodyPr/>
        <a:lstStyle/>
        <a:p>
          <a:endParaRPr lang="en-US"/>
        </a:p>
      </dgm:t>
    </dgm:pt>
    <dgm:pt modelId="{7E872D07-66D3-4968-8BA6-36684EBD9FBA}">
      <dgm:prSet/>
      <dgm:spPr/>
      <dgm:t>
        <a:bodyPr/>
        <a:lstStyle/>
        <a:p>
          <a:r>
            <a:rPr lang="en-US"/>
            <a:t>Conduct internal audits and management reviews.</a:t>
          </a:r>
          <a:endParaRPr lang="en-US" dirty="0"/>
        </a:p>
      </dgm:t>
    </dgm:pt>
    <dgm:pt modelId="{4D67BFFA-C173-404B-9437-0B5EF233029F}" type="parTrans" cxnId="{232D5DF8-9205-4548-A6CD-8C5D15325F46}">
      <dgm:prSet/>
      <dgm:spPr/>
      <dgm:t>
        <a:bodyPr/>
        <a:lstStyle/>
        <a:p>
          <a:endParaRPr lang="en-US"/>
        </a:p>
      </dgm:t>
    </dgm:pt>
    <dgm:pt modelId="{ED987AF6-0F74-4D46-8A19-331E5F77CE66}" type="sibTrans" cxnId="{232D5DF8-9205-4548-A6CD-8C5D15325F46}">
      <dgm:prSet/>
      <dgm:spPr/>
      <dgm:t>
        <a:bodyPr/>
        <a:lstStyle/>
        <a:p>
          <a:endParaRPr lang="en-US"/>
        </a:p>
      </dgm:t>
    </dgm:pt>
    <dgm:pt modelId="{E2AA2242-D509-4346-BEF0-6C17FFACD59E}">
      <dgm:prSet/>
      <dgm:spPr/>
      <dgm:t>
        <a:bodyPr/>
        <a:lstStyle/>
        <a:p>
          <a:r>
            <a:rPr lang="en-US"/>
            <a:t>Act:</a:t>
          </a:r>
          <a:endParaRPr lang="en-US" dirty="0"/>
        </a:p>
      </dgm:t>
    </dgm:pt>
    <dgm:pt modelId="{F152847E-740F-4951-AF8F-7ADF5EBDFDC3}" type="parTrans" cxnId="{FC80316B-E731-41F1-88C2-AC4F3EA98872}">
      <dgm:prSet/>
      <dgm:spPr/>
      <dgm:t>
        <a:bodyPr/>
        <a:lstStyle/>
        <a:p>
          <a:endParaRPr lang="en-US"/>
        </a:p>
      </dgm:t>
    </dgm:pt>
    <dgm:pt modelId="{5A7E6CAC-7131-4D74-95FA-B16FF5796A83}" type="sibTrans" cxnId="{FC80316B-E731-41F1-88C2-AC4F3EA98872}">
      <dgm:prSet/>
      <dgm:spPr/>
      <dgm:t>
        <a:bodyPr/>
        <a:lstStyle/>
        <a:p>
          <a:endParaRPr lang="en-US"/>
        </a:p>
      </dgm:t>
    </dgm:pt>
    <dgm:pt modelId="{C97EE47B-0199-4B7D-BE8B-D85D7D445367}">
      <dgm:prSet/>
      <dgm:spPr/>
      <dgm:t>
        <a:bodyPr/>
        <a:lstStyle/>
        <a:p>
          <a:r>
            <a:rPr lang="en-US"/>
            <a:t>Take corrective and preventive actions based on audit findings and performance data.</a:t>
          </a:r>
          <a:endParaRPr lang="en-US" dirty="0"/>
        </a:p>
      </dgm:t>
    </dgm:pt>
    <dgm:pt modelId="{0EAE6D31-9F79-4931-AB58-BE240552F44E}" type="parTrans" cxnId="{9DC41707-E6A2-49F1-9003-E8E9795E534C}">
      <dgm:prSet/>
      <dgm:spPr/>
      <dgm:t>
        <a:bodyPr/>
        <a:lstStyle/>
        <a:p>
          <a:endParaRPr lang="en-US"/>
        </a:p>
      </dgm:t>
    </dgm:pt>
    <dgm:pt modelId="{BA65406B-855B-437E-9898-6A993A8063E2}" type="sibTrans" cxnId="{9DC41707-E6A2-49F1-9003-E8E9795E534C}">
      <dgm:prSet/>
      <dgm:spPr/>
      <dgm:t>
        <a:bodyPr/>
        <a:lstStyle/>
        <a:p>
          <a:endParaRPr lang="en-US"/>
        </a:p>
      </dgm:t>
    </dgm:pt>
    <dgm:pt modelId="{A0E4F14D-A44F-4AD7-A6F5-053345604A20}">
      <dgm:prSet/>
      <dgm:spPr/>
      <dgm:t>
        <a:bodyPr/>
        <a:lstStyle/>
        <a:p>
          <a:r>
            <a:rPr lang="en-US"/>
            <a:t>Update policies and controls as needed.</a:t>
          </a:r>
          <a:endParaRPr lang="en-US" dirty="0"/>
        </a:p>
      </dgm:t>
    </dgm:pt>
    <dgm:pt modelId="{F8904BB5-E500-48F7-8355-ACEB2A7104EF}" type="parTrans" cxnId="{26E1FF60-7E53-47C8-87E1-4C1C027E2B1B}">
      <dgm:prSet/>
      <dgm:spPr/>
      <dgm:t>
        <a:bodyPr/>
        <a:lstStyle/>
        <a:p>
          <a:endParaRPr lang="en-US"/>
        </a:p>
      </dgm:t>
    </dgm:pt>
    <dgm:pt modelId="{8AF6B118-C888-48BB-97D2-A76C9F71E89A}" type="sibTrans" cxnId="{26E1FF60-7E53-47C8-87E1-4C1C027E2B1B}">
      <dgm:prSet/>
      <dgm:spPr/>
      <dgm:t>
        <a:bodyPr/>
        <a:lstStyle/>
        <a:p>
          <a:endParaRPr lang="en-US"/>
        </a:p>
      </dgm:t>
    </dgm:pt>
    <dgm:pt modelId="{FA9F7907-5ACD-4A4F-B084-92B6B3267DE1}" type="pres">
      <dgm:prSet presAssocID="{726A976D-BA92-47D7-90C8-5B2A5AB8460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B5F500-C7B5-4B84-AC53-E08D4A2FA822}" type="pres">
      <dgm:prSet presAssocID="{37AA5109-D932-4A2C-90EA-2EC71CAA1195}" presName="composite" presStyleCnt="0"/>
      <dgm:spPr/>
    </dgm:pt>
    <dgm:pt modelId="{ACE52621-1D6D-4540-9923-28DDFC2D8907}" type="pres">
      <dgm:prSet presAssocID="{37AA5109-D932-4A2C-90EA-2EC71CAA1195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CA0CE4-7F11-4EDB-A49A-99BDB15F616E}" type="pres">
      <dgm:prSet presAssocID="{37AA5109-D932-4A2C-90EA-2EC71CAA1195}" presName="desTx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25EF23-FE84-4262-9F4C-90CA93214301}" type="pres">
      <dgm:prSet presAssocID="{DE6BEEBA-075B-4FAC-93CC-933441C46861}" presName="space" presStyleCnt="0"/>
      <dgm:spPr/>
    </dgm:pt>
    <dgm:pt modelId="{CCB6ACA5-48E6-49F3-8F48-EEF85EFDB87E}" type="pres">
      <dgm:prSet presAssocID="{276411A3-FF80-4386-B306-2ADFB321DBCC}" presName="composite" presStyleCnt="0"/>
      <dgm:spPr/>
    </dgm:pt>
    <dgm:pt modelId="{C536B3A2-1E2D-4747-8A4A-73C8EFB38A64}" type="pres">
      <dgm:prSet presAssocID="{276411A3-FF80-4386-B306-2ADFB321DBCC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650F9-A736-4E4C-AE2E-8EF08BF7D264}" type="pres">
      <dgm:prSet presAssocID="{276411A3-FF80-4386-B306-2ADFB321DBCC}" presName="desTx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453FE8-5C3D-432C-B173-C88750C3A85A}" type="pres">
      <dgm:prSet presAssocID="{B1245679-1E5F-4207-B8B2-03C51318C0F2}" presName="space" presStyleCnt="0"/>
      <dgm:spPr/>
    </dgm:pt>
    <dgm:pt modelId="{EE7A8563-4901-4649-8084-BB40DBAD79D3}" type="pres">
      <dgm:prSet presAssocID="{B4576F36-6350-40A8-B1AE-98F1F0799267}" presName="composite" presStyleCnt="0"/>
      <dgm:spPr/>
    </dgm:pt>
    <dgm:pt modelId="{351B68A1-DB38-492E-828D-4749E8F13FD4}" type="pres">
      <dgm:prSet presAssocID="{B4576F36-6350-40A8-B1AE-98F1F0799267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1B2B3D-B0EF-48AC-B6DF-5E5B97ED7D3D}" type="pres">
      <dgm:prSet presAssocID="{B4576F36-6350-40A8-B1AE-98F1F0799267}" presName="desTx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4F5987-0FE7-4E02-A7A7-D8E51D639B24}" type="pres">
      <dgm:prSet presAssocID="{26D7D9AD-2E7E-4576-921C-CDAB96ED700F}" presName="space" presStyleCnt="0"/>
      <dgm:spPr/>
    </dgm:pt>
    <dgm:pt modelId="{26CD63B7-2799-4086-980B-7B42F980C22E}" type="pres">
      <dgm:prSet presAssocID="{E2AA2242-D509-4346-BEF0-6C17FFACD59E}" presName="composite" presStyleCnt="0"/>
      <dgm:spPr/>
    </dgm:pt>
    <dgm:pt modelId="{60BDDC07-3998-4565-86EF-BED51A1A520B}" type="pres">
      <dgm:prSet presAssocID="{E2AA2242-D509-4346-BEF0-6C17FFACD59E}" presName="par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3206BC-1FB2-4FE0-8C46-F831491E2E52}" type="pres">
      <dgm:prSet presAssocID="{E2AA2242-D509-4346-BEF0-6C17FFACD59E}" presName="desTx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06092FA-86CE-4E0A-BB11-1D2DC9C16CF5}" type="presOf" srcId="{4BCF548C-0DD2-4024-BEBB-E6FB354C15A7}" destId="{92CA0CE4-7F11-4EDB-A49A-99BDB15F616E}" srcOrd="0" destOrd="1" presId="urn:microsoft.com/office/officeart/2005/8/layout/chevron1"/>
    <dgm:cxn modelId="{845BA3F8-3CDA-4808-9AFF-7072BD08CC51}" type="presOf" srcId="{1D518590-5D01-4D79-8870-9CC1D12BFD16}" destId="{C68650F9-A736-4E4C-AE2E-8EF08BF7D264}" srcOrd="0" destOrd="1" presId="urn:microsoft.com/office/officeart/2005/8/layout/chevron1"/>
    <dgm:cxn modelId="{9DC41707-E6A2-49F1-9003-E8E9795E534C}" srcId="{E2AA2242-D509-4346-BEF0-6C17FFACD59E}" destId="{C97EE47B-0199-4B7D-BE8B-D85D7D445367}" srcOrd="0" destOrd="0" parTransId="{0EAE6D31-9F79-4931-AB58-BE240552F44E}" sibTransId="{BA65406B-855B-437E-9898-6A993A8063E2}"/>
    <dgm:cxn modelId="{5518EFFA-D3F8-48E6-B604-C1BA19462F67}" srcId="{37AA5109-D932-4A2C-90EA-2EC71CAA1195}" destId="{7A003805-7E49-45EB-9DC0-0DBAACFC6BCD}" srcOrd="0" destOrd="0" parTransId="{535B9D18-3CEE-435E-A618-61DCE012EDA7}" sibTransId="{A96C0747-3F10-4064-81DD-AFEC48B85478}"/>
    <dgm:cxn modelId="{232D5DF8-9205-4548-A6CD-8C5D15325F46}" srcId="{B4576F36-6350-40A8-B1AE-98F1F0799267}" destId="{7E872D07-66D3-4968-8BA6-36684EBD9FBA}" srcOrd="1" destOrd="0" parTransId="{4D67BFFA-C173-404B-9437-0B5EF233029F}" sibTransId="{ED987AF6-0F74-4D46-8A19-331E5F77CE66}"/>
    <dgm:cxn modelId="{8B5D1A99-CDB2-417D-A44C-1F4D3EA023E4}" srcId="{726A976D-BA92-47D7-90C8-5B2A5AB8460D}" destId="{37AA5109-D932-4A2C-90EA-2EC71CAA1195}" srcOrd="0" destOrd="0" parTransId="{46DF0B46-E2B7-4770-A71A-23FC7E79E256}" sibTransId="{DE6BEEBA-075B-4FAC-93CC-933441C46861}"/>
    <dgm:cxn modelId="{0C39FFD5-0AB6-48FB-B510-E4D35940DC8E}" srcId="{726A976D-BA92-47D7-90C8-5B2A5AB8460D}" destId="{B4576F36-6350-40A8-B1AE-98F1F0799267}" srcOrd="2" destOrd="0" parTransId="{708445C6-08E8-4310-8975-FBBAF90CC865}" sibTransId="{26D7D9AD-2E7E-4576-921C-CDAB96ED700F}"/>
    <dgm:cxn modelId="{133D6EDE-C46A-492D-A895-FB8A514875CC}" type="presOf" srcId="{CD651A42-F366-4185-ABE0-695E76CB6ADE}" destId="{C68650F9-A736-4E4C-AE2E-8EF08BF7D264}" srcOrd="0" destOrd="0" presId="urn:microsoft.com/office/officeart/2005/8/layout/chevron1"/>
    <dgm:cxn modelId="{AFB63538-F8C5-4F01-A76B-054E8546081A}" srcId="{B4576F36-6350-40A8-B1AE-98F1F0799267}" destId="{113F531A-4FC3-4A2A-B93E-7AD72F02EC7F}" srcOrd="0" destOrd="0" parTransId="{6C26194D-2DC4-4E12-8B1D-5263C8B8A971}" sibTransId="{27FFFDA6-E705-4AC7-BC00-66E0566D4957}"/>
    <dgm:cxn modelId="{26E1FF60-7E53-47C8-87E1-4C1C027E2B1B}" srcId="{E2AA2242-D509-4346-BEF0-6C17FFACD59E}" destId="{A0E4F14D-A44F-4AD7-A6F5-053345604A20}" srcOrd="1" destOrd="0" parTransId="{F8904BB5-E500-48F7-8355-ACEB2A7104EF}" sibTransId="{8AF6B118-C888-48BB-97D2-A76C9F71E89A}"/>
    <dgm:cxn modelId="{FC80316B-E731-41F1-88C2-AC4F3EA98872}" srcId="{726A976D-BA92-47D7-90C8-5B2A5AB8460D}" destId="{E2AA2242-D509-4346-BEF0-6C17FFACD59E}" srcOrd="3" destOrd="0" parTransId="{F152847E-740F-4951-AF8F-7ADF5EBDFDC3}" sibTransId="{5A7E6CAC-7131-4D74-95FA-B16FF5796A83}"/>
    <dgm:cxn modelId="{FC26AA41-7437-4C2F-B838-1F431AAD90FF}" type="presOf" srcId="{113F531A-4FC3-4A2A-B93E-7AD72F02EC7F}" destId="{C41B2B3D-B0EF-48AC-B6DF-5E5B97ED7D3D}" srcOrd="0" destOrd="0" presId="urn:microsoft.com/office/officeart/2005/8/layout/chevron1"/>
    <dgm:cxn modelId="{6FCD1D08-D8FB-4BA7-AAE0-F4D30578A021}" srcId="{276411A3-FF80-4386-B306-2ADFB321DBCC}" destId="{1D518590-5D01-4D79-8870-9CC1D12BFD16}" srcOrd="1" destOrd="0" parTransId="{F28C24B3-6990-411D-B5B2-095D1DA43187}" sibTransId="{57C27DBA-5877-49F8-87F0-857B4C421C40}"/>
    <dgm:cxn modelId="{10CE2420-6856-475C-B57C-9EE32078EF7E}" type="presOf" srcId="{B4576F36-6350-40A8-B1AE-98F1F0799267}" destId="{351B68A1-DB38-492E-828D-4749E8F13FD4}" srcOrd="0" destOrd="0" presId="urn:microsoft.com/office/officeart/2005/8/layout/chevron1"/>
    <dgm:cxn modelId="{5219CE22-F1CC-409D-841D-5C47C8421D96}" srcId="{276411A3-FF80-4386-B306-2ADFB321DBCC}" destId="{CD651A42-F366-4185-ABE0-695E76CB6ADE}" srcOrd="0" destOrd="0" parTransId="{B5654033-3269-40AF-A640-32F3D5056F72}" sibTransId="{65F8E03E-3906-40AB-B395-6B2B3F150108}"/>
    <dgm:cxn modelId="{F2E46981-C590-4C41-A3C9-2BC529C35F51}" type="presOf" srcId="{726A976D-BA92-47D7-90C8-5B2A5AB8460D}" destId="{FA9F7907-5ACD-4A4F-B084-92B6B3267DE1}" srcOrd="0" destOrd="0" presId="urn:microsoft.com/office/officeart/2005/8/layout/chevron1"/>
    <dgm:cxn modelId="{E17E1F2C-5B90-426F-A485-6700159E5673}" type="presOf" srcId="{276411A3-FF80-4386-B306-2ADFB321DBCC}" destId="{C536B3A2-1E2D-4747-8A4A-73C8EFB38A64}" srcOrd="0" destOrd="0" presId="urn:microsoft.com/office/officeart/2005/8/layout/chevron1"/>
    <dgm:cxn modelId="{33DCB44F-9230-4974-A3C5-F8195366037D}" srcId="{37AA5109-D932-4A2C-90EA-2EC71CAA1195}" destId="{4BCF548C-0DD2-4024-BEBB-E6FB354C15A7}" srcOrd="1" destOrd="0" parTransId="{85A3041B-0162-4826-8F03-F996019E7721}" sibTransId="{7615396D-A660-425B-A6B2-C12B48FE4B99}"/>
    <dgm:cxn modelId="{E5CA2F99-3988-4F89-B3A6-E17AB7302157}" type="presOf" srcId="{C97EE47B-0199-4B7D-BE8B-D85D7D445367}" destId="{9F3206BC-1FB2-4FE0-8C46-F831491E2E52}" srcOrd="0" destOrd="0" presId="urn:microsoft.com/office/officeart/2005/8/layout/chevron1"/>
    <dgm:cxn modelId="{4F82532D-DC6B-41F3-873A-F1A56F775504}" type="presOf" srcId="{A0E4F14D-A44F-4AD7-A6F5-053345604A20}" destId="{9F3206BC-1FB2-4FE0-8C46-F831491E2E52}" srcOrd="0" destOrd="1" presId="urn:microsoft.com/office/officeart/2005/8/layout/chevron1"/>
    <dgm:cxn modelId="{DEA2CD0F-02CA-45A1-9FAC-1448D9412DBF}" srcId="{726A976D-BA92-47D7-90C8-5B2A5AB8460D}" destId="{276411A3-FF80-4386-B306-2ADFB321DBCC}" srcOrd="1" destOrd="0" parTransId="{FA4FAD45-30C7-4080-B5FF-963E965857E6}" sibTransId="{B1245679-1E5F-4207-B8B2-03C51318C0F2}"/>
    <dgm:cxn modelId="{CF003E57-FCAB-4454-8D2C-A837051047A5}" type="presOf" srcId="{E2AA2242-D509-4346-BEF0-6C17FFACD59E}" destId="{60BDDC07-3998-4565-86EF-BED51A1A520B}" srcOrd="0" destOrd="0" presId="urn:microsoft.com/office/officeart/2005/8/layout/chevron1"/>
    <dgm:cxn modelId="{CCC8B7EE-2CB0-4122-A515-3CE9A40812AF}" type="presOf" srcId="{37AA5109-D932-4A2C-90EA-2EC71CAA1195}" destId="{ACE52621-1D6D-4540-9923-28DDFC2D8907}" srcOrd="0" destOrd="0" presId="urn:microsoft.com/office/officeart/2005/8/layout/chevron1"/>
    <dgm:cxn modelId="{54EC3047-0857-4B2D-A867-820302421F09}" type="presOf" srcId="{7A003805-7E49-45EB-9DC0-0DBAACFC6BCD}" destId="{92CA0CE4-7F11-4EDB-A49A-99BDB15F616E}" srcOrd="0" destOrd="0" presId="urn:microsoft.com/office/officeart/2005/8/layout/chevron1"/>
    <dgm:cxn modelId="{CA704205-AE73-4E7A-B941-3130A5843D70}" type="presOf" srcId="{7E872D07-66D3-4968-8BA6-36684EBD9FBA}" destId="{C41B2B3D-B0EF-48AC-B6DF-5E5B97ED7D3D}" srcOrd="0" destOrd="1" presId="urn:microsoft.com/office/officeart/2005/8/layout/chevron1"/>
    <dgm:cxn modelId="{3A904688-897F-4BBE-8226-CEFF242C5DFD}" type="presParOf" srcId="{FA9F7907-5ACD-4A4F-B084-92B6B3267DE1}" destId="{D9B5F500-C7B5-4B84-AC53-E08D4A2FA822}" srcOrd="0" destOrd="0" presId="urn:microsoft.com/office/officeart/2005/8/layout/chevron1"/>
    <dgm:cxn modelId="{60C29B95-DB30-4788-A16B-DA097F3D8EA4}" type="presParOf" srcId="{D9B5F500-C7B5-4B84-AC53-E08D4A2FA822}" destId="{ACE52621-1D6D-4540-9923-28DDFC2D8907}" srcOrd="0" destOrd="0" presId="urn:microsoft.com/office/officeart/2005/8/layout/chevron1"/>
    <dgm:cxn modelId="{30756082-7DB1-470C-9EAA-0FF99B910457}" type="presParOf" srcId="{D9B5F500-C7B5-4B84-AC53-E08D4A2FA822}" destId="{92CA0CE4-7F11-4EDB-A49A-99BDB15F616E}" srcOrd="1" destOrd="0" presId="urn:microsoft.com/office/officeart/2005/8/layout/chevron1"/>
    <dgm:cxn modelId="{E6D4C3B1-DFE2-45F1-B5B1-444681F8AF00}" type="presParOf" srcId="{FA9F7907-5ACD-4A4F-B084-92B6B3267DE1}" destId="{8125EF23-FE84-4262-9F4C-90CA93214301}" srcOrd="1" destOrd="0" presId="urn:microsoft.com/office/officeart/2005/8/layout/chevron1"/>
    <dgm:cxn modelId="{DB21EA1F-D81F-4E38-A3B7-A5314EB25C5E}" type="presParOf" srcId="{FA9F7907-5ACD-4A4F-B084-92B6B3267DE1}" destId="{CCB6ACA5-48E6-49F3-8F48-EEF85EFDB87E}" srcOrd="2" destOrd="0" presId="urn:microsoft.com/office/officeart/2005/8/layout/chevron1"/>
    <dgm:cxn modelId="{B8BEC064-8668-4E66-B66A-EF994DA54048}" type="presParOf" srcId="{CCB6ACA5-48E6-49F3-8F48-EEF85EFDB87E}" destId="{C536B3A2-1E2D-4747-8A4A-73C8EFB38A64}" srcOrd="0" destOrd="0" presId="urn:microsoft.com/office/officeart/2005/8/layout/chevron1"/>
    <dgm:cxn modelId="{E729B5F9-E0D0-4A25-9AF7-20B87ABF9EF1}" type="presParOf" srcId="{CCB6ACA5-48E6-49F3-8F48-EEF85EFDB87E}" destId="{C68650F9-A736-4E4C-AE2E-8EF08BF7D264}" srcOrd="1" destOrd="0" presId="urn:microsoft.com/office/officeart/2005/8/layout/chevron1"/>
    <dgm:cxn modelId="{ECE8A460-F194-4AC9-AEF2-FB24C64214E2}" type="presParOf" srcId="{FA9F7907-5ACD-4A4F-B084-92B6B3267DE1}" destId="{F3453FE8-5C3D-432C-B173-C88750C3A85A}" srcOrd="3" destOrd="0" presId="urn:microsoft.com/office/officeart/2005/8/layout/chevron1"/>
    <dgm:cxn modelId="{EC61A995-85A3-4D55-BC0F-BDE11607432D}" type="presParOf" srcId="{FA9F7907-5ACD-4A4F-B084-92B6B3267DE1}" destId="{EE7A8563-4901-4649-8084-BB40DBAD79D3}" srcOrd="4" destOrd="0" presId="urn:microsoft.com/office/officeart/2005/8/layout/chevron1"/>
    <dgm:cxn modelId="{FA303863-90DC-46D7-8F17-2971FF7126A6}" type="presParOf" srcId="{EE7A8563-4901-4649-8084-BB40DBAD79D3}" destId="{351B68A1-DB38-492E-828D-4749E8F13FD4}" srcOrd="0" destOrd="0" presId="urn:microsoft.com/office/officeart/2005/8/layout/chevron1"/>
    <dgm:cxn modelId="{3C333F6C-6B20-4CD4-8D05-D4A25D784FCC}" type="presParOf" srcId="{EE7A8563-4901-4649-8084-BB40DBAD79D3}" destId="{C41B2B3D-B0EF-48AC-B6DF-5E5B97ED7D3D}" srcOrd="1" destOrd="0" presId="urn:microsoft.com/office/officeart/2005/8/layout/chevron1"/>
    <dgm:cxn modelId="{20C3D320-143E-4F9B-8BF4-88D33208B752}" type="presParOf" srcId="{FA9F7907-5ACD-4A4F-B084-92B6B3267DE1}" destId="{754F5987-0FE7-4E02-A7A7-D8E51D639B24}" srcOrd="5" destOrd="0" presId="urn:microsoft.com/office/officeart/2005/8/layout/chevron1"/>
    <dgm:cxn modelId="{C7995025-DB95-474D-8D81-B7F8181BB69B}" type="presParOf" srcId="{FA9F7907-5ACD-4A4F-B084-92B6B3267DE1}" destId="{26CD63B7-2799-4086-980B-7B42F980C22E}" srcOrd="6" destOrd="0" presId="urn:microsoft.com/office/officeart/2005/8/layout/chevron1"/>
    <dgm:cxn modelId="{9D753E9F-B4F5-4C30-9D6E-D06F752266FF}" type="presParOf" srcId="{26CD63B7-2799-4086-980B-7B42F980C22E}" destId="{60BDDC07-3998-4565-86EF-BED51A1A520B}" srcOrd="0" destOrd="0" presId="urn:microsoft.com/office/officeart/2005/8/layout/chevron1"/>
    <dgm:cxn modelId="{E11738FE-24B6-429F-8593-9BCAFE5E36A7}" type="presParOf" srcId="{26CD63B7-2799-4086-980B-7B42F980C22E}" destId="{9F3206BC-1FB2-4FE0-8C46-F831491E2E5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7711E0-B005-4A99-B927-A70D20A479DB}" type="doc">
      <dgm:prSet loTypeId="urn:microsoft.com/office/officeart/2005/8/layout/vList5" loCatId="list" qsTypeId="urn:microsoft.com/office/officeart/2005/8/quickstyle/simple5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847399D3-298C-4233-B528-40B1A69B284D}">
      <dgm:prSet phldrT="[Text]"/>
      <dgm:spPr/>
      <dgm:t>
        <a:bodyPr/>
        <a:lstStyle/>
        <a:p>
          <a:r>
            <a:rPr lang="en-US" dirty="0"/>
            <a:t>Identify:</a:t>
          </a:r>
        </a:p>
      </dgm:t>
    </dgm:pt>
    <dgm:pt modelId="{A9B726A3-BD77-4D6E-BB5F-0678B58E9854}" type="parTrans" cxnId="{C17A316E-6E14-44B9-ACB1-6539C7FDF192}">
      <dgm:prSet/>
      <dgm:spPr/>
      <dgm:t>
        <a:bodyPr/>
        <a:lstStyle/>
        <a:p>
          <a:endParaRPr lang="en-US"/>
        </a:p>
      </dgm:t>
    </dgm:pt>
    <dgm:pt modelId="{1C4D1422-A4CD-4C56-B8B2-A6A993723424}" type="sibTrans" cxnId="{C17A316E-6E14-44B9-ACB1-6539C7FDF192}">
      <dgm:prSet/>
      <dgm:spPr/>
      <dgm:t>
        <a:bodyPr/>
        <a:lstStyle/>
        <a:p>
          <a:endParaRPr lang="en-US"/>
        </a:p>
      </dgm:t>
    </dgm:pt>
    <dgm:pt modelId="{44E7270C-6FA9-46A9-BB61-DE7BF9696E86}">
      <dgm:prSet/>
      <dgm:spPr/>
      <dgm:t>
        <a:bodyPr/>
        <a:lstStyle/>
        <a:p>
          <a:r>
            <a:rPr lang="en-US" dirty="0"/>
            <a:t>Protect:</a:t>
          </a:r>
        </a:p>
      </dgm:t>
    </dgm:pt>
    <dgm:pt modelId="{67A34398-E875-4A53-98BD-B639F4B1CE71}" type="parTrans" cxnId="{0881A761-D3A2-4058-AEBF-1C9C350FEB04}">
      <dgm:prSet/>
      <dgm:spPr/>
      <dgm:t>
        <a:bodyPr/>
        <a:lstStyle/>
        <a:p>
          <a:endParaRPr lang="en-US"/>
        </a:p>
      </dgm:t>
    </dgm:pt>
    <dgm:pt modelId="{A4B7B5C8-ED24-41FF-89F3-9C1F18F61A8F}" type="sibTrans" cxnId="{0881A761-D3A2-4058-AEBF-1C9C350FEB04}">
      <dgm:prSet/>
      <dgm:spPr/>
      <dgm:t>
        <a:bodyPr/>
        <a:lstStyle/>
        <a:p>
          <a:endParaRPr lang="en-US"/>
        </a:p>
      </dgm:t>
    </dgm:pt>
    <dgm:pt modelId="{7F77C098-6C06-4C8D-B9B8-68DDD46CCA0F}">
      <dgm:prSet/>
      <dgm:spPr/>
      <dgm:t>
        <a:bodyPr/>
        <a:lstStyle/>
        <a:p>
          <a:r>
            <a:rPr lang="en-US" dirty="0"/>
            <a:t>Detect:</a:t>
          </a:r>
        </a:p>
      </dgm:t>
    </dgm:pt>
    <dgm:pt modelId="{FF802233-BDFA-497A-AC40-BF24A545258E}" type="parTrans" cxnId="{569357E7-B489-474B-B1C5-A0C1E3C0D313}">
      <dgm:prSet/>
      <dgm:spPr/>
      <dgm:t>
        <a:bodyPr/>
        <a:lstStyle/>
        <a:p>
          <a:endParaRPr lang="en-US"/>
        </a:p>
      </dgm:t>
    </dgm:pt>
    <dgm:pt modelId="{813901F7-9831-4723-9CEE-BD5309AFF190}" type="sibTrans" cxnId="{569357E7-B489-474B-B1C5-A0C1E3C0D313}">
      <dgm:prSet/>
      <dgm:spPr/>
      <dgm:t>
        <a:bodyPr/>
        <a:lstStyle/>
        <a:p>
          <a:endParaRPr lang="en-US"/>
        </a:p>
      </dgm:t>
    </dgm:pt>
    <dgm:pt modelId="{50E3756E-9A0B-4782-AF9F-DD8A35803ADB}">
      <dgm:prSet/>
      <dgm:spPr/>
      <dgm:t>
        <a:bodyPr/>
        <a:lstStyle/>
        <a:p>
          <a:r>
            <a:rPr lang="en-US" dirty="0"/>
            <a:t>Respond:</a:t>
          </a:r>
        </a:p>
      </dgm:t>
    </dgm:pt>
    <dgm:pt modelId="{A9CE6678-35CA-4D0F-A55D-152C246B094D}" type="parTrans" cxnId="{17375100-7B81-4E33-8589-645120EB5ACD}">
      <dgm:prSet/>
      <dgm:spPr/>
      <dgm:t>
        <a:bodyPr/>
        <a:lstStyle/>
        <a:p>
          <a:endParaRPr lang="en-US"/>
        </a:p>
      </dgm:t>
    </dgm:pt>
    <dgm:pt modelId="{C680897D-EEEA-4BE4-8F08-0F1607FB4861}" type="sibTrans" cxnId="{17375100-7B81-4E33-8589-645120EB5ACD}">
      <dgm:prSet/>
      <dgm:spPr/>
      <dgm:t>
        <a:bodyPr/>
        <a:lstStyle/>
        <a:p>
          <a:endParaRPr lang="en-US"/>
        </a:p>
      </dgm:t>
    </dgm:pt>
    <dgm:pt modelId="{F4450098-3AC0-408B-A649-A6F3D34C79D5}">
      <dgm:prSet/>
      <dgm:spPr/>
      <dgm:t>
        <a:bodyPr/>
        <a:lstStyle/>
        <a:p>
          <a:r>
            <a:rPr lang="en-US" dirty="0"/>
            <a:t>Recover:</a:t>
          </a:r>
        </a:p>
      </dgm:t>
    </dgm:pt>
    <dgm:pt modelId="{546B98CB-6A31-454B-9AA2-79616065B991}" type="parTrans" cxnId="{A9377062-9705-43DD-BF72-95A0E441E94A}">
      <dgm:prSet/>
      <dgm:spPr/>
      <dgm:t>
        <a:bodyPr/>
        <a:lstStyle/>
        <a:p>
          <a:endParaRPr lang="en-US"/>
        </a:p>
      </dgm:t>
    </dgm:pt>
    <dgm:pt modelId="{EF4DDD10-9A85-4D95-BABA-96A76ED23BCB}" type="sibTrans" cxnId="{A9377062-9705-43DD-BF72-95A0E441E94A}">
      <dgm:prSet/>
      <dgm:spPr/>
      <dgm:t>
        <a:bodyPr/>
        <a:lstStyle/>
        <a:p>
          <a:endParaRPr lang="en-US"/>
        </a:p>
      </dgm:t>
    </dgm:pt>
    <dgm:pt modelId="{8BB55554-7C5E-4F01-9494-1CDE068650B7}">
      <dgm:prSet phldrT="[Text]"/>
      <dgm:spPr/>
      <dgm:t>
        <a:bodyPr/>
        <a:lstStyle/>
        <a:p>
          <a:r>
            <a:rPr lang="en-US"/>
            <a:t>Understand </a:t>
          </a:r>
          <a:r>
            <a:rPr lang="en-US" dirty="0"/>
            <a:t>your environment to manage cybersecurity risk.</a:t>
          </a:r>
        </a:p>
      </dgm:t>
    </dgm:pt>
    <dgm:pt modelId="{822F93B1-7AB5-4479-BA13-4FB52A003B21}" type="parTrans" cxnId="{875BBDE7-069D-43DA-A352-556B93D2A480}">
      <dgm:prSet/>
      <dgm:spPr/>
      <dgm:t>
        <a:bodyPr/>
        <a:lstStyle/>
        <a:p>
          <a:endParaRPr lang="en-US"/>
        </a:p>
      </dgm:t>
    </dgm:pt>
    <dgm:pt modelId="{DA2908D7-DD26-405D-AD20-A1F3C0455025}" type="sibTrans" cxnId="{875BBDE7-069D-43DA-A352-556B93D2A480}">
      <dgm:prSet/>
      <dgm:spPr/>
      <dgm:t>
        <a:bodyPr/>
        <a:lstStyle/>
        <a:p>
          <a:endParaRPr lang="en-US"/>
        </a:p>
      </dgm:t>
    </dgm:pt>
    <dgm:pt modelId="{12B56C35-2F18-48A0-A400-171F768170E9}">
      <dgm:prSet/>
      <dgm:spPr/>
      <dgm:t>
        <a:bodyPr/>
        <a:lstStyle/>
        <a:p>
          <a:r>
            <a:rPr lang="en-US" dirty="0"/>
            <a:t>Implement safeguards to ensure delivery of critical services.</a:t>
          </a:r>
        </a:p>
      </dgm:t>
    </dgm:pt>
    <dgm:pt modelId="{01560605-80DA-4FF2-8264-28453F8FAA94}" type="parTrans" cxnId="{CE4CBE76-D53B-49D5-9B08-C0284156389E}">
      <dgm:prSet/>
      <dgm:spPr/>
      <dgm:t>
        <a:bodyPr/>
        <a:lstStyle/>
        <a:p>
          <a:endParaRPr lang="en-US"/>
        </a:p>
      </dgm:t>
    </dgm:pt>
    <dgm:pt modelId="{CF0FD921-7552-4797-8A59-00095BD45197}" type="sibTrans" cxnId="{CE4CBE76-D53B-49D5-9B08-C0284156389E}">
      <dgm:prSet/>
      <dgm:spPr/>
      <dgm:t>
        <a:bodyPr/>
        <a:lstStyle/>
        <a:p>
          <a:endParaRPr lang="en-US"/>
        </a:p>
      </dgm:t>
    </dgm:pt>
    <dgm:pt modelId="{244F713D-14E6-41FA-BAFB-8A707D0A6635}">
      <dgm:prSet/>
      <dgm:spPr/>
      <dgm:t>
        <a:bodyPr/>
        <a:lstStyle/>
        <a:p>
          <a:r>
            <a:rPr lang="en-US"/>
            <a:t>Identify </a:t>
          </a:r>
          <a:r>
            <a:rPr lang="en-US" dirty="0"/>
            <a:t>the occurrence of a cybersecurity event.</a:t>
          </a:r>
        </a:p>
      </dgm:t>
    </dgm:pt>
    <dgm:pt modelId="{0CBFDFBA-0C5F-4FEF-9E5E-16A91F5022A7}" type="parTrans" cxnId="{F1795211-767D-41DB-92CF-7021A7388642}">
      <dgm:prSet/>
      <dgm:spPr/>
      <dgm:t>
        <a:bodyPr/>
        <a:lstStyle/>
        <a:p>
          <a:endParaRPr lang="en-US"/>
        </a:p>
      </dgm:t>
    </dgm:pt>
    <dgm:pt modelId="{63A315F7-08A3-4747-A9FB-9BA4B0AC84F9}" type="sibTrans" cxnId="{F1795211-767D-41DB-92CF-7021A7388642}">
      <dgm:prSet/>
      <dgm:spPr/>
      <dgm:t>
        <a:bodyPr/>
        <a:lstStyle/>
        <a:p>
          <a:endParaRPr lang="en-US"/>
        </a:p>
      </dgm:t>
    </dgm:pt>
    <dgm:pt modelId="{BFD9D9BC-8087-43DC-A656-20045D18FFD4}">
      <dgm:prSet/>
      <dgm:spPr/>
      <dgm:t>
        <a:bodyPr/>
        <a:lstStyle/>
        <a:p>
          <a:r>
            <a:rPr lang="en-US"/>
            <a:t>Take </a:t>
          </a:r>
          <a:r>
            <a:rPr lang="en-US" dirty="0"/>
            <a:t>action regarding a detected cybersecurity incident.</a:t>
          </a:r>
        </a:p>
      </dgm:t>
    </dgm:pt>
    <dgm:pt modelId="{55B86943-162D-48D0-B537-452E76AA552C}" type="parTrans" cxnId="{38CE025C-40BC-489E-807A-B7DB3DE517E9}">
      <dgm:prSet/>
      <dgm:spPr/>
      <dgm:t>
        <a:bodyPr/>
        <a:lstStyle/>
        <a:p>
          <a:endParaRPr lang="en-US"/>
        </a:p>
      </dgm:t>
    </dgm:pt>
    <dgm:pt modelId="{6044714A-8456-4D41-9779-D044F63E5B3D}" type="sibTrans" cxnId="{38CE025C-40BC-489E-807A-B7DB3DE517E9}">
      <dgm:prSet/>
      <dgm:spPr/>
      <dgm:t>
        <a:bodyPr/>
        <a:lstStyle/>
        <a:p>
          <a:endParaRPr lang="en-US"/>
        </a:p>
      </dgm:t>
    </dgm:pt>
    <dgm:pt modelId="{8CDE17BE-F9FB-466D-B7BA-2731A32DCCE2}">
      <dgm:prSet/>
      <dgm:spPr/>
      <dgm:t>
        <a:bodyPr/>
        <a:lstStyle/>
        <a:p>
          <a:r>
            <a:rPr lang="en-US"/>
            <a:t>Restore </a:t>
          </a:r>
          <a:r>
            <a:rPr lang="en-US" dirty="0"/>
            <a:t>capabilities or services impaired by a cybersecurity incident.</a:t>
          </a:r>
        </a:p>
      </dgm:t>
    </dgm:pt>
    <dgm:pt modelId="{5BF4C581-E8EC-4397-B069-DAA0795BB193}" type="parTrans" cxnId="{815066C8-59F9-4786-B40D-2BBCCF77C1D2}">
      <dgm:prSet/>
      <dgm:spPr/>
      <dgm:t>
        <a:bodyPr/>
        <a:lstStyle/>
        <a:p>
          <a:endParaRPr lang="en-US"/>
        </a:p>
      </dgm:t>
    </dgm:pt>
    <dgm:pt modelId="{DE1E0CD4-4D99-455B-A665-91FCD3C6BC7D}" type="sibTrans" cxnId="{815066C8-59F9-4786-B40D-2BBCCF77C1D2}">
      <dgm:prSet/>
      <dgm:spPr/>
      <dgm:t>
        <a:bodyPr/>
        <a:lstStyle/>
        <a:p>
          <a:endParaRPr lang="en-US"/>
        </a:p>
      </dgm:t>
    </dgm:pt>
    <dgm:pt modelId="{9F23A630-836E-4239-AD86-DC65B4BFAFC1}" type="pres">
      <dgm:prSet presAssocID="{927711E0-B005-4A99-B927-A70D20A479D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BCA379-773D-4FD6-B3C8-67F5A2341254}" type="pres">
      <dgm:prSet presAssocID="{847399D3-298C-4233-B528-40B1A69B284D}" presName="linNode" presStyleCnt="0"/>
      <dgm:spPr/>
    </dgm:pt>
    <dgm:pt modelId="{5E662978-CFE4-4D66-9A73-12387506E068}" type="pres">
      <dgm:prSet presAssocID="{847399D3-298C-4233-B528-40B1A69B284D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210470-A9ED-4522-8B1C-1182340AFBA0}" type="pres">
      <dgm:prSet presAssocID="{847399D3-298C-4233-B528-40B1A69B284D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15FBEC-DBF3-4910-90FF-EFBBFDD97039}" type="pres">
      <dgm:prSet presAssocID="{1C4D1422-A4CD-4C56-B8B2-A6A993723424}" presName="sp" presStyleCnt="0"/>
      <dgm:spPr/>
    </dgm:pt>
    <dgm:pt modelId="{7F94F0DE-C17B-45A9-95DB-CA7C73D7491C}" type="pres">
      <dgm:prSet presAssocID="{44E7270C-6FA9-46A9-BB61-DE7BF9696E86}" presName="linNode" presStyleCnt="0"/>
      <dgm:spPr/>
    </dgm:pt>
    <dgm:pt modelId="{59476CD4-55A0-4236-818A-14FC24959E25}" type="pres">
      <dgm:prSet presAssocID="{44E7270C-6FA9-46A9-BB61-DE7BF9696E86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90B3A4-1090-4FE3-9E98-EC619AA1B26F}" type="pres">
      <dgm:prSet presAssocID="{44E7270C-6FA9-46A9-BB61-DE7BF9696E86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9F72DC-62CA-4B94-98C2-F30E82C9457A}" type="pres">
      <dgm:prSet presAssocID="{A4B7B5C8-ED24-41FF-89F3-9C1F18F61A8F}" presName="sp" presStyleCnt="0"/>
      <dgm:spPr/>
    </dgm:pt>
    <dgm:pt modelId="{C9BFEFB3-D598-460A-B402-EF3076BDF813}" type="pres">
      <dgm:prSet presAssocID="{7F77C098-6C06-4C8D-B9B8-68DDD46CCA0F}" presName="linNode" presStyleCnt="0"/>
      <dgm:spPr/>
    </dgm:pt>
    <dgm:pt modelId="{6359C615-FBBD-4C42-95DA-C67FD81A29E9}" type="pres">
      <dgm:prSet presAssocID="{7F77C098-6C06-4C8D-B9B8-68DDD46CCA0F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F1518-1CDB-441C-84E5-CD536D38FBF9}" type="pres">
      <dgm:prSet presAssocID="{7F77C098-6C06-4C8D-B9B8-68DDD46CCA0F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35AC45-E96E-4010-B97F-95717AA35F67}" type="pres">
      <dgm:prSet presAssocID="{813901F7-9831-4723-9CEE-BD5309AFF190}" presName="sp" presStyleCnt="0"/>
      <dgm:spPr/>
    </dgm:pt>
    <dgm:pt modelId="{C714223B-DF4F-4751-9622-CD9AA9FD910B}" type="pres">
      <dgm:prSet presAssocID="{50E3756E-9A0B-4782-AF9F-DD8A35803ADB}" presName="linNode" presStyleCnt="0"/>
      <dgm:spPr/>
    </dgm:pt>
    <dgm:pt modelId="{E0A4A473-1795-4ED0-A9EB-347F3DB2411C}" type="pres">
      <dgm:prSet presAssocID="{50E3756E-9A0B-4782-AF9F-DD8A35803ADB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72311A-C968-4082-8E20-AF1B3978DAAE}" type="pres">
      <dgm:prSet presAssocID="{50E3756E-9A0B-4782-AF9F-DD8A35803ADB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A3E69D-0EEF-4ABD-8863-94E28C7BBCDE}" type="pres">
      <dgm:prSet presAssocID="{C680897D-EEEA-4BE4-8F08-0F1607FB4861}" presName="sp" presStyleCnt="0"/>
      <dgm:spPr/>
    </dgm:pt>
    <dgm:pt modelId="{4F1E7341-D123-4D58-8D37-41818A88A48F}" type="pres">
      <dgm:prSet presAssocID="{F4450098-3AC0-408B-A649-A6F3D34C79D5}" presName="linNode" presStyleCnt="0"/>
      <dgm:spPr/>
    </dgm:pt>
    <dgm:pt modelId="{98A6D5DB-B8BE-48B8-9724-72DC828F5300}" type="pres">
      <dgm:prSet presAssocID="{F4450098-3AC0-408B-A649-A6F3D34C79D5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4D4133-4798-4CBB-83AA-88051017380F}" type="pres">
      <dgm:prSet presAssocID="{F4450098-3AC0-408B-A649-A6F3D34C79D5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81A761-D3A2-4058-AEBF-1C9C350FEB04}" srcId="{927711E0-B005-4A99-B927-A70D20A479DB}" destId="{44E7270C-6FA9-46A9-BB61-DE7BF9696E86}" srcOrd="1" destOrd="0" parTransId="{67A34398-E875-4A53-98BD-B639F4B1CE71}" sibTransId="{A4B7B5C8-ED24-41FF-89F3-9C1F18F61A8F}"/>
    <dgm:cxn modelId="{569357E7-B489-474B-B1C5-A0C1E3C0D313}" srcId="{927711E0-B005-4A99-B927-A70D20A479DB}" destId="{7F77C098-6C06-4C8D-B9B8-68DDD46CCA0F}" srcOrd="2" destOrd="0" parTransId="{FF802233-BDFA-497A-AC40-BF24A545258E}" sibTransId="{813901F7-9831-4723-9CEE-BD5309AFF190}"/>
    <dgm:cxn modelId="{F1795211-767D-41DB-92CF-7021A7388642}" srcId="{7F77C098-6C06-4C8D-B9B8-68DDD46CCA0F}" destId="{244F713D-14E6-41FA-BAFB-8A707D0A6635}" srcOrd="0" destOrd="0" parTransId="{0CBFDFBA-0C5F-4FEF-9E5E-16A91F5022A7}" sibTransId="{63A315F7-08A3-4747-A9FB-9BA4B0AC84F9}"/>
    <dgm:cxn modelId="{90208788-22C0-45A9-AA69-514669F597E6}" type="presOf" srcId="{927711E0-B005-4A99-B927-A70D20A479DB}" destId="{9F23A630-836E-4239-AD86-DC65B4BFAFC1}" srcOrd="0" destOrd="0" presId="urn:microsoft.com/office/officeart/2005/8/layout/vList5"/>
    <dgm:cxn modelId="{FA8D33D0-D65C-4423-9510-FA6221D166C6}" type="presOf" srcId="{BFD9D9BC-8087-43DC-A656-20045D18FFD4}" destId="{1E72311A-C968-4082-8E20-AF1B3978DAAE}" srcOrd="0" destOrd="0" presId="urn:microsoft.com/office/officeart/2005/8/layout/vList5"/>
    <dgm:cxn modelId="{17375100-7B81-4E33-8589-645120EB5ACD}" srcId="{927711E0-B005-4A99-B927-A70D20A479DB}" destId="{50E3756E-9A0B-4782-AF9F-DD8A35803ADB}" srcOrd="3" destOrd="0" parTransId="{A9CE6678-35CA-4D0F-A55D-152C246B094D}" sibTransId="{C680897D-EEEA-4BE4-8F08-0F1607FB4861}"/>
    <dgm:cxn modelId="{FEB7FAB5-825E-4963-B875-E61B8119A84E}" type="presOf" srcId="{7F77C098-6C06-4C8D-B9B8-68DDD46CCA0F}" destId="{6359C615-FBBD-4C42-95DA-C67FD81A29E9}" srcOrd="0" destOrd="0" presId="urn:microsoft.com/office/officeart/2005/8/layout/vList5"/>
    <dgm:cxn modelId="{815066C8-59F9-4786-B40D-2BBCCF77C1D2}" srcId="{F4450098-3AC0-408B-A649-A6F3D34C79D5}" destId="{8CDE17BE-F9FB-466D-B7BA-2731A32DCCE2}" srcOrd="0" destOrd="0" parTransId="{5BF4C581-E8EC-4397-B069-DAA0795BB193}" sibTransId="{DE1E0CD4-4D99-455B-A665-91FCD3C6BC7D}"/>
    <dgm:cxn modelId="{134AAB5A-A346-42BA-9EC1-F705A3660821}" type="presOf" srcId="{F4450098-3AC0-408B-A649-A6F3D34C79D5}" destId="{98A6D5DB-B8BE-48B8-9724-72DC828F5300}" srcOrd="0" destOrd="0" presId="urn:microsoft.com/office/officeart/2005/8/layout/vList5"/>
    <dgm:cxn modelId="{66337331-465A-4D95-92CD-E76D40423DF7}" type="presOf" srcId="{244F713D-14E6-41FA-BAFB-8A707D0A6635}" destId="{F46F1518-1CDB-441C-84E5-CD536D38FBF9}" srcOrd="0" destOrd="0" presId="urn:microsoft.com/office/officeart/2005/8/layout/vList5"/>
    <dgm:cxn modelId="{CE4CBE76-D53B-49D5-9B08-C0284156389E}" srcId="{44E7270C-6FA9-46A9-BB61-DE7BF9696E86}" destId="{12B56C35-2F18-48A0-A400-171F768170E9}" srcOrd="0" destOrd="0" parTransId="{01560605-80DA-4FF2-8264-28453F8FAA94}" sibTransId="{CF0FD921-7552-4797-8A59-00095BD45197}"/>
    <dgm:cxn modelId="{D9FB4680-AF68-49CD-B612-5E158BE38794}" type="presOf" srcId="{12B56C35-2F18-48A0-A400-171F768170E9}" destId="{1E90B3A4-1090-4FE3-9E98-EC619AA1B26F}" srcOrd="0" destOrd="0" presId="urn:microsoft.com/office/officeart/2005/8/layout/vList5"/>
    <dgm:cxn modelId="{99869C80-5E95-4CE8-ABE7-67F117CF318B}" type="presOf" srcId="{8BB55554-7C5E-4F01-9494-1CDE068650B7}" destId="{4A210470-A9ED-4522-8B1C-1182340AFBA0}" srcOrd="0" destOrd="0" presId="urn:microsoft.com/office/officeart/2005/8/layout/vList5"/>
    <dgm:cxn modelId="{7A555DD0-3AEB-43FC-BE5C-D2FA5CB7339C}" type="presOf" srcId="{50E3756E-9A0B-4782-AF9F-DD8A35803ADB}" destId="{E0A4A473-1795-4ED0-A9EB-347F3DB2411C}" srcOrd="0" destOrd="0" presId="urn:microsoft.com/office/officeart/2005/8/layout/vList5"/>
    <dgm:cxn modelId="{C17A316E-6E14-44B9-ACB1-6539C7FDF192}" srcId="{927711E0-B005-4A99-B927-A70D20A479DB}" destId="{847399D3-298C-4233-B528-40B1A69B284D}" srcOrd="0" destOrd="0" parTransId="{A9B726A3-BD77-4D6E-BB5F-0678B58E9854}" sibTransId="{1C4D1422-A4CD-4C56-B8B2-A6A993723424}"/>
    <dgm:cxn modelId="{A9377062-9705-43DD-BF72-95A0E441E94A}" srcId="{927711E0-B005-4A99-B927-A70D20A479DB}" destId="{F4450098-3AC0-408B-A649-A6F3D34C79D5}" srcOrd="4" destOrd="0" parTransId="{546B98CB-6A31-454B-9AA2-79616065B991}" sibTransId="{EF4DDD10-9A85-4D95-BABA-96A76ED23BCB}"/>
    <dgm:cxn modelId="{38CE025C-40BC-489E-807A-B7DB3DE517E9}" srcId="{50E3756E-9A0B-4782-AF9F-DD8A35803ADB}" destId="{BFD9D9BC-8087-43DC-A656-20045D18FFD4}" srcOrd="0" destOrd="0" parTransId="{55B86943-162D-48D0-B537-452E76AA552C}" sibTransId="{6044714A-8456-4D41-9779-D044F63E5B3D}"/>
    <dgm:cxn modelId="{35CA8B0F-758D-49AE-8DC5-1FFC25ADC1D2}" type="presOf" srcId="{44E7270C-6FA9-46A9-BB61-DE7BF9696E86}" destId="{59476CD4-55A0-4236-818A-14FC24959E25}" srcOrd="0" destOrd="0" presId="urn:microsoft.com/office/officeart/2005/8/layout/vList5"/>
    <dgm:cxn modelId="{CFF6212C-3C46-4F41-BDAF-26E05AD2630C}" type="presOf" srcId="{847399D3-298C-4233-B528-40B1A69B284D}" destId="{5E662978-CFE4-4D66-9A73-12387506E068}" srcOrd="0" destOrd="0" presId="urn:microsoft.com/office/officeart/2005/8/layout/vList5"/>
    <dgm:cxn modelId="{875BBDE7-069D-43DA-A352-556B93D2A480}" srcId="{847399D3-298C-4233-B528-40B1A69B284D}" destId="{8BB55554-7C5E-4F01-9494-1CDE068650B7}" srcOrd="0" destOrd="0" parTransId="{822F93B1-7AB5-4479-BA13-4FB52A003B21}" sibTransId="{DA2908D7-DD26-405D-AD20-A1F3C0455025}"/>
    <dgm:cxn modelId="{FA825A44-9E73-4511-95F3-E2341A84FDD3}" type="presOf" srcId="{8CDE17BE-F9FB-466D-B7BA-2731A32DCCE2}" destId="{AA4D4133-4798-4CBB-83AA-88051017380F}" srcOrd="0" destOrd="0" presId="urn:microsoft.com/office/officeart/2005/8/layout/vList5"/>
    <dgm:cxn modelId="{4594E1A9-0E8A-4076-966A-76E73B00934E}" type="presParOf" srcId="{9F23A630-836E-4239-AD86-DC65B4BFAFC1}" destId="{FDBCA379-773D-4FD6-B3C8-67F5A2341254}" srcOrd="0" destOrd="0" presId="urn:microsoft.com/office/officeart/2005/8/layout/vList5"/>
    <dgm:cxn modelId="{D3DF8519-C7DF-4A9D-9DFE-54860F300716}" type="presParOf" srcId="{FDBCA379-773D-4FD6-B3C8-67F5A2341254}" destId="{5E662978-CFE4-4D66-9A73-12387506E068}" srcOrd="0" destOrd="0" presId="urn:microsoft.com/office/officeart/2005/8/layout/vList5"/>
    <dgm:cxn modelId="{BCCB996F-3AEE-4E7D-8964-30E180EE414B}" type="presParOf" srcId="{FDBCA379-773D-4FD6-B3C8-67F5A2341254}" destId="{4A210470-A9ED-4522-8B1C-1182340AFBA0}" srcOrd="1" destOrd="0" presId="urn:microsoft.com/office/officeart/2005/8/layout/vList5"/>
    <dgm:cxn modelId="{CB266429-B88E-4C1D-A1C3-B566FFC321DC}" type="presParOf" srcId="{9F23A630-836E-4239-AD86-DC65B4BFAFC1}" destId="{0715FBEC-DBF3-4910-90FF-EFBBFDD97039}" srcOrd="1" destOrd="0" presId="urn:microsoft.com/office/officeart/2005/8/layout/vList5"/>
    <dgm:cxn modelId="{D0456512-2824-4ABD-999B-FB95D6F92474}" type="presParOf" srcId="{9F23A630-836E-4239-AD86-DC65B4BFAFC1}" destId="{7F94F0DE-C17B-45A9-95DB-CA7C73D7491C}" srcOrd="2" destOrd="0" presId="urn:microsoft.com/office/officeart/2005/8/layout/vList5"/>
    <dgm:cxn modelId="{3B62D712-F909-4ADB-A88E-747E8D77181F}" type="presParOf" srcId="{7F94F0DE-C17B-45A9-95DB-CA7C73D7491C}" destId="{59476CD4-55A0-4236-818A-14FC24959E25}" srcOrd="0" destOrd="0" presId="urn:microsoft.com/office/officeart/2005/8/layout/vList5"/>
    <dgm:cxn modelId="{B28DE979-8B7F-45AE-B29C-9A59EAEA889D}" type="presParOf" srcId="{7F94F0DE-C17B-45A9-95DB-CA7C73D7491C}" destId="{1E90B3A4-1090-4FE3-9E98-EC619AA1B26F}" srcOrd="1" destOrd="0" presId="urn:microsoft.com/office/officeart/2005/8/layout/vList5"/>
    <dgm:cxn modelId="{84E710F7-B5FE-49B8-BD67-C1C2FCFC79D3}" type="presParOf" srcId="{9F23A630-836E-4239-AD86-DC65B4BFAFC1}" destId="{C29F72DC-62CA-4B94-98C2-F30E82C9457A}" srcOrd="3" destOrd="0" presId="urn:microsoft.com/office/officeart/2005/8/layout/vList5"/>
    <dgm:cxn modelId="{BE3E0594-725F-4728-B419-DAB06C379DF6}" type="presParOf" srcId="{9F23A630-836E-4239-AD86-DC65B4BFAFC1}" destId="{C9BFEFB3-D598-460A-B402-EF3076BDF813}" srcOrd="4" destOrd="0" presId="urn:microsoft.com/office/officeart/2005/8/layout/vList5"/>
    <dgm:cxn modelId="{0E6C0023-7255-4EFF-A4F0-1940B53993FD}" type="presParOf" srcId="{C9BFEFB3-D598-460A-B402-EF3076BDF813}" destId="{6359C615-FBBD-4C42-95DA-C67FD81A29E9}" srcOrd="0" destOrd="0" presId="urn:microsoft.com/office/officeart/2005/8/layout/vList5"/>
    <dgm:cxn modelId="{50842923-BE4E-4189-8263-60A9541AD5C1}" type="presParOf" srcId="{C9BFEFB3-D598-460A-B402-EF3076BDF813}" destId="{F46F1518-1CDB-441C-84E5-CD536D38FBF9}" srcOrd="1" destOrd="0" presId="urn:microsoft.com/office/officeart/2005/8/layout/vList5"/>
    <dgm:cxn modelId="{C9ADA62F-5C58-432F-9C9F-F9BB3D8C52E1}" type="presParOf" srcId="{9F23A630-836E-4239-AD86-DC65B4BFAFC1}" destId="{E135AC45-E96E-4010-B97F-95717AA35F67}" srcOrd="5" destOrd="0" presId="urn:microsoft.com/office/officeart/2005/8/layout/vList5"/>
    <dgm:cxn modelId="{DAE8C49E-C137-493D-84A0-7FDA232D4FAF}" type="presParOf" srcId="{9F23A630-836E-4239-AD86-DC65B4BFAFC1}" destId="{C714223B-DF4F-4751-9622-CD9AA9FD910B}" srcOrd="6" destOrd="0" presId="urn:microsoft.com/office/officeart/2005/8/layout/vList5"/>
    <dgm:cxn modelId="{AFBB8556-FF25-45C4-B362-7798CF45797A}" type="presParOf" srcId="{C714223B-DF4F-4751-9622-CD9AA9FD910B}" destId="{E0A4A473-1795-4ED0-A9EB-347F3DB2411C}" srcOrd="0" destOrd="0" presId="urn:microsoft.com/office/officeart/2005/8/layout/vList5"/>
    <dgm:cxn modelId="{46C982CE-0BC2-4DBB-90E1-D61E458114AF}" type="presParOf" srcId="{C714223B-DF4F-4751-9622-CD9AA9FD910B}" destId="{1E72311A-C968-4082-8E20-AF1B3978DAAE}" srcOrd="1" destOrd="0" presId="urn:microsoft.com/office/officeart/2005/8/layout/vList5"/>
    <dgm:cxn modelId="{53C7F7C0-DE57-4250-A703-C3B7F3590D85}" type="presParOf" srcId="{9F23A630-836E-4239-AD86-DC65B4BFAFC1}" destId="{3AA3E69D-0EEF-4ABD-8863-94E28C7BBCDE}" srcOrd="7" destOrd="0" presId="urn:microsoft.com/office/officeart/2005/8/layout/vList5"/>
    <dgm:cxn modelId="{4D3227A9-1DC5-4BB7-9550-525ED92CCEC1}" type="presParOf" srcId="{9F23A630-836E-4239-AD86-DC65B4BFAFC1}" destId="{4F1E7341-D123-4D58-8D37-41818A88A48F}" srcOrd="8" destOrd="0" presId="urn:microsoft.com/office/officeart/2005/8/layout/vList5"/>
    <dgm:cxn modelId="{C5795046-7E5A-403B-8C80-4C8883EAD1D3}" type="presParOf" srcId="{4F1E7341-D123-4D58-8D37-41818A88A48F}" destId="{98A6D5DB-B8BE-48B8-9724-72DC828F5300}" srcOrd="0" destOrd="0" presId="urn:microsoft.com/office/officeart/2005/8/layout/vList5"/>
    <dgm:cxn modelId="{7488709B-F186-4E3E-BB76-ADD07A918DB2}" type="presParOf" srcId="{4F1E7341-D123-4D58-8D37-41818A88A48F}" destId="{AA4D4133-4798-4CBB-83AA-8805101738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1CF030-A7D0-4F7D-ADB8-6EB25D2272B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71B226-B91C-4515-9ABC-E29963DF72B8}">
      <dgm:prSet phldrT="[Text]"/>
      <dgm:spPr/>
      <dgm:t>
        <a:bodyPr/>
        <a:lstStyle/>
        <a:p>
          <a:r>
            <a:rPr lang="en-US" dirty="0"/>
            <a:t>Security:</a:t>
          </a:r>
        </a:p>
      </dgm:t>
    </dgm:pt>
    <dgm:pt modelId="{073C303E-8CCF-4509-93D9-8E28D3C471C1}" type="parTrans" cxnId="{215289E8-18D7-4D18-9D74-92CC12A00AC3}">
      <dgm:prSet/>
      <dgm:spPr/>
      <dgm:t>
        <a:bodyPr/>
        <a:lstStyle/>
        <a:p>
          <a:endParaRPr lang="en-US"/>
        </a:p>
      </dgm:t>
    </dgm:pt>
    <dgm:pt modelId="{4FEE9820-6018-470C-9990-0EA7DC8C0C98}" type="sibTrans" cxnId="{215289E8-18D7-4D18-9D74-92CC12A00AC3}">
      <dgm:prSet/>
      <dgm:spPr/>
      <dgm:t>
        <a:bodyPr/>
        <a:lstStyle/>
        <a:p>
          <a:endParaRPr lang="en-US"/>
        </a:p>
      </dgm:t>
    </dgm:pt>
    <dgm:pt modelId="{5E8973B8-6DD0-4192-B7FE-D7D663379098}">
      <dgm:prSet/>
      <dgm:spPr/>
      <dgm:t>
        <a:bodyPr/>
        <a:lstStyle/>
        <a:p>
          <a:r>
            <a:rPr lang="en-US" dirty="0"/>
            <a:t>Protection of system resources against unauthorized access (the only mandatory criterion for all SOC 2 reports).</a:t>
          </a:r>
        </a:p>
      </dgm:t>
    </dgm:pt>
    <dgm:pt modelId="{D1175C39-6631-4CB3-9578-9B9D7198FFDC}" type="parTrans" cxnId="{9D97AFB3-5AC9-4AB8-9B36-90E52C31B650}">
      <dgm:prSet/>
      <dgm:spPr/>
      <dgm:t>
        <a:bodyPr/>
        <a:lstStyle/>
        <a:p>
          <a:endParaRPr lang="en-US"/>
        </a:p>
      </dgm:t>
    </dgm:pt>
    <dgm:pt modelId="{F097D46F-76B9-4B1F-8240-36EB752438C7}" type="sibTrans" cxnId="{9D97AFB3-5AC9-4AB8-9B36-90E52C31B650}">
      <dgm:prSet/>
      <dgm:spPr/>
      <dgm:t>
        <a:bodyPr/>
        <a:lstStyle/>
        <a:p>
          <a:endParaRPr lang="en-US"/>
        </a:p>
      </dgm:t>
    </dgm:pt>
    <dgm:pt modelId="{E37A9AB7-27B8-414F-86EA-4273B6FDDC25}">
      <dgm:prSet/>
      <dgm:spPr/>
      <dgm:t>
        <a:bodyPr/>
        <a:lstStyle/>
        <a:p>
          <a:r>
            <a:rPr lang="en-US"/>
            <a:t>Availability:</a:t>
          </a:r>
          <a:endParaRPr lang="en-US" dirty="0"/>
        </a:p>
      </dgm:t>
    </dgm:pt>
    <dgm:pt modelId="{01E64BFA-A592-436B-8FD1-84E472DEF21E}" type="parTrans" cxnId="{873298A4-B44B-44B6-B85B-048E3F4B3C3A}">
      <dgm:prSet/>
      <dgm:spPr/>
      <dgm:t>
        <a:bodyPr/>
        <a:lstStyle/>
        <a:p>
          <a:endParaRPr lang="en-US"/>
        </a:p>
      </dgm:t>
    </dgm:pt>
    <dgm:pt modelId="{665BAB67-C846-42F2-9F63-8817B1938B7C}" type="sibTrans" cxnId="{873298A4-B44B-44B6-B85B-048E3F4B3C3A}">
      <dgm:prSet/>
      <dgm:spPr/>
      <dgm:t>
        <a:bodyPr/>
        <a:lstStyle/>
        <a:p>
          <a:endParaRPr lang="en-US"/>
        </a:p>
      </dgm:t>
    </dgm:pt>
    <dgm:pt modelId="{4ED0E6EE-9F24-46AA-95C0-CA5104E194B9}">
      <dgm:prSet/>
      <dgm:spPr/>
      <dgm:t>
        <a:bodyPr/>
        <a:lstStyle/>
        <a:p>
          <a:r>
            <a:rPr lang="en-US" dirty="0"/>
            <a:t>The system is available for operation and use as committed or agreed.</a:t>
          </a:r>
        </a:p>
      </dgm:t>
    </dgm:pt>
    <dgm:pt modelId="{EB77BA74-2C9B-4A08-9C31-48E258B5E3FC}" type="parTrans" cxnId="{2E30694B-32CD-4267-8BED-A175659FCACC}">
      <dgm:prSet/>
      <dgm:spPr/>
      <dgm:t>
        <a:bodyPr/>
        <a:lstStyle/>
        <a:p>
          <a:endParaRPr lang="en-US"/>
        </a:p>
      </dgm:t>
    </dgm:pt>
    <dgm:pt modelId="{E1C6FA9E-7490-4FA3-9A58-48CA29428818}" type="sibTrans" cxnId="{2E30694B-32CD-4267-8BED-A175659FCACC}">
      <dgm:prSet/>
      <dgm:spPr/>
      <dgm:t>
        <a:bodyPr/>
        <a:lstStyle/>
        <a:p>
          <a:endParaRPr lang="en-US"/>
        </a:p>
      </dgm:t>
    </dgm:pt>
    <dgm:pt modelId="{F97F5A7C-8423-4681-B7F1-F14CF4A3CFFB}">
      <dgm:prSet/>
      <dgm:spPr/>
      <dgm:t>
        <a:bodyPr/>
        <a:lstStyle/>
        <a:p>
          <a:r>
            <a:rPr lang="en-US"/>
            <a:t>Processing Integrity:</a:t>
          </a:r>
          <a:endParaRPr lang="en-US" dirty="0"/>
        </a:p>
      </dgm:t>
    </dgm:pt>
    <dgm:pt modelId="{85D90F12-B585-4A00-8FD0-737546E4CB81}" type="parTrans" cxnId="{982F4521-DAA8-411E-9E39-1F1DFDC7BBBE}">
      <dgm:prSet/>
      <dgm:spPr/>
      <dgm:t>
        <a:bodyPr/>
        <a:lstStyle/>
        <a:p>
          <a:endParaRPr lang="en-US"/>
        </a:p>
      </dgm:t>
    </dgm:pt>
    <dgm:pt modelId="{88023077-9097-4F84-988B-FE482953CC08}" type="sibTrans" cxnId="{982F4521-DAA8-411E-9E39-1F1DFDC7BBBE}">
      <dgm:prSet/>
      <dgm:spPr/>
      <dgm:t>
        <a:bodyPr/>
        <a:lstStyle/>
        <a:p>
          <a:endParaRPr lang="en-US"/>
        </a:p>
      </dgm:t>
    </dgm:pt>
    <dgm:pt modelId="{708F1F4C-485E-483E-BC81-26C9AC146563}">
      <dgm:prSet/>
      <dgm:spPr/>
      <dgm:t>
        <a:bodyPr/>
        <a:lstStyle/>
        <a:p>
          <a:r>
            <a:rPr lang="en-US"/>
            <a:t>System processing is complete, valid, accurate, timely, and authorized.</a:t>
          </a:r>
          <a:endParaRPr lang="en-US" dirty="0"/>
        </a:p>
      </dgm:t>
    </dgm:pt>
    <dgm:pt modelId="{DBBDD2F9-2EA5-43A8-BA18-9370153F34DB}" type="parTrans" cxnId="{8E8958D4-F64F-4D91-8048-44C416EFE442}">
      <dgm:prSet/>
      <dgm:spPr/>
      <dgm:t>
        <a:bodyPr/>
        <a:lstStyle/>
        <a:p>
          <a:endParaRPr lang="en-US"/>
        </a:p>
      </dgm:t>
    </dgm:pt>
    <dgm:pt modelId="{2F93F3E4-D8EB-4A96-874D-CB81BBFA8F5E}" type="sibTrans" cxnId="{8E8958D4-F64F-4D91-8048-44C416EFE442}">
      <dgm:prSet/>
      <dgm:spPr/>
      <dgm:t>
        <a:bodyPr/>
        <a:lstStyle/>
        <a:p>
          <a:endParaRPr lang="en-US"/>
        </a:p>
      </dgm:t>
    </dgm:pt>
    <dgm:pt modelId="{4947ED78-1025-48CE-A3D8-0FBF18507BB5}">
      <dgm:prSet/>
      <dgm:spPr/>
      <dgm:t>
        <a:bodyPr/>
        <a:lstStyle/>
        <a:p>
          <a:r>
            <a:rPr lang="en-US"/>
            <a:t>Confidentiality:</a:t>
          </a:r>
          <a:endParaRPr lang="en-US" dirty="0"/>
        </a:p>
      </dgm:t>
    </dgm:pt>
    <dgm:pt modelId="{127783F6-66B8-47D8-B27E-B3BA2B2DE342}" type="parTrans" cxnId="{285C2F1E-52F2-4FCE-9EB4-D16D4EC352AD}">
      <dgm:prSet/>
      <dgm:spPr/>
      <dgm:t>
        <a:bodyPr/>
        <a:lstStyle/>
        <a:p>
          <a:endParaRPr lang="en-US"/>
        </a:p>
      </dgm:t>
    </dgm:pt>
    <dgm:pt modelId="{809CDB61-ED07-487F-81F1-DBD72340E495}" type="sibTrans" cxnId="{285C2F1E-52F2-4FCE-9EB4-D16D4EC352AD}">
      <dgm:prSet/>
      <dgm:spPr/>
      <dgm:t>
        <a:bodyPr/>
        <a:lstStyle/>
        <a:p>
          <a:endParaRPr lang="en-US"/>
        </a:p>
      </dgm:t>
    </dgm:pt>
    <dgm:pt modelId="{9C2015F0-B436-42AB-9417-71FC95BC64FF}">
      <dgm:prSet/>
      <dgm:spPr/>
      <dgm:t>
        <a:bodyPr/>
        <a:lstStyle/>
        <a:p>
          <a:r>
            <a:rPr lang="en-US"/>
            <a:t>Information designated as confidential is protected as committed or agreed.</a:t>
          </a:r>
          <a:endParaRPr lang="en-US" dirty="0"/>
        </a:p>
      </dgm:t>
    </dgm:pt>
    <dgm:pt modelId="{2F4EE99A-9413-4699-BA94-095D1961A91D}" type="parTrans" cxnId="{FBAD5AE3-8633-4F5B-A361-5C31146096BB}">
      <dgm:prSet/>
      <dgm:spPr/>
      <dgm:t>
        <a:bodyPr/>
        <a:lstStyle/>
        <a:p>
          <a:endParaRPr lang="en-US"/>
        </a:p>
      </dgm:t>
    </dgm:pt>
    <dgm:pt modelId="{9F706204-3186-45FC-A3E5-FE44DCFE98DB}" type="sibTrans" cxnId="{FBAD5AE3-8633-4F5B-A361-5C31146096BB}">
      <dgm:prSet/>
      <dgm:spPr/>
      <dgm:t>
        <a:bodyPr/>
        <a:lstStyle/>
        <a:p>
          <a:endParaRPr lang="en-US"/>
        </a:p>
      </dgm:t>
    </dgm:pt>
    <dgm:pt modelId="{0ECD505B-8977-4F1F-A80C-C6C9DF063ABA}">
      <dgm:prSet/>
      <dgm:spPr/>
      <dgm:t>
        <a:bodyPr/>
        <a:lstStyle/>
        <a:p>
          <a:r>
            <a:rPr lang="en-US"/>
            <a:t>Privacy:</a:t>
          </a:r>
          <a:endParaRPr lang="en-US" dirty="0"/>
        </a:p>
      </dgm:t>
    </dgm:pt>
    <dgm:pt modelId="{CF54FBEB-63EC-4573-AF4B-2FF89B6DB87A}" type="parTrans" cxnId="{7E15C15F-C910-49E4-940C-4905BBCCB957}">
      <dgm:prSet/>
      <dgm:spPr/>
      <dgm:t>
        <a:bodyPr/>
        <a:lstStyle/>
        <a:p>
          <a:endParaRPr lang="en-US"/>
        </a:p>
      </dgm:t>
    </dgm:pt>
    <dgm:pt modelId="{26B3AE8E-405E-4A09-9FCC-07FA7A0D0AC8}" type="sibTrans" cxnId="{7E15C15F-C910-49E4-940C-4905BBCCB957}">
      <dgm:prSet/>
      <dgm:spPr/>
      <dgm:t>
        <a:bodyPr/>
        <a:lstStyle/>
        <a:p>
          <a:endParaRPr lang="en-US"/>
        </a:p>
      </dgm:t>
    </dgm:pt>
    <dgm:pt modelId="{15811092-12C5-4B44-8495-53E455B99E19}">
      <dgm:prSet/>
      <dgm:spPr/>
      <dgm:t>
        <a:bodyPr/>
        <a:lstStyle/>
        <a:p>
          <a:r>
            <a:rPr lang="en-US"/>
            <a:t>Personal information is collected, used, retained, disclosed, and disposed of in conformity with the commitments in the entity’s privacy notice.</a:t>
          </a:r>
          <a:endParaRPr lang="en-US" dirty="0"/>
        </a:p>
      </dgm:t>
    </dgm:pt>
    <dgm:pt modelId="{F0359103-0356-4602-BEF8-427E5F30ECE5}" type="parTrans" cxnId="{25C165C2-5AF5-4919-97BA-661555CC46D5}">
      <dgm:prSet/>
      <dgm:spPr/>
      <dgm:t>
        <a:bodyPr/>
        <a:lstStyle/>
        <a:p>
          <a:endParaRPr lang="en-US"/>
        </a:p>
      </dgm:t>
    </dgm:pt>
    <dgm:pt modelId="{33AF03A3-CA07-458F-A17D-7F0D718E47A2}" type="sibTrans" cxnId="{25C165C2-5AF5-4919-97BA-661555CC46D5}">
      <dgm:prSet/>
      <dgm:spPr/>
      <dgm:t>
        <a:bodyPr/>
        <a:lstStyle/>
        <a:p>
          <a:endParaRPr lang="en-US"/>
        </a:p>
      </dgm:t>
    </dgm:pt>
    <dgm:pt modelId="{B452B9CB-7C3B-4EFC-BFD8-3B1090DA4242}" type="pres">
      <dgm:prSet presAssocID="{111CF030-A7D0-4F7D-ADB8-6EB25D2272BE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C6BB06A-B308-43C3-AD6C-78C66C0553CF}" type="pres">
      <dgm:prSet presAssocID="{2A71B226-B91C-4515-9ABC-E29963DF72B8}" presName="thickLine" presStyleLbl="alignNode1" presStyleIdx="0" presStyleCnt="5"/>
      <dgm:spPr/>
    </dgm:pt>
    <dgm:pt modelId="{10A42C30-D1C8-43B2-85B7-F6DD74BE0DE6}" type="pres">
      <dgm:prSet presAssocID="{2A71B226-B91C-4515-9ABC-E29963DF72B8}" presName="horz1" presStyleCnt="0"/>
      <dgm:spPr/>
    </dgm:pt>
    <dgm:pt modelId="{86015746-C117-484F-AA4A-DF3FCF279526}" type="pres">
      <dgm:prSet presAssocID="{2A71B226-B91C-4515-9ABC-E29963DF72B8}" presName="tx1" presStyleLbl="revTx" presStyleIdx="0" presStyleCnt="10"/>
      <dgm:spPr/>
      <dgm:t>
        <a:bodyPr/>
        <a:lstStyle/>
        <a:p>
          <a:endParaRPr lang="en-US"/>
        </a:p>
      </dgm:t>
    </dgm:pt>
    <dgm:pt modelId="{E200E1CD-D152-4BF5-A5DD-C6CBBE5D963A}" type="pres">
      <dgm:prSet presAssocID="{2A71B226-B91C-4515-9ABC-E29963DF72B8}" presName="vert1" presStyleCnt="0"/>
      <dgm:spPr/>
    </dgm:pt>
    <dgm:pt modelId="{BD9FCB70-DBBF-4BF7-82C4-EEBBA3FA2B98}" type="pres">
      <dgm:prSet presAssocID="{5E8973B8-6DD0-4192-B7FE-D7D663379098}" presName="vertSpace2a" presStyleCnt="0"/>
      <dgm:spPr/>
    </dgm:pt>
    <dgm:pt modelId="{1142B58F-120F-4EF3-A8AC-0530EB4615BB}" type="pres">
      <dgm:prSet presAssocID="{5E8973B8-6DD0-4192-B7FE-D7D663379098}" presName="horz2" presStyleCnt="0"/>
      <dgm:spPr/>
    </dgm:pt>
    <dgm:pt modelId="{1448D081-F47A-4287-99A3-9130F84F04CF}" type="pres">
      <dgm:prSet presAssocID="{5E8973B8-6DD0-4192-B7FE-D7D663379098}" presName="horzSpace2" presStyleCnt="0"/>
      <dgm:spPr/>
    </dgm:pt>
    <dgm:pt modelId="{EF5DC901-F23B-4663-AE39-DB7E429EBB68}" type="pres">
      <dgm:prSet presAssocID="{5E8973B8-6DD0-4192-B7FE-D7D663379098}" presName="tx2" presStyleLbl="revTx" presStyleIdx="1" presStyleCnt="10"/>
      <dgm:spPr/>
      <dgm:t>
        <a:bodyPr/>
        <a:lstStyle/>
        <a:p>
          <a:endParaRPr lang="en-US"/>
        </a:p>
      </dgm:t>
    </dgm:pt>
    <dgm:pt modelId="{233E4249-3C2D-446D-98D9-0310679D2B55}" type="pres">
      <dgm:prSet presAssocID="{5E8973B8-6DD0-4192-B7FE-D7D663379098}" presName="vert2" presStyleCnt="0"/>
      <dgm:spPr/>
    </dgm:pt>
    <dgm:pt modelId="{B3820C69-D105-46D4-A11E-1A18447CC1C0}" type="pres">
      <dgm:prSet presAssocID="{5E8973B8-6DD0-4192-B7FE-D7D663379098}" presName="thinLine2b" presStyleLbl="callout" presStyleIdx="0" presStyleCnt="5"/>
      <dgm:spPr/>
    </dgm:pt>
    <dgm:pt modelId="{569E2B7B-AB19-4B99-8437-4025ED641227}" type="pres">
      <dgm:prSet presAssocID="{5E8973B8-6DD0-4192-B7FE-D7D663379098}" presName="vertSpace2b" presStyleCnt="0"/>
      <dgm:spPr/>
    </dgm:pt>
    <dgm:pt modelId="{C8F1B4C7-AFC7-4264-809B-39FF692CF923}" type="pres">
      <dgm:prSet presAssocID="{E37A9AB7-27B8-414F-86EA-4273B6FDDC25}" presName="thickLine" presStyleLbl="alignNode1" presStyleIdx="1" presStyleCnt="5"/>
      <dgm:spPr/>
    </dgm:pt>
    <dgm:pt modelId="{98886039-795C-427D-BB0C-21EB2B2A8E06}" type="pres">
      <dgm:prSet presAssocID="{E37A9AB7-27B8-414F-86EA-4273B6FDDC25}" presName="horz1" presStyleCnt="0"/>
      <dgm:spPr/>
    </dgm:pt>
    <dgm:pt modelId="{8C72D6E2-4384-41EC-BC0F-C72E0CA4ADE0}" type="pres">
      <dgm:prSet presAssocID="{E37A9AB7-27B8-414F-86EA-4273B6FDDC25}" presName="tx1" presStyleLbl="revTx" presStyleIdx="2" presStyleCnt="10"/>
      <dgm:spPr/>
      <dgm:t>
        <a:bodyPr/>
        <a:lstStyle/>
        <a:p>
          <a:endParaRPr lang="en-US"/>
        </a:p>
      </dgm:t>
    </dgm:pt>
    <dgm:pt modelId="{B05C3255-5BC5-4BE0-B08E-5CEA072A318B}" type="pres">
      <dgm:prSet presAssocID="{E37A9AB7-27B8-414F-86EA-4273B6FDDC25}" presName="vert1" presStyleCnt="0"/>
      <dgm:spPr/>
    </dgm:pt>
    <dgm:pt modelId="{7345F83A-03D9-4C63-A489-6F7E9CAD3C7B}" type="pres">
      <dgm:prSet presAssocID="{4ED0E6EE-9F24-46AA-95C0-CA5104E194B9}" presName="vertSpace2a" presStyleCnt="0"/>
      <dgm:spPr/>
    </dgm:pt>
    <dgm:pt modelId="{2F859EBB-A265-4E09-B980-83723092C88D}" type="pres">
      <dgm:prSet presAssocID="{4ED0E6EE-9F24-46AA-95C0-CA5104E194B9}" presName="horz2" presStyleCnt="0"/>
      <dgm:spPr/>
    </dgm:pt>
    <dgm:pt modelId="{5EF540CE-A1AF-47B8-9F47-55232141484C}" type="pres">
      <dgm:prSet presAssocID="{4ED0E6EE-9F24-46AA-95C0-CA5104E194B9}" presName="horzSpace2" presStyleCnt="0"/>
      <dgm:spPr/>
    </dgm:pt>
    <dgm:pt modelId="{620D5C44-2663-4F08-B21F-88536B156DD8}" type="pres">
      <dgm:prSet presAssocID="{4ED0E6EE-9F24-46AA-95C0-CA5104E194B9}" presName="tx2" presStyleLbl="revTx" presStyleIdx="3" presStyleCnt="10"/>
      <dgm:spPr/>
      <dgm:t>
        <a:bodyPr/>
        <a:lstStyle/>
        <a:p>
          <a:endParaRPr lang="en-US"/>
        </a:p>
      </dgm:t>
    </dgm:pt>
    <dgm:pt modelId="{1AD20BE1-1CE6-4EAC-82BE-330311D4161A}" type="pres">
      <dgm:prSet presAssocID="{4ED0E6EE-9F24-46AA-95C0-CA5104E194B9}" presName="vert2" presStyleCnt="0"/>
      <dgm:spPr/>
    </dgm:pt>
    <dgm:pt modelId="{1DEFECAC-0DFD-4343-9127-3CB6B37E15DF}" type="pres">
      <dgm:prSet presAssocID="{4ED0E6EE-9F24-46AA-95C0-CA5104E194B9}" presName="thinLine2b" presStyleLbl="callout" presStyleIdx="1" presStyleCnt="5"/>
      <dgm:spPr/>
    </dgm:pt>
    <dgm:pt modelId="{BC2AC82D-FE70-4DA9-8F9A-41734C4D7637}" type="pres">
      <dgm:prSet presAssocID="{4ED0E6EE-9F24-46AA-95C0-CA5104E194B9}" presName="vertSpace2b" presStyleCnt="0"/>
      <dgm:spPr/>
    </dgm:pt>
    <dgm:pt modelId="{6CA351E1-24FC-464B-9C95-598C315C1CB8}" type="pres">
      <dgm:prSet presAssocID="{F97F5A7C-8423-4681-B7F1-F14CF4A3CFFB}" presName="thickLine" presStyleLbl="alignNode1" presStyleIdx="2" presStyleCnt="5"/>
      <dgm:spPr/>
    </dgm:pt>
    <dgm:pt modelId="{777B934E-BE96-4363-90AF-2FA30BBAD0C0}" type="pres">
      <dgm:prSet presAssocID="{F97F5A7C-8423-4681-B7F1-F14CF4A3CFFB}" presName="horz1" presStyleCnt="0"/>
      <dgm:spPr/>
    </dgm:pt>
    <dgm:pt modelId="{951D7E25-9A7B-48F6-9314-E3584D5C2208}" type="pres">
      <dgm:prSet presAssocID="{F97F5A7C-8423-4681-B7F1-F14CF4A3CFFB}" presName="tx1" presStyleLbl="revTx" presStyleIdx="4" presStyleCnt="10"/>
      <dgm:spPr/>
      <dgm:t>
        <a:bodyPr/>
        <a:lstStyle/>
        <a:p>
          <a:endParaRPr lang="en-US"/>
        </a:p>
      </dgm:t>
    </dgm:pt>
    <dgm:pt modelId="{2E094D6A-1D75-477C-A141-701ED60FBAB6}" type="pres">
      <dgm:prSet presAssocID="{F97F5A7C-8423-4681-B7F1-F14CF4A3CFFB}" presName="vert1" presStyleCnt="0"/>
      <dgm:spPr/>
    </dgm:pt>
    <dgm:pt modelId="{D9A4F774-9878-4C1B-8A6A-E1D766761E29}" type="pres">
      <dgm:prSet presAssocID="{708F1F4C-485E-483E-BC81-26C9AC146563}" presName="vertSpace2a" presStyleCnt="0"/>
      <dgm:spPr/>
    </dgm:pt>
    <dgm:pt modelId="{82B325CE-E205-46B2-8CF4-DEBF58B6D5F2}" type="pres">
      <dgm:prSet presAssocID="{708F1F4C-485E-483E-BC81-26C9AC146563}" presName="horz2" presStyleCnt="0"/>
      <dgm:spPr/>
    </dgm:pt>
    <dgm:pt modelId="{2094ABD8-BB2C-403B-BC7C-8C79E2810EDD}" type="pres">
      <dgm:prSet presAssocID="{708F1F4C-485E-483E-BC81-26C9AC146563}" presName="horzSpace2" presStyleCnt="0"/>
      <dgm:spPr/>
    </dgm:pt>
    <dgm:pt modelId="{4148749B-38B9-4F07-B1A8-90CEB1EBB736}" type="pres">
      <dgm:prSet presAssocID="{708F1F4C-485E-483E-BC81-26C9AC146563}" presName="tx2" presStyleLbl="revTx" presStyleIdx="5" presStyleCnt="10"/>
      <dgm:spPr/>
      <dgm:t>
        <a:bodyPr/>
        <a:lstStyle/>
        <a:p>
          <a:endParaRPr lang="en-US"/>
        </a:p>
      </dgm:t>
    </dgm:pt>
    <dgm:pt modelId="{5BBC1922-8FC4-41B3-AFFD-47DF669CAA12}" type="pres">
      <dgm:prSet presAssocID="{708F1F4C-485E-483E-BC81-26C9AC146563}" presName="vert2" presStyleCnt="0"/>
      <dgm:spPr/>
    </dgm:pt>
    <dgm:pt modelId="{C30952AC-B619-4DFA-B935-3D1B68462687}" type="pres">
      <dgm:prSet presAssocID="{708F1F4C-485E-483E-BC81-26C9AC146563}" presName="thinLine2b" presStyleLbl="callout" presStyleIdx="2" presStyleCnt="5"/>
      <dgm:spPr/>
    </dgm:pt>
    <dgm:pt modelId="{53637E51-CE8E-456A-B218-10CB20A30964}" type="pres">
      <dgm:prSet presAssocID="{708F1F4C-485E-483E-BC81-26C9AC146563}" presName="vertSpace2b" presStyleCnt="0"/>
      <dgm:spPr/>
    </dgm:pt>
    <dgm:pt modelId="{2A23C212-BEEA-44C2-8E86-1EEC9344A8A7}" type="pres">
      <dgm:prSet presAssocID="{4947ED78-1025-48CE-A3D8-0FBF18507BB5}" presName="thickLine" presStyleLbl="alignNode1" presStyleIdx="3" presStyleCnt="5"/>
      <dgm:spPr/>
    </dgm:pt>
    <dgm:pt modelId="{EA551470-66C5-470D-A007-0AB6715DD11A}" type="pres">
      <dgm:prSet presAssocID="{4947ED78-1025-48CE-A3D8-0FBF18507BB5}" presName="horz1" presStyleCnt="0"/>
      <dgm:spPr/>
    </dgm:pt>
    <dgm:pt modelId="{F09BA6E2-9C48-48B7-A670-402798D941B8}" type="pres">
      <dgm:prSet presAssocID="{4947ED78-1025-48CE-A3D8-0FBF18507BB5}" presName="tx1" presStyleLbl="revTx" presStyleIdx="6" presStyleCnt="10"/>
      <dgm:spPr/>
      <dgm:t>
        <a:bodyPr/>
        <a:lstStyle/>
        <a:p>
          <a:endParaRPr lang="en-US"/>
        </a:p>
      </dgm:t>
    </dgm:pt>
    <dgm:pt modelId="{F874099D-D29D-46D2-87F1-25C35DDC7F67}" type="pres">
      <dgm:prSet presAssocID="{4947ED78-1025-48CE-A3D8-0FBF18507BB5}" presName="vert1" presStyleCnt="0"/>
      <dgm:spPr/>
    </dgm:pt>
    <dgm:pt modelId="{9F1A5322-EDEB-47CD-92E4-F416671AAD9A}" type="pres">
      <dgm:prSet presAssocID="{9C2015F0-B436-42AB-9417-71FC95BC64FF}" presName="vertSpace2a" presStyleCnt="0"/>
      <dgm:spPr/>
    </dgm:pt>
    <dgm:pt modelId="{8D457C80-C8CA-45C3-B212-EC58D373BBE3}" type="pres">
      <dgm:prSet presAssocID="{9C2015F0-B436-42AB-9417-71FC95BC64FF}" presName="horz2" presStyleCnt="0"/>
      <dgm:spPr/>
    </dgm:pt>
    <dgm:pt modelId="{D0A1E8CB-8AE3-4DAC-BF70-3D79CD2F4EE1}" type="pres">
      <dgm:prSet presAssocID="{9C2015F0-B436-42AB-9417-71FC95BC64FF}" presName="horzSpace2" presStyleCnt="0"/>
      <dgm:spPr/>
    </dgm:pt>
    <dgm:pt modelId="{DA7C28D7-E085-459F-8307-F7FAE4F905A9}" type="pres">
      <dgm:prSet presAssocID="{9C2015F0-B436-42AB-9417-71FC95BC64FF}" presName="tx2" presStyleLbl="revTx" presStyleIdx="7" presStyleCnt="10"/>
      <dgm:spPr/>
      <dgm:t>
        <a:bodyPr/>
        <a:lstStyle/>
        <a:p>
          <a:endParaRPr lang="en-US"/>
        </a:p>
      </dgm:t>
    </dgm:pt>
    <dgm:pt modelId="{B806E1D5-80A9-4DB4-8125-E94028EC3E61}" type="pres">
      <dgm:prSet presAssocID="{9C2015F0-B436-42AB-9417-71FC95BC64FF}" presName="vert2" presStyleCnt="0"/>
      <dgm:spPr/>
    </dgm:pt>
    <dgm:pt modelId="{9F9000F4-8A50-4505-8E91-24AE78C4B91E}" type="pres">
      <dgm:prSet presAssocID="{9C2015F0-B436-42AB-9417-71FC95BC64FF}" presName="thinLine2b" presStyleLbl="callout" presStyleIdx="3" presStyleCnt="5"/>
      <dgm:spPr/>
    </dgm:pt>
    <dgm:pt modelId="{F6DD9632-8A0C-4B38-905D-6CD0A6C4292E}" type="pres">
      <dgm:prSet presAssocID="{9C2015F0-B436-42AB-9417-71FC95BC64FF}" presName="vertSpace2b" presStyleCnt="0"/>
      <dgm:spPr/>
    </dgm:pt>
    <dgm:pt modelId="{3541445F-540B-475E-AE50-51C619775EA1}" type="pres">
      <dgm:prSet presAssocID="{0ECD505B-8977-4F1F-A80C-C6C9DF063ABA}" presName="thickLine" presStyleLbl="alignNode1" presStyleIdx="4" presStyleCnt="5"/>
      <dgm:spPr/>
    </dgm:pt>
    <dgm:pt modelId="{695E86B9-0CB1-4504-8487-59C413010AA1}" type="pres">
      <dgm:prSet presAssocID="{0ECD505B-8977-4F1F-A80C-C6C9DF063ABA}" presName="horz1" presStyleCnt="0"/>
      <dgm:spPr/>
    </dgm:pt>
    <dgm:pt modelId="{42E91E0F-7FFD-4C7A-8832-4EAE32101148}" type="pres">
      <dgm:prSet presAssocID="{0ECD505B-8977-4F1F-A80C-C6C9DF063ABA}" presName="tx1" presStyleLbl="revTx" presStyleIdx="8" presStyleCnt="10"/>
      <dgm:spPr/>
      <dgm:t>
        <a:bodyPr/>
        <a:lstStyle/>
        <a:p>
          <a:endParaRPr lang="en-US"/>
        </a:p>
      </dgm:t>
    </dgm:pt>
    <dgm:pt modelId="{41D573BC-D29F-4764-BEDF-F6D39E1BF431}" type="pres">
      <dgm:prSet presAssocID="{0ECD505B-8977-4F1F-A80C-C6C9DF063ABA}" presName="vert1" presStyleCnt="0"/>
      <dgm:spPr/>
    </dgm:pt>
    <dgm:pt modelId="{D8B3DF03-A33F-413D-B07D-B23DCD19AF0E}" type="pres">
      <dgm:prSet presAssocID="{15811092-12C5-4B44-8495-53E455B99E19}" presName="vertSpace2a" presStyleCnt="0"/>
      <dgm:spPr/>
    </dgm:pt>
    <dgm:pt modelId="{AE73B448-B6E1-4486-9E03-7C510B049EBF}" type="pres">
      <dgm:prSet presAssocID="{15811092-12C5-4B44-8495-53E455B99E19}" presName="horz2" presStyleCnt="0"/>
      <dgm:spPr/>
    </dgm:pt>
    <dgm:pt modelId="{5725A6A6-3631-426C-A9E4-DB76D1757440}" type="pres">
      <dgm:prSet presAssocID="{15811092-12C5-4B44-8495-53E455B99E19}" presName="horzSpace2" presStyleCnt="0"/>
      <dgm:spPr/>
    </dgm:pt>
    <dgm:pt modelId="{AB2C241F-E676-4C2E-8C2B-A48AB21461BC}" type="pres">
      <dgm:prSet presAssocID="{15811092-12C5-4B44-8495-53E455B99E19}" presName="tx2" presStyleLbl="revTx" presStyleIdx="9" presStyleCnt="10"/>
      <dgm:spPr/>
      <dgm:t>
        <a:bodyPr/>
        <a:lstStyle/>
        <a:p>
          <a:endParaRPr lang="en-US"/>
        </a:p>
      </dgm:t>
    </dgm:pt>
    <dgm:pt modelId="{E2350D69-B628-4D6B-A39E-8AA219DA4A07}" type="pres">
      <dgm:prSet presAssocID="{15811092-12C5-4B44-8495-53E455B99E19}" presName="vert2" presStyleCnt="0"/>
      <dgm:spPr/>
    </dgm:pt>
    <dgm:pt modelId="{5B34AF17-0FE2-4738-BA42-8C48066D0A6D}" type="pres">
      <dgm:prSet presAssocID="{15811092-12C5-4B44-8495-53E455B99E19}" presName="thinLine2b" presStyleLbl="callout" presStyleIdx="4" presStyleCnt="5"/>
      <dgm:spPr/>
    </dgm:pt>
    <dgm:pt modelId="{CB0ABA30-BD0F-472F-A79D-EBDCA5A3E136}" type="pres">
      <dgm:prSet presAssocID="{15811092-12C5-4B44-8495-53E455B99E19}" presName="vertSpace2b" presStyleCnt="0"/>
      <dgm:spPr/>
    </dgm:pt>
  </dgm:ptLst>
  <dgm:cxnLst>
    <dgm:cxn modelId="{FB06C8FE-2578-4BB7-9646-6E2BFDD99174}" type="presOf" srcId="{E37A9AB7-27B8-414F-86EA-4273B6FDDC25}" destId="{8C72D6E2-4384-41EC-BC0F-C72E0CA4ADE0}" srcOrd="0" destOrd="0" presId="urn:microsoft.com/office/officeart/2008/layout/LinedList"/>
    <dgm:cxn modelId="{873298A4-B44B-44B6-B85B-048E3F4B3C3A}" srcId="{111CF030-A7D0-4F7D-ADB8-6EB25D2272BE}" destId="{E37A9AB7-27B8-414F-86EA-4273B6FDDC25}" srcOrd="1" destOrd="0" parTransId="{01E64BFA-A592-436B-8FD1-84E472DEF21E}" sibTransId="{665BAB67-C846-42F2-9F63-8817B1938B7C}"/>
    <dgm:cxn modelId="{2E30694B-32CD-4267-8BED-A175659FCACC}" srcId="{E37A9AB7-27B8-414F-86EA-4273B6FDDC25}" destId="{4ED0E6EE-9F24-46AA-95C0-CA5104E194B9}" srcOrd="0" destOrd="0" parTransId="{EB77BA74-2C9B-4A08-9C31-48E258B5E3FC}" sibTransId="{E1C6FA9E-7490-4FA3-9A58-48CA29428818}"/>
    <dgm:cxn modelId="{8F99554E-6A70-4E40-A932-8B2C1035587C}" type="presOf" srcId="{4ED0E6EE-9F24-46AA-95C0-CA5104E194B9}" destId="{620D5C44-2663-4F08-B21F-88536B156DD8}" srcOrd="0" destOrd="0" presId="urn:microsoft.com/office/officeart/2008/layout/LinedList"/>
    <dgm:cxn modelId="{140D8D93-73A9-4B3D-9D18-01F35514D578}" type="presOf" srcId="{5E8973B8-6DD0-4192-B7FE-D7D663379098}" destId="{EF5DC901-F23B-4663-AE39-DB7E429EBB68}" srcOrd="0" destOrd="0" presId="urn:microsoft.com/office/officeart/2008/layout/LinedList"/>
    <dgm:cxn modelId="{9D97AFB3-5AC9-4AB8-9B36-90E52C31B650}" srcId="{2A71B226-B91C-4515-9ABC-E29963DF72B8}" destId="{5E8973B8-6DD0-4192-B7FE-D7D663379098}" srcOrd="0" destOrd="0" parTransId="{D1175C39-6631-4CB3-9578-9B9D7198FFDC}" sibTransId="{F097D46F-76B9-4B1F-8240-36EB752438C7}"/>
    <dgm:cxn modelId="{215289E8-18D7-4D18-9D74-92CC12A00AC3}" srcId="{111CF030-A7D0-4F7D-ADB8-6EB25D2272BE}" destId="{2A71B226-B91C-4515-9ABC-E29963DF72B8}" srcOrd="0" destOrd="0" parTransId="{073C303E-8CCF-4509-93D9-8E28D3C471C1}" sibTransId="{4FEE9820-6018-470C-9990-0EA7DC8C0C98}"/>
    <dgm:cxn modelId="{479C3FB4-2A69-4D74-A81A-BCFBB421F2A4}" type="presOf" srcId="{708F1F4C-485E-483E-BC81-26C9AC146563}" destId="{4148749B-38B9-4F07-B1A8-90CEB1EBB736}" srcOrd="0" destOrd="0" presId="urn:microsoft.com/office/officeart/2008/layout/LinedList"/>
    <dgm:cxn modelId="{B12F66C0-6898-485F-AC05-E27BE59195A7}" type="presOf" srcId="{F97F5A7C-8423-4681-B7F1-F14CF4A3CFFB}" destId="{951D7E25-9A7B-48F6-9314-E3584D5C2208}" srcOrd="0" destOrd="0" presId="urn:microsoft.com/office/officeart/2008/layout/LinedList"/>
    <dgm:cxn modelId="{25C165C2-5AF5-4919-97BA-661555CC46D5}" srcId="{0ECD505B-8977-4F1F-A80C-C6C9DF063ABA}" destId="{15811092-12C5-4B44-8495-53E455B99E19}" srcOrd="0" destOrd="0" parTransId="{F0359103-0356-4602-BEF8-427E5F30ECE5}" sibTransId="{33AF03A3-CA07-458F-A17D-7F0D718E47A2}"/>
    <dgm:cxn modelId="{EF4534F2-4132-4F3A-A1D3-32953E5F1A62}" type="presOf" srcId="{9C2015F0-B436-42AB-9417-71FC95BC64FF}" destId="{DA7C28D7-E085-459F-8307-F7FAE4F905A9}" srcOrd="0" destOrd="0" presId="urn:microsoft.com/office/officeart/2008/layout/LinedList"/>
    <dgm:cxn modelId="{2ED07AAB-CE21-4F07-83BA-B1F104445063}" type="presOf" srcId="{15811092-12C5-4B44-8495-53E455B99E19}" destId="{AB2C241F-E676-4C2E-8C2B-A48AB21461BC}" srcOrd="0" destOrd="0" presId="urn:microsoft.com/office/officeart/2008/layout/LinedList"/>
    <dgm:cxn modelId="{8E8958D4-F64F-4D91-8048-44C416EFE442}" srcId="{F97F5A7C-8423-4681-B7F1-F14CF4A3CFFB}" destId="{708F1F4C-485E-483E-BC81-26C9AC146563}" srcOrd="0" destOrd="0" parTransId="{DBBDD2F9-2EA5-43A8-BA18-9370153F34DB}" sibTransId="{2F93F3E4-D8EB-4A96-874D-CB81BBFA8F5E}"/>
    <dgm:cxn modelId="{D061B7DD-B0A7-482F-B6E2-7220290033FB}" type="presOf" srcId="{111CF030-A7D0-4F7D-ADB8-6EB25D2272BE}" destId="{B452B9CB-7C3B-4EFC-BFD8-3B1090DA4242}" srcOrd="0" destOrd="0" presId="urn:microsoft.com/office/officeart/2008/layout/LinedList"/>
    <dgm:cxn modelId="{DB2A3F29-96C7-4314-83DB-4FEA72A968C8}" type="presOf" srcId="{0ECD505B-8977-4F1F-A80C-C6C9DF063ABA}" destId="{42E91E0F-7FFD-4C7A-8832-4EAE32101148}" srcOrd="0" destOrd="0" presId="urn:microsoft.com/office/officeart/2008/layout/LinedList"/>
    <dgm:cxn modelId="{563EAA9A-6895-472C-88ED-1EDE4F15F181}" type="presOf" srcId="{4947ED78-1025-48CE-A3D8-0FBF18507BB5}" destId="{F09BA6E2-9C48-48B7-A670-402798D941B8}" srcOrd="0" destOrd="0" presId="urn:microsoft.com/office/officeart/2008/layout/LinedList"/>
    <dgm:cxn modelId="{7E15C15F-C910-49E4-940C-4905BBCCB957}" srcId="{111CF030-A7D0-4F7D-ADB8-6EB25D2272BE}" destId="{0ECD505B-8977-4F1F-A80C-C6C9DF063ABA}" srcOrd="4" destOrd="0" parTransId="{CF54FBEB-63EC-4573-AF4B-2FF89B6DB87A}" sibTransId="{26B3AE8E-405E-4A09-9FCC-07FA7A0D0AC8}"/>
    <dgm:cxn modelId="{FBAD5AE3-8633-4F5B-A361-5C31146096BB}" srcId="{4947ED78-1025-48CE-A3D8-0FBF18507BB5}" destId="{9C2015F0-B436-42AB-9417-71FC95BC64FF}" srcOrd="0" destOrd="0" parTransId="{2F4EE99A-9413-4699-BA94-095D1961A91D}" sibTransId="{9F706204-3186-45FC-A3E5-FE44DCFE98DB}"/>
    <dgm:cxn modelId="{982F4521-DAA8-411E-9E39-1F1DFDC7BBBE}" srcId="{111CF030-A7D0-4F7D-ADB8-6EB25D2272BE}" destId="{F97F5A7C-8423-4681-B7F1-F14CF4A3CFFB}" srcOrd="2" destOrd="0" parTransId="{85D90F12-B585-4A00-8FD0-737546E4CB81}" sibTransId="{88023077-9097-4F84-988B-FE482953CC08}"/>
    <dgm:cxn modelId="{285C2F1E-52F2-4FCE-9EB4-D16D4EC352AD}" srcId="{111CF030-A7D0-4F7D-ADB8-6EB25D2272BE}" destId="{4947ED78-1025-48CE-A3D8-0FBF18507BB5}" srcOrd="3" destOrd="0" parTransId="{127783F6-66B8-47D8-B27E-B3BA2B2DE342}" sibTransId="{809CDB61-ED07-487F-81F1-DBD72340E495}"/>
    <dgm:cxn modelId="{4F9867E2-5D26-42A0-9E16-FB2FF12D4D19}" type="presOf" srcId="{2A71B226-B91C-4515-9ABC-E29963DF72B8}" destId="{86015746-C117-484F-AA4A-DF3FCF279526}" srcOrd="0" destOrd="0" presId="urn:microsoft.com/office/officeart/2008/layout/LinedList"/>
    <dgm:cxn modelId="{80E59096-D5A0-4900-81E1-2115D9FFF566}" type="presParOf" srcId="{B452B9CB-7C3B-4EFC-BFD8-3B1090DA4242}" destId="{5C6BB06A-B308-43C3-AD6C-78C66C0553CF}" srcOrd="0" destOrd="0" presId="urn:microsoft.com/office/officeart/2008/layout/LinedList"/>
    <dgm:cxn modelId="{DCF1368D-41B7-46DC-B14A-A7BD93866E69}" type="presParOf" srcId="{B452B9CB-7C3B-4EFC-BFD8-3B1090DA4242}" destId="{10A42C30-D1C8-43B2-85B7-F6DD74BE0DE6}" srcOrd="1" destOrd="0" presId="urn:microsoft.com/office/officeart/2008/layout/LinedList"/>
    <dgm:cxn modelId="{6AFEA6A4-0C26-4B39-94BF-FE6534B3E041}" type="presParOf" srcId="{10A42C30-D1C8-43B2-85B7-F6DD74BE0DE6}" destId="{86015746-C117-484F-AA4A-DF3FCF279526}" srcOrd="0" destOrd="0" presId="urn:microsoft.com/office/officeart/2008/layout/LinedList"/>
    <dgm:cxn modelId="{767CAFFA-D3AD-42F9-A259-B37198904EDE}" type="presParOf" srcId="{10A42C30-D1C8-43B2-85B7-F6DD74BE0DE6}" destId="{E200E1CD-D152-4BF5-A5DD-C6CBBE5D963A}" srcOrd="1" destOrd="0" presId="urn:microsoft.com/office/officeart/2008/layout/LinedList"/>
    <dgm:cxn modelId="{F7925480-EA63-4717-A270-B1287E259412}" type="presParOf" srcId="{E200E1CD-D152-4BF5-A5DD-C6CBBE5D963A}" destId="{BD9FCB70-DBBF-4BF7-82C4-EEBBA3FA2B98}" srcOrd="0" destOrd="0" presId="urn:microsoft.com/office/officeart/2008/layout/LinedList"/>
    <dgm:cxn modelId="{8499A213-CF54-48F7-A3C1-A51D2B8C3B36}" type="presParOf" srcId="{E200E1CD-D152-4BF5-A5DD-C6CBBE5D963A}" destId="{1142B58F-120F-4EF3-A8AC-0530EB4615BB}" srcOrd="1" destOrd="0" presId="urn:microsoft.com/office/officeart/2008/layout/LinedList"/>
    <dgm:cxn modelId="{1DDA1DB1-49FC-4793-926D-29169CACC90E}" type="presParOf" srcId="{1142B58F-120F-4EF3-A8AC-0530EB4615BB}" destId="{1448D081-F47A-4287-99A3-9130F84F04CF}" srcOrd="0" destOrd="0" presId="urn:microsoft.com/office/officeart/2008/layout/LinedList"/>
    <dgm:cxn modelId="{B29BB59A-F33F-43E6-98B6-92C15BD3AE44}" type="presParOf" srcId="{1142B58F-120F-4EF3-A8AC-0530EB4615BB}" destId="{EF5DC901-F23B-4663-AE39-DB7E429EBB68}" srcOrd="1" destOrd="0" presId="urn:microsoft.com/office/officeart/2008/layout/LinedList"/>
    <dgm:cxn modelId="{EB32C1A7-00B0-47BA-AED1-C218DDE9396C}" type="presParOf" srcId="{1142B58F-120F-4EF3-A8AC-0530EB4615BB}" destId="{233E4249-3C2D-446D-98D9-0310679D2B55}" srcOrd="2" destOrd="0" presId="urn:microsoft.com/office/officeart/2008/layout/LinedList"/>
    <dgm:cxn modelId="{9A34D3F1-E40E-4C76-B63D-9EBB27AC6DA1}" type="presParOf" srcId="{E200E1CD-D152-4BF5-A5DD-C6CBBE5D963A}" destId="{B3820C69-D105-46D4-A11E-1A18447CC1C0}" srcOrd="2" destOrd="0" presId="urn:microsoft.com/office/officeart/2008/layout/LinedList"/>
    <dgm:cxn modelId="{AE75B1BC-0AB5-45A5-B928-7A5AA2B2BBA8}" type="presParOf" srcId="{E200E1CD-D152-4BF5-A5DD-C6CBBE5D963A}" destId="{569E2B7B-AB19-4B99-8437-4025ED641227}" srcOrd="3" destOrd="0" presId="urn:microsoft.com/office/officeart/2008/layout/LinedList"/>
    <dgm:cxn modelId="{315BAD48-1754-4445-8A28-1957A6EB4895}" type="presParOf" srcId="{B452B9CB-7C3B-4EFC-BFD8-3B1090DA4242}" destId="{C8F1B4C7-AFC7-4264-809B-39FF692CF923}" srcOrd="2" destOrd="0" presId="urn:microsoft.com/office/officeart/2008/layout/LinedList"/>
    <dgm:cxn modelId="{8909C892-6DB4-4269-8498-5F393F6D2DE4}" type="presParOf" srcId="{B452B9CB-7C3B-4EFC-BFD8-3B1090DA4242}" destId="{98886039-795C-427D-BB0C-21EB2B2A8E06}" srcOrd="3" destOrd="0" presId="urn:microsoft.com/office/officeart/2008/layout/LinedList"/>
    <dgm:cxn modelId="{43384E83-42A9-4716-8354-EEEC03C56E74}" type="presParOf" srcId="{98886039-795C-427D-BB0C-21EB2B2A8E06}" destId="{8C72D6E2-4384-41EC-BC0F-C72E0CA4ADE0}" srcOrd="0" destOrd="0" presId="urn:microsoft.com/office/officeart/2008/layout/LinedList"/>
    <dgm:cxn modelId="{32EEB8BC-EB05-43A1-969F-AD850044403A}" type="presParOf" srcId="{98886039-795C-427D-BB0C-21EB2B2A8E06}" destId="{B05C3255-5BC5-4BE0-B08E-5CEA072A318B}" srcOrd="1" destOrd="0" presId="urn:microsoft.com/office/officeart/2008/layout/LinedList"/>
    <dgm:cxn modelId="{D07F19A2-3806-4C33-A54F-A3BDACD32F30}" type="presParOf" srcId="{B05C3255-5BC5-4BE0-B08E-5CEA072A318B}" destId="{7345F83A-03D9-4C63-A489-6F7E9CAD3C7B}" srcOrd="0" destOrd="0" presId="urn:microsoft.com/office/officeart/2008/layout/LinedList"/>
    <dgm:cxn modelId="{ABD4144A-5909-4EAB-B486-60547805A781}" type="presParOf" srcId="{B05C3255-5BC5-4BE0-B08E-5CEA072A318B}" destId="{2F859EBB-A265-4E09-B980-83723092C88D}" srcOrd="1" destOrd="0" presId="urn:microsoft.com/office/officeart/2008/layout/LinedList"/>
    <dgm:cxn modelId="{879AE510-124C-4697-AF98-E24FF7B8CAE2}" type="presParOf" srcId="{2F859EBB-A265-4E09-B980-83723092C88D}" destId="{5EF540CE-A1AF-47B8-9F47-55232141484C}" srcOrd="0" destOrd="0" presId="urn:microsoft.com/office/officeart/2008/layout/LinedList"/>
    <dgm:cxn modelId="{EAAE77E0-4044-4E79-AF36-D74092B60E2F}" type="presParOf" srcId="{2F859EBB-A265-4E09-B980-83723092C88D}" destId="{620D5C44-2663-4F08-B21F-88536B156DD8}" srcOrd="1" destOrd="0" presId="urn:microsoft.com/office/officeart/2008/layout/LinedList"/>
    <dgm:cxn modelId="{08D05521-ED8C-49FD-AB41-5FF52D04483C}" type="presParOf" srcId="{2F859EBB-A265-4E09-B980-83723092C88D}" destId="{1AD20BE1-1CE6-4EAC-82BE-330311D4161A}" srcOrd="2" destOrd="0" presId="urn:microsoft.com/office/officeart/2008/layout/LinedList"/>
    <dgm:cxn modelId="{06ABBE55-E89F-40C1-B074-03A00E6934DB}" type="presParOf" srcId="{B05C3255-5BC5-4BE0-B08E-5CEA072A318B}" destId="{1DEFECAC-0DFD-4343-9127-3CB6B37E15DF}" srcOrd="2" destOrd="0" presId="urn:microsoft.com/office/officeart/2008/layout/LinedList"/>
    <dgm:cxn modelId="{D8AD582C-4EA1-41F5-A488-4E0063E907F9}" type="presParOf" srcId="{B05C3255-5BC5-4BE0-B08E-5CEA072A318B}" destId="{BC2AC82D-FE70-4DA9-8F9A-41734C4D7637}" srcOrd="3" destOrd="0" presId="urn:microsoft.com/office/officeart/2008/layout/LinedList"/>
    <dgm:cxn modelId="{296029BA-08C0-4B33-B8EE-A6A66A2085B3}" type="presParOf" srcId="{B452B9CB-7C3B-4EFC-BFD8-3B1090DA4242}" destId="{6CA351E1-24FC-464B-9C95-598C315C1CB8}" srcOrd="4" destOrd="0" presId="urn:microsoft.com/office/officeart/2008/layout/LinedList"/>
    <dgm:cxn modelId="{E9781803-0D47-4704-9D21-9FC2B3218782}" type="presParOf" srcId="{B452B9CB-7C3B-4EFC-BFD8-3B1090DA4242}" destId="{777B934E-BE96-4363-90AF-2FA30BBAD0C0}" srcOrd="5" destOrd="0" presId="urn:microsoft.com/office/officeart/2008/layout/LinedList"/>
    <dgm:cxn modelId="{42029776-8723-4A97-9CB3-CC047C621841}" type="presParOf" srcId="{777B934E-BE96-4363-90AF-2FA30BBAD0C0}" destId="{951D7E25-9A7B-48F6-9314-E3584D5C2208}" srcOrd="0" destOrd="0" presId="urn:microsoft.com/office/officeart/2008/layout/LinedList"/>
    <dgm:cxn modelId="{36FF4627-8F3F-4BDD-AEE7-0C0267BBFBC4}" type="presParOf" srcId="{777B934E-BE96-4363-90AF-2FA30BBAD0C0}" destId="{2E094D6A-1D75-477C-A141-701ED60FBAB6}" srcOrd="1" destOrd="0" presId="urn:microsoft.com/office/officeart/2008/layout/LinedList"/>
    <dgm:cxn modelId="{7F5076D9-5A48-4FE7-A39A-0C0436FA44A7}" type="presParOf" srcId="{2E094D6A-1D75-477C-A141-701ED60FBAB6}" destId="{D9A4F774-9878-4C1B-8A6A-E1D766761E29}" srcOrd="0" destOrd="0" presId="urn:microsoft.com/office/officeart/2008/layout/LinedList"/>
    <dgm:cxn modelId="{B2ADCCD7-7A31-47EB-8D1B-7FEBB390957C}" type="presParOf" srcId="{2E094D6A-1D75-477C-A141-701ED60FBAB6}" destId="{82B325CE-E205-46B2-8CF4-DEBF58B6D5F2}" srcOrd="1" destOrd="0" presId="urn:microsoft.com/office/officeart/2008/layout/LinedList"/>
    <dgm:cxn modelId="{8CB6DD15-49C1-4201-94F4-AE8AEFF4D0E4}" type="presParOf" srcId="{82B325CE-E205-46B2-8CF4-DEBF58B6D5F2}" destId="{2094ABD8-BB2C-403B-BC7C-8C79E2810EDD}" srcOrd="0" destOrd="0" presId="urn:microsoft.com/office/officeart/2008/layout/LinedList"/>
    <dgm:cxn modelId="{77EFF584-1BC7-4696-AA4F-335C6B1DB1CD}" type="presParOf" srcId="{82B325CE-E205-46B2-8CF4-DEBF58B6D5F2}" destId="{4148749B-38B9-4F07-B1A8-90CEB1EBB736}" srcOrd="1" destOrd="0" presId="urn:microsoft.com/office/officeart/2008/layout/LinedList"/>
    <dgm:cxn modelId="{969CB70D-A908-45B7-9A36-659F417CFB69}" type="presParOf" srcId="{82B325CE-E205-46B2-8CF4-DEBF58B6D5F2}" destId="{5BBC1922-8FC4-41B3-AFFD-47DF669CAA12}" srcOrd="2" destOrd="0" presId="urn:microsoft.com/office/officeart/2008/layout/LinedList"/>
    <dgm:cxn modelId="{95DEB1E3-A4CF-4A70-97D2-7E064D4E5BC1}" type="presParOf" srcId="{2E094D6A-1D75-477C-A141-701ED60FBAB6}" destId="{C30952AC-B619-4DFA-B935-3D1B68462687}" srcOrd="2" destOrd="0" presId="urn:microsoft.com/office/officeart/2008/layout/LinedList"/>
    <dgm:cxn modelId="{0C87AE97-D0B7-4D02-B8F8-BCC3339B5EBD}" type="presParOf" srcId="{2E094D6A-1D75-477C-A141-701ED60FBAB6}" destId="{53637E51-CE8E-456A-B218-10CB20A30964}" srcOrd="3" destOrd="0" presId="urn:microsoft.com/office/officeart/2008/layout/LinedList"/>
    <dgm:cxn modelId="{09699D02-BBE7-4373-8C2D-3CED69B59B90}" type="presParOf" srcId="{B452B9CB-7C3B-4EFC-BFD8-3B1090DA4242}" destId="{2A23C212-BEEA-44C2-8E86-1EEC9344A8A7}" srcOrd="6" destOrd="0" presId="urn:microsoft.com/office/officeart/2008/layout/LinedList"/>
    <dgm:cxn modelId="{7CCBDC44-00F7-4238-A216-5F1B9505F63A}" type="presParOf" srcId="{B452B9CB-7C3B-4EFC-BFD8-3B1090DA4242}" destId="{EA551470-66C5-470D-A007-0AB6715DD11A}" srcOrd="7" destOrd="0" presId="urn:microsoft.com/office/officeart/2008/layout/LinedList"/>
    <dgm:cxn modelId="{BA1F47C4-8347-459E-BA97-28E8D897DBDC}" type="presParOf" srcId="{EA551470-66C5-470D-A007-0AB6715DD11A}" destId="{F09BA6E2-9C48-48B7-A670-402798D941B8}" srcOrd="0" destOrd="0" presId="urn:microsoft.com/office/officeart/2008/layout/LinedList"/>
    <dgm:cxn modelId="{D1980D91-6BA7-45BC-9BE3-91C42CCCD74D}" type="presParOf" srcId="{EA551470-66C5-470D-A007-0AB6715DD11A}" destId="{F874099D-D29D-46D2-87F1-25C35DDC7F67}" srcOrd="1" destOrd="0" presId="urn:microsoft.com/office/officeart/2008/layout/LinedList"/>
    <dgm:cxn modelId="{4AA7682B-D9E2-4B0C-BA01-4DD088B37A0D}" type="presParOf" srcId="{F874099D-D29D-46D2-87F1-25C35DDC7F67}" destId="{9F1A5322-EDEB-47CD-92E4-F416671AAD9A}" srcOrd="0" destOrd="0" presId="urn:microsoft.com/office/officeart/2008/layout/LinedList"/>
    <dgm:cxn modelId="{1F998309-8EA1-43DC-8BC3-3849A3BF66BF}" type="presParOf" srcId="{F874099D-D29D-46D2-87F1-25C35DDC7F67}" destId="{8D457C80-C8CA-45C3-B212-EC58D373BBE3}" srcOrd="1" destOrd="0" presId="urn:microsoft.com/office/officeart/2008/layout/LinedList"/>
    <dgm:cxn modelId="{E5F6FB68-36A5-498C-A62F-32D1FCF2B757}" type="presParOf" srcId="{8D457C80-C8CA-45C3-B212-EC58D373BBE3}" destId="{D0A1E8CB-8AE3-4DAC-BF70-3D79CD2F4EE1}" srcOrd="0" destOrd="0" presId="urn:microsoft.com/office/officeart/2008/layout/LinedList"/>
    <dgm:cxn modelId="{9AED09CB-88EB-4559-919B-32468E4C237F}" type="presParOf" srcId="{8D457C80-C8CA-45C3-B212-EC58D373BBE3}" destId="{DA7C28D7-E085-459F-8307-F7FAE4F905A9}" srcOrd="1" destOrd="0" presId="urn:microsoft.com/office/officeart/2008/layout/LinedList"/>
    <dgm:cxn modelId="{FDED848B-E383-47C5-8C6D-8D6B22537B39}" type="presParOf" srcId="{8D457C80-C8CA-45C3-B212-EC58D373BBE3}" destId="{B806E1D5-80A9-4DB4-8125-E94028EC3E61}" srcOrd="2" destOrd="0" presId="urn:microsoft.com/office/officeart/2008/layout/LinedList"/>
    <dgm:cxn modelId="{AE31941A-3C52-400D-A367-FC7206822009}" type="presParOf" srcId="{F874099D-D29D-46D2-87F1-25C35DDC7F67}" destId="{9F9000F4-8A50-4505-8E91-24AE78C4B91E}" srcOrd="2" destOrd="0" presId="urn:microsoft.com/office/officeart/2008/layout/LinedList"/>
    <dgm:cxn modelId="{AC02F3DB-0594-47A0-8A4B-49D8D9FA4CED}" type="presParOf" srcId="{F874099D-D29D-46D2-87F1-25C35DDC7F67}" destId="{F6DD9632-8A0C-4B38-905D-6CD0A6C4292E}" srcOrd="3" destOrd="0" presId="urn:microsoft.com/office/officeart/2008/layout/LinedList"/>
    <dgm:cxn modelId="{270BE544-4726-47EF-8AB9-30C957B99844}" type="presParOf" srcId="{B452B9CB-7C3B-4EFC-BFD8-3B1090DA4242}" destId="{3541445F-540B-475E-AE50-51C619775EA1}" srcOrd="8" destOrd="0" presId="urn:microsoft.com/office/officeart/2008/layout/LinedList"/>
    <dgm:cxn modelId="{7C50501C-84D6-4408-BEBA-2DE959D8F9D1}" type="presParOf" srcId="{B452B9CB-7C3B-4EFC-BFD8-3B1090DA4242}" destId="{695E86B9-0CB1-4504-8487-59C413010AA1}" srcOrd="9" destOrd="0" presId="urn:microsoft.com/office/officeart/2008/layout/LinedList"/>
    <dgm:cxn modelId="{3082237D-3EFA-42DD-B993-EA4D62F0CFBC}" type="presParOf" srcId="{695E86B9-0CB1-4504-8487-59C413010AA1}" destId="{42E91E0F-7FFD-4C7A-8832-4EAE32101148}" srcOrd="0" destOrd="0" presId="urn:microsoft.com/office/officeart/2008/layout/LinedList"/>
    <dgm:cxn modelId="{850C5411-92FB-4AFF-A207-75825142DEA7}" type="presParOf" srcId="{695E86B9-0CB1-4504-8487-59C413010AA1}" destId="{41D573BC-D29F-4764-BEDF-F6D39E1BF431}" srcOrd="1" destOrd="0" presId="urn:microsoft.com/office/officeart/2008/layout/LinedList"/>
    <dgm:cxn modelId="{E710A1E0-D4FA-4C93-BFE8-6072E6FF72AA}" type="presParOf" srcId="{41D573BC-D29F-4764-BEDF-F6D39E1BF431}" destId="{D8B3DF03-A33F-413D-B07D-B23DCD19AF0E}" srcOrd="0" destOrd="0" presId="urn:microsoft.com/office/officeart/2008/layout/LinedList"/>
    <dgm:cxn modelId="{F8F5FB9B-5B18-4DF4-A664-7FC5D36B7675}" type="presParOf" srcId="{41D573BC-D29F-4764-BEDF-F6D39E1BF431}" destId="{AE73B448-B6E1-4486-9E03-7C510B049EBF}" srcOrd="1" destOrd="0" presId="urn:microsoft.com/office/officeart/2008/layout/LinedList"/>
    <dgm:cxn modelId="{C89A3759-B191-4439-84D7-C751D46F0814}" type="presParOf" srcId="{AE73B448-B6E1-4486-9E03-7C510B049EBF}" destId="{5725A6A6-3631-426C-A9E4-DB76D1757440}" srcOrd="0" destOrd="0" presId="urn:microsoft.com/office/officeart/2008/layout/LinedList"/>
    <dgm:cxn modelId="{7EBD4C49-C027-4BAD-BEF4-26E63BADC2D5}" type="presParOf" srcId="{AE73B448-B6E1-4486-9E03-7C510B049EBF}" destId="{AB2C241F-E676-4C2E-8C2B-A48AB21461BC}" srcOrd="1" destOrd="0" presId="urn:microsoft.com/office/officeart/2008/layout/LinedList"/>
    <dgm:cxn modelId="{5BD4F1C8-8220-4F18-AC2F-D8D9E1FCE50F}" type="presParOf" srcId="{AE73B448-B6E1-4486-9E03-7C510B049EBF}" destId="{E2350D69-B628-4D6B-A39E-8AA219DA4A07}" srcOrd="2" destOrd="0" presId="urn:microsoft.com/office/officeart/2008/layout/LinedList"/>
    <dgm:cxn modelId="{513E7B09-D137-46CD-8804-3C72CA48E292}" type="presParOf" srcId="{41D573BC-D29F-4764-BEDF-F6D39E1BF431}" destId="{5B34AF17-0FE2-4738-BA42-8C48066D0A6D}" srcOrd="2" destOrd="0" presId="urn:microsoft.com/office/officeart/2008/layout/LinedList"/>
    <dgm:cxn modelId="{3D3BBA8F-E5AA-4824-B439-EE9FDF6351DC}" type="presParOf" srcId="{41D573BC-D29F-4764-BEDF-F6D39E1BF431}" destId="{CB0ABA30-BD0F-472F-A79D-EBDCA5A3E13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52621-1D6D-4540-9923-28DDFC2D8907}">
      <dsp:nvSpPr>
        <dsp:cNvPr id="0" name=""/>
        <dsp:cNvSpPr/>
      </dsp:nvSpPr>
      <dsp:spPr>
        <a:xfrm>
          <a:off x="25" y="167489"/>
          <a:ext cx="2403537" cy="96141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Plan:</a:t>
          </a:r>
        </a:p>
      </dsp:txBody>
      <dsp:txXfrm>
        <a:off x="480732" y="167489"/>
        <a:ext cx="1442123" cy="961414"/>
      </dsp:txXfrm>
    </dsp:sp>
    <dsp:sp modelId="{92CA0CE4-7F11-4EDB-A49A-99BDB15F616E}">
      <dsp:nvSpPr>
        <dsp:cNvPr id="0" name=""/>
        <dsp:cNvSpPr/>
      </dsp:nvSpPr>
      <dsp:spPr>
        <a:xfrm>
          <a:off x="25" y="1249081"/>
          <a:ext cx="1922829" cy="223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/>
            <a:t>Define ISMS policies, objectives, processes, and procedures.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Conduct risk assessments and select controls.</a:t>
          </a:r>
          <a:endParaRPr lang="en-US" sz="1800" kern="1200" dirty="0"/>
        </a:p>
      </dsp:txBody>
      <dsp:txXfrm>
        <a:off x="25" y="1249081"/>
        <a:ext cx="1922829" cy="2232562"/>
      </dsp:txXfrm>
    </dsp:sp>
    <dsp:sp modelId="{C536B3A2-1E2D-4747-8A4A-73C8EFB38A64}">
      <dsp:nvSpPr>
        <dsp:cNvPr id="0" name=""/>
        <dsp:cNvSpPr/>
      </dsp:nvSpPr>
      <dsp:spPr>
        <a:xfrm>
          <a:off x="2187562" y="167489"/>
          <a:ext cx="2403537" cy="961414"/>
        </a:xfrm>
        <a:prstGeom prst="chevron">
          <a:avLst/>
        </a:prstGeom>
        <a:solidFill>
          <a:schemeClr val="accent2">
            <a:hueOff val="-4079073"/>
            <a:satOff val="10860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Do:</a:t>
          </a:r>
          <a:endParaRPr lang="en-US" sz="1800" kern="1200" dirty="0"/>
        </a:p>
      </dsp:txBody>
      <dsp:txXfrm>
        <a:off x="2668269" y="167489"/>
        <a:ext cx="1442123" cy="961414"/>
      </dsp:txXfrm>
    </dsp:sp>
    <dsp:sp modelId="{C68650F9-A736-4E4C-AE2E-8EF08BF7D264}">
      <dsp:nvSpPr>
        <dsp:cNvPr id="0" name=""/>
        <dsp:cNvSpPr/>
      </dsp:nvSpPr>
      <dsp:spPr>
        <a:xfrm>
          <a:off x="2187562" y="1249081"/>
          <a:ext cx="1922829" cy="223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Implement the planned processes and controls.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Train staff and raise awareness.</a:t>
          </a:r>
          <a:endParaRPr lang="en-US" sz="1800" kern="1200" dirty="0"/>
        </a:p>
      </dsp:txBody>
      <dsp:txXfrm>
        <a:off x="2187562" y="1249081"/>
        <a:ext cx="1922829" cy="2232562"/>
      </dsp:txXfrm>
    </dsp:sp>
    <dsp:sp modelId="{351B68A1-DB38-492E-828D-4749E8F13FD4}">
      <dsp:nvSpPr>
        <dsp:cNvPr id="0" name=""/>
        <dsp:cNvSpPr/>
      </dsp:nvSpPr>
      <dsp:spPr>
        <a:xfrm>
          <a:off x="4375100" y="167489"/>
          <a:ext cx="2403537" cy="961414"/>
        </a:xfrm>
        <a:prstGeom prst="chevron">
          <a:avLst/>
        </a:prstGeom>
        <a:solidFill>
          <a:schemeClr val="accent2">
            <a:hueOff val="-8158147"/>
            <a:satOff val="21720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Check:</a:t>
          </a:r>
          <a:endParaRPr lang="en-US" sz="1800" kern="1200" dirty="0"/>
        </a:p>
      </dsp:txBody>
      <dsp:txXfrm>
        <a:off x="4855807" y="167489"/>
        <a:ext cx="1442123" cy="961414"/>
      </dsp:txXfrm>
    </dsp:sp>
    <dsp:sp modelId="{C41B2B3D-B0EF-48AC-B6DF-5E5B97ED7D3D}">
      <dsp:nvSpPr>
        <dsp:cNvPr id="0" name=""/>
        <dsp:cNvSpPr/>
      </dsp:nvSpPr>
      <dsp:spPr>
        <a:xfrm>
          <a:off x="4375100" y="1249081"/>
          <a:ext cx="1922829" cy="223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Monitor and measure processes and controls.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Conduct internal audits and management reviews.</a:t>
          </a:r>
          <a:endParaRPr lang="en-US" sz="1800" kern="1200" dirty="0"/>
        </a:p>
      </dsp:txBody>
      <dsp:txXfrm>
        <a:off x="4375100" y="1249081"/>
        <a:ext cx="1922829" cy="2232562"/>
      </dsp:txXfrm>
    </dsp:sp>
    <dsp:sp modelId="{60BDDC07-3998-4565-86EF-BED51A1A520B}">
      <dsp:nvSpPr>
        <dsp:cNvPr id="0" name=""/>
        <dsp:cNvSpPr/>
      </dsp:nvSpPr>
      <dsp:spPr>
        <a:xfrm>
          <a:off x="6562637" y="167489"/>
          <a:ext cx="2403537" cy="961414"/>
        </a:xfrm>
        <a:prstGeom prst="chevron">
          <a:avLst/>
        </a:prstGeom>
        <a:solidFill>
          <a:schemeClr val="accent2">
            <a:hueOff val="-12237220"/>
            <a:satOff val="32580"/>
            <a:lumOff val="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Act:</a:t>
          </a:r>
          <a:endParaRPr lang="en-US" sz="1800" kern="1200" dirty="0"/>
        </a:p>
      </dsp:txBody>
      <dsp:txXfrm>
        <a:off x="7043344" y="167489"/>
        <a:ext cx="1442123" cy="961414"/>
      </dsp:txXfrm>
    </dsp:sp>
    <dsp:sp modelId="{9F3206BC-1FB2-4FE0-8C46-F831491E2E52}">
      <dsp:nvSpPr>
        <dsp:cNvPr id="0" name=""/>
        <dsp:cNvSpPr/>
      </dsp:nvSpPr>
      <dsp:spPr>
        <a:xfrm>
          <a:off x="6562637" y="1249081"/>
          <a:ext cx="1922829" cy="223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Take corrective and preventive actions based on audit findings and performance data.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/>
            <a:t>Update policies and controls as needed.</a:t>
          </a:r>
          <a:endParaRPr lang="en-US" sz="1800" kern="1200" dirty="0"/>
        </a:p>
      </dsp:txBody>
      <dsp:txXfrm>
        <a:off x="6562637" y="1249081"/>
        <a:ext cx="1922829" cy="2232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210470-A9ED-4522-8B1C-1182340AFBA0}">
      <dsp:nvSpPr>
        <dsp:cNvPr id="0" name=""/>
        <dsp:cNvSpPr/>
      </dsp:nvSpPr>
      <dsp:spPr>
        <a:xfrm rot="5400000">
          <a:off x="3512913" y="-1390569"/>
          <a:ext cx="668848" cy="36210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Understand </a:t>
          </a:r>
          <a:r>
            <a:rPr lang="en-US" sz="1500" kern="1200" dirty="0"/>
            <a:t>your environment to manage cybersecurity risk.</a:t>
          </a:r>
        </a:p>
      </dsp:txBody>
      <dsp:txXfrm rot="-5400000">
        <a:off x="2036825" y="118169"/>
        <a:ext cx="3588374" cy="603548"/>
      </dsp:txXfrm>
    </dsp:sp>
    <dsp:sp modelId="{5E662978-CFE4-4D66-9A73-12387506E068}">
      <dsp:nvSpPr>
        <dsp:cNvPr id="0" name=""/>
        <dsp:cNvSpPr/>
      </dsp:nvSpPr>
      <dsp:spPr>
        <a:xfrm>
          <a:off x="0" y="1912"/>
          <a:ext cx="2036826" cy="8360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Identify:</a:t>
          </a:r>
        </a:p>
      </dsp:txBody>
      <dsp:txXfrm>
        <a:off x="40813" y="42725"/>
        <a:ext cx="1955200" cy="754434"/>
      </dsp:txXfrm>
    </dsp:sp>
    <dsp:sp modelId="{1E90B3A4-1090-4FE3-9E98-EC619AA1B26F}">
      <dsp:nvSpPr>
        <dsp:cNvPr id="0" name=""/>
        <dsp:cNvSpPr/>
      </dsp:nvSpPr>
      <dsp:spPr>
        <a:xfrm rot="5400000">
          <a:off x="3512913" y="-512706"/>
          <a:ext cx="668848" cy="36210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/>
            <a:t>Implement safeguards to ensure delivery of critical services.</a:t>
          </a:r>
        </a:p>
      </dsp:txBody>
      <dsp:txXfrm rot="-5400000">
        <a:off x="2036825" y="996032"/>
        <a:ext cx="3588374" cy="603548"/>
      </dsp:txXfrm>
    </dsp:sp>
    <dsp:sp modelId="{59476CD4-55A0-4236-818A-14FC24959E25}">
      <dsp:nvSpPr>
        <dsp:cNvPr id="0" name=""/>
        <dsp:cNvSpPr/>
      </dsp:nvSpPr>
      <dsp:spPr>
        <a:xfrm>
          <a:off x="0" y="879775"/>
          <a:ext cx="2036826" cy="8360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70784"/>
                <a:satOff val="-3960"/>
                <a:lumOff val="71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70784"/>
                <a:satOff val="-3960"/>
                <a:lumOff val="71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70784"/>
                <a:satOff val="-3960"/>
                <a:lumOff val="71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Protect:</a:t>
          </a:r>
        </a:p>
      </dsp:txBody>
      <dsp:txXfrm>
        <a:off x="40813" y="920588"/>
        <a:ext cx="1955200" cy="754434"/>
      </dsp:txXfrm>
    </dsp:sp>
    <dsp:sp modelId="{F46F1518-1CDB-441C-84E5-CD536D38FBF9}">
      <dsp:nvSpPr>
        <dsp:cNvPr id="0" name=""/>
        <dsp:cNvSpPr/>
      </dsp:nvSpPr>
      <dsp:spPr>
        <a:xfrm rot="5400000">
          <a:off x="3512913" y="365157"/>
          <a:ext cx="668848" cy="36210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Identify </a:t>
          </a:r>
          <a:r>
            <a:rPr lang="en-US" sz="1500" kern="1200" dirty="0"/>
            <a:t>the occurrence of a cybersecurity event.</a:t>
          </a:r>
        </a:p>
      </dsp:txBody>
      <dsp:txXfrm rot="-5400000">
        <a:off x="2036825" y="1873895"/>
        <a:ext cx="3588374" cy="603548"/>
      </dsp:txXfrm>
    </dsp:sp>
    <dsp:sp modelId="{6359C615-FBBD-4C42-95DA-C67FD81A29E9}">
      <dsp:nvSpPr>
        <dsp:cNvPr id="0" name=""/>
        <dsp:cNvSpPr/>
      </dsp:nvSpPr>
      <dsp:spPr>
        <a:xfrm>
          <a:off x="0" y="1757638"/>
          <a:ext cx="2036826" cy="8360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141568"/>
                <a:satOff val="-7919"/>
                <a:lumOff val="14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141568"/>
                <a:satOff val="-7919"/>
                <a:lumOff val="14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141568"/>
                <a:satOff val="-7919"/>
                <a:lumOff val="14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Detect:</a:t>
          </a:r>
        </a:p>
      </dsp:txBody>
      <dsp:txXfrm>
        <a:off x="40813" y="1798451"/>
        <a:ext cx="1955200" cy="754434"/>
      </dsp:txXfrm>
    </dsp:sp>
    <dsp:sp modelId="{1E72311A-C968-4082-8E20-AF1B3978DAAE}">
      <dsp:nvSpPr>
        <dsp:cNvPr id="0" name=""/>
        <dsp:cNvSpPr/>
      </dsp:nvSpPr>
      <dsp:spPr>
        <a:xfrm rot="5400000">
          <a:off x="3512913" y="1243020"/>
          <a:ext cx="668848" cy="36210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Take </a:t>
          </a:r>
          <a:r>
            <a:rPr lang="en-US" sz="1500" kern="1200" dirty="0"/>
            <a:t>action regarding a detected cybersecurity incident.</a:t>
          </a:r>
        </a:p>
      </dsp:txBody>
      <dsp:txXfrm rot="-5400000">
        <a:off x="2036825" y="2751758"/>
        <a:ext cx="3588374" cy="603548"/>
      </dsp:txXfrm>
    </dsp:sp>
    <dsp:sp modelId="{E0A4A473-1795-4ED0-A9EB-347F3DB2411C}">
      <dsp:nvSpPr>
        <dsp:cNvPr id="0" name=""/>
        <dsp:cNvSpPr/>
      </dsp:nvSpPr>
      <dsp:spPr>
        <a:xfrm>
          <a:off x="0" y="2635502"/>
          <a:ext cx="2036826" cy="8360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212353"/>
                <a:satOff val="-11879"/>
                <a:lumOff val="213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212353"/>
                <a:satOff val="-11879"/>
                <a:lumOff val="213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212353"/>
                <a:satOff val="-11879"/>
                <a:lumOff val="213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Respond:</a:t>
          </a:r>
        </a:p>
      </dsp:txBody>
      <dsp:txXfrm>
        <a:off x="40813" y="2676315"/>
        <a:ext cx="1955200" cy="754434"/>
      </dsp:txXfrm>
    </dsp:sp>
    <dsp:sp modelId="{AA4D4133-4798-4CBB-83AA-88051017380F}">
      <dsp:nvSpPr>
        <dsp:cNvPr id="0" name=""/>
        <dsp:cNvSpPr/>
      </dsp:nvSpPr>
      <dsp:spPr>
        <a:xfrm rot="5400000">
          <a:off x="3512913" y="2120883"/>
          <a:ext cx="668848" cy="36210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Restore </a:t>
          </a:r>
          <a:r>
            <a:rPr lang="en-US" sz="1500" kern="1200" dirty="0"/>
            <a:t>capabilities or services impaired by a cybersecurity incident.</a:t>
          </a:r>
        </a:p>
      </dsp:txBody>
      <dsp:txXfrm rot="-5400000">
        <a:off x="2036825" y="3629621"/>
        <a:ext cx="3588374" cy="603548"/>
      </dsp:txXfrm>
    </dsp:sp>
    <dsp:sp modelId="{98A6D5DB-B8BE-48B8-9724-72DC828F5300}">
      <dsp:nvSpPr>
        <dsp:cNvPr id="0" name=""/>
        <dsp:cNvSpPr/>
      </dsp:nvSpPr>
      <dsp:spPr>
        <a:xfrm>
          <a:off x="0" y="3513365"/>
          <a:ext cx="2036826" cy="8360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283137"/>
                <a:satOff val="-15838"/>
                <a:lumOff val="284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283137"/>
                <a:satOff val="-15838"/>
                <a:lumOff val="284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283137"/>
                <a:satOff val="-15838"/>
                <a:lumOff val="284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Recover:</a:t>
          </a:r>
        </a:p>
      </dsp:txBody>
      <dsp:txXfrm>
        <a:off x="40813" y="3554178"/>
        <a:ext cx="1955200" cy="7544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BB06A-B308-43C3-AD6C-78C66C0553CF}">
      <dsp:nvSpPr>
        <dsp:cNvPr id="0" name=""/>
        <dsp:cNvSpPr/>
      </dsp:nvSpPr>
      <dsp:spPr>
        <a:xfrm>
          <a:off x="0" y="430"/>
          <a:ext cx="9255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15746-C117-484F-AA4A-DF3FCF279526}">
      <dsp:nvSpPr>
        <dsp:cNvPr id="0" name=""/>
        <dsp:cNvSpPr/>
      </dsp:nvSpPr>
      <dsp:spPr>
        <a:xfrm>
          <a:off x="0" y="430"/>
          <a:ext cx="1851025" cy="70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Security:</a:t>
          </a:r>
        </a:p>
      </dsp:txBody>
      <dsp:txXfrm>
        <a:off x="0" y="430"/>
        <a:ext cx="1851025" cy="705524"/>
      </dsp:txXfrm>
    </dsp:sp>
    <dsp:sp modelId="{EF5DC901-F23B-4663-AE39-DB7E429EBB68}">
      <dsp:nvSpPr>
        <dsp:cNvPr id="0" name=""/>
        <dsp:cNvSpPr/>
      </dsp:nvSpPr>
      <dsp:spPr>
        <a:xfrm>
          <a:off x="1989851" y="32468"/>
          <a:ext cx="7265273" cy="64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Protection of system resources against unauthorized access (the only mandatory criterion for all SOC 2 reports).</a:t>
          </a:r>
        </a:p>
      </dsp:txBody>
      <dsp:txXfrm>
        <a:off x="1989851" y="32468"/>
        <a:ext cx="7265273" cy="640759"/>
      </dsp:txXfrm>
    </dsp:sp>
    <dsp:sp modelId="{B3820C69-D105-46D4-A11E-1A18447CC1C0}">
      <dsp:nvSpPr>
        <dsp:cNvPr id="0" name=""/>
        <dsp:cNvSpPr/>
      </dsp:nvSpPr>
      <dsp:spPr>
        <a:xfrm>
          <a:off x="1851024" y="673228"/>
          <a:ext cx="7404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1B4C7-AFC7-4264-809B-39FF692CF923}">
      <dsp:nvSpPr>
        <dsp:cNvPr id="0" name=""/>
        <dsp:cNvSpPr/>
      </dsp:nvSpPr>
      <dsp:spPr>
        <a:xfrm>
          <a:off x="0" y="705955"/>
          <a:ext cx="9255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2D6E2-4384-41EC-BC0F-C72E0CA4ADE0}">
      <dsp:nvSpPr>
        <dsp:cNvPr id="0" name=""/>
        <dsp:cNvSpPr/>
      </dsp:nvSpPr>
      <dsp:spPr>
        <a:xfrm>
          <a:off x="0" y="705955"/>
          <a:ext cx="1851025" cy="70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Availability:</a:t>
          </a:r>
          <a:endParaRPr lang="en-US" sz="1900" kern="1200" dirty="0"/>
        </a:p>
      </dsp:txBody>
      <dsp:txXfrm>
        <a:off x="0" y="705955"/>
        <a:ext cx="1851025" cy="705524"/>
      </dsp:txXfrm>
    </dsp:sp>
    <dsp:sp modelId="{620D5C44-2663-4F08-B21F-88536B156DD8}">
      <dsp:nvSpPr>
        <dsp:cNvPr id="0" name=""/>
        <dsp:cNvSpPr/>
      </dsp:nvSpPr>
      <dsp:spPr>
        <a:xfrm>
          <a:off x="1989851" y="737993"/>
          <a:ext cx="7265273" cy="64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The system is available for operation and use as committed or agreed.</a:t>
          </a:r>
        </a:p>
      </dsp:txBody>
      <dsp:txXfrm>
        <a:off x="1989851" y="737993"/>
        <a:ext cx="7265273" cy="640759"/>
      </dsp:txXfrm>
    </dsp:sp>
    <dsp:sp modelId="{1DEFECAC-0DFD-4343-9127-3CB6B37E15DF}">
      <dsp:nvSpPr>
        <dsp:cNvPr id="0" name=""/>
        <dsp:cNvSpPr/>
      </dsp:nvSpPr>
      <dsp:spPr>
        <a:xfrm>
          <a:off x="1851024" y="1378752"/>
          <a:ext cx="7404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351E1-24FC-464B-9C95-598C315C1CB8}">
      <dsp:nvSpPr>
        <dsp:cNvPr id="0" name=""/>
        <dsp:cNvSpPr/>
      </dsp:nvSpPr>
      <dsp:spPr>
        <a:xfrm>
          <a:off x="0" y="1411479"/>
          <a:ext cx="9255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D7E25-9A7B-48F6-9314-E3584D5C2208}">
      <dsp:nvSpPr>
        <dsp:cNvPr id="0" name=""/>
        <dsp:cNvSpPr/>
      </dsp:nvSpPr>
      <dsp:spPr>
        <a:xfrm>
          <a:off x="0" y="1411479"/>
          <a:ext cx="1851025" cy="70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Processing Integrity:</a:t>
          </a:r>
          <a:endParaRPr lang="en-US" sz="1900" kern="1200" dirty="0"/>
        </a:p>
      </dsp:txBody>
      <dsp:txXfrm>
        <a:off x="0" y="1411479"/>
        <a:ext cx="1851025" cy="705524"/>
      </dsp:txXfrm>
    </dsp:sp>
    <dsp:sp modelId="{4148749B-38B9-4F07-B1A8-90CEB1EBB736}">
      <dsp:nvSpPr>
        <dsp:cNvPr id="0" name=""/>
        <dsp:cNvSpPr/>
      </dsp:nvSpPr>
      <dsp:spPr>
        <a:xfrm>
          <a:off x="1989851" y="1443517"/>
          <a:ext cx="7265273" cy="64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System processing is complete, valid, accurate, timely, and authorized.</a:t>
          </a:r>
          <a:endParaRPr lang="en-US" sz="1600" kern="1200" dirty="0"/>
        </a:p>
      </dsp:txBody>
      <dsp:txXfrm>
        <a:off x="1989851" y="1443517"/>
        <a:ext cx="7265273" cy="640759"/>
      </dsp:txXfrm>
    </dsp:sp>
    <dsp:sp modelId="{C30952AC-B619-4DFA-B935-3D1B68462687}">
      <dsp:nvSpPr>
        <dsp:cNvPr id="0" name=""/>
        <dsp:cNvSpPr/>
      </dsp:nvSpPr>
      <dsp:spPr>
        <a:xfrm>
          <a:off x="1851024" y="2084276"/>
          <a:ext cx="7404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3C212-BEEA-44C2-8E86-1EEC9344A8A7}">
      <dsp:nvSpPr>
        <dsp:cNvPr id="0" name=""/>
        <dsp:cNvSpPr/>
      </dsp:nvSpPr>
      <dsp:spPr>
        <a:xfrm>
          <a:off x="0" y="2117003"/>
          <a:ext cx="9255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BA6E2-9C48-48B7-A670-402798D941B8}">
      <dsp:nvSpPr>
        <dsp:cNvPr id="0" name=""/>
        <dsp:cNvSpPr/>
      </dsp:nvSpPr>
      <dsp:spPr>
        <a:xfrm>
          <a:off x="0" y="2117003"/>
          <a:ext cx="1851025" cy="70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Confidentiality:</a:t>
          </a:r>
          <a:endParaRPr lang="en-US" sz="1900" kern="1200" dirty="0"/>
        </a:p>
      </dsp:txBody>
      <dsp:txXfrm>
        <a:off x="0" y="2117003"/>
        <a:ext cx="1851025" cy="705524"/>
      </dsp:txXfrm>
    </dsp:sp>
    <dsp:sp modelId="{DA7C28D7-E085-459F-8307-F7FAE4F905A9}">
      <dsp:nvSpPr>
        <dsp:cNvPr id="0" name=""/>
        <dsp:cNvSpPr/>
      </dsp:nvSpPr>
      <dsp:spPr>
        <a:xfrm>
          <a:off x="1989851" y="2149041"/>
          <a:ext cx="7265273" cy="64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Information designated as confidential is protected as committed or agreed.</a:t>
          </a:r>
          <a:endParaRPr lang="en-US" sz="1600" kern="1200" dirty="0"/>
        </a:p>
      </dsp:txBody>
      <dsp:txXfrm>
        <a:off x="1989851" y="2149041"/>
        <a:ext cx="7265273" cy="640759"/>
      </dsp:txXfrm>
    </dsp:sp>
    <dsp:sp modelId="{9F9000F4-8A50-4505-8E91-24AE78C4B91E}">
      <dsp:nvSpPr>
        <dsp:cNvPr id="0" name=""/>
        <dsp:cNvSpPr/>
      </dsp:nvSpPr>
      <dsp:spPr>
        <a:xfrm>
          <a:off x="1851024" y="2789801"/>
          <a:ext cx="7404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1445F-540B-475E-AE50-51C619775EA1}">
      <dsp:nvSpPr>
        <dsp:cNvPr id="0" name=""/>
        <dsp:cNvSpPr/>
      </dsp:nvSpPr>
      <dsp:spPr>
        <a:xfrm>
          <a:off x="0" y="2822527"/>
          <a:ext cx="9255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91E0F-7FFD-4C7A-8832-4EAE32101148}">
      <dsp:nvSpPr>
        <dsp:cNvPr id="0" name=""/>
        <dsp:cNvSpPr/>
      </dsp:nvSpPr>
      <dsp:spPr>
        <a:xfrm>
          <a:off x="0" y="2822527"/>
          <a:ext cx="1851025" cy="70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Privacy:</a:t>
          </a:r>
          <a:endParaRPr lang="en-US" sz="1900" kern="1200" dirty="0"/>
        </a:p>
      </dsp:txBody>
      <dsp:txXfrm>
        <a:off x="0" y="2822527"/>
        <a:ext cx="1851025" cy="705524"/>
      </dsp:txXfrm>
    </dsp:sp>
    <dsp:sp modelId="{AB2C241F-E676-4C2E-8C2B-A48AB21461BC}">
      <dsp:nvSpPr>
        <dsp:cNvPr id="0" name=""/>
        <dsp:cNvSpPr/>
      </dsp:nvSpPr>
      <dsp:spPr>
        <a:xfrm>
          <a:off x="1989851" y="2854565"/>
          <a:ext cx="7265273" cy="64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Personal information is collected, used, retained, disclosed, and disposed of in conformity with the commitments in the entity’s privacy notice.</a:t>
          </a:r>
          <a:endParaRPr lang="en-US" sz="1600" kern="1200" dirty="0"/>
        </a:p>
      </dsp:txBody>
      <dsp:txXfrm>
        <a:off x="1989851" y="2854565"/>
        <a:ext cx="7265273" cy="640759"/>
      </dsp:txXfrm>
    </dsp:sp>
    <dsp:sp modelId="{5B34AF17-0FE2-4738-BA42-8C48066D0A6D}">
      <dsp:nvSpPr>
        <dsp:cNvPr id="0" name=""/>
        <dsp:cNvSpPr/>
      </dsp:nvSpPr>
      <dsp:spPr>
        <a:xfrm>
          <a:off x="1851024" y="3495325"/>
          <a:ext cx="7404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7766-3367-E7D6-00EF-A53508A3A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3350" y="2609849"/>
            <a:ext cx="7639050" cy="1790701"/>
          </a:xfrm>
          <a:ln>
            <a:noFill/>
          </a:ln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FF1BC-220C-D827-CD59-950320E5C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3350" y="4514849"/>
            <a:ext cx="7639050" cy="865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2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857F2E-339D-E6C5-BCBC-2B077CAE8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3350" y="2609849"/>
            <a:ext cx="7639050" cy="1790701"/>
          </a:xfrm>
          <a:ln>
            <a:noFill/>
          </a:ln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9156AB4-EC91-B384-E7B4-E95B4CBC3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3350" y="4514849"/>
            <a:ext cx="7639050" cy="865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43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C730-2526-2436-83B9-31B1FB54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D509B-F558-8250-026B-44BDE5F1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FAB82C7-3A7F-3400-8C0C-C6807996B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7537" y="815975"/>
            <a:ext cx="219075" cy="365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AF4668-7EA5-DF62-F5E8-E553632575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1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3AF1-7CB1-2CE0-978D-359E0795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95592-3F1E-009A-107B-8C0C3D286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754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3AF1-7CB1-2CE0-978D-359E0795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95592-3F1E-009A-107B-8C0C3D286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51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255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3AF1-7CB1-2CE0-978D-359E0795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95592-3F1E-009A-107B-8C0C3D286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319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3AF1-7CB1-2CE0-978D-359E0795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95592-3F1E-009A-107B-8C0C3D286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802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86BD-C77C-2D23-CF7B-C8D2E30F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6FD6-BC76-C316-FEC2-1B2CAD115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4B0F8-D10E-C846-C7C8-F2B35F217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2EB146C-E069-79DF-03A0-3EF507DB1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7537" y="854075"/>
            <a:ext cx="219075" cy="365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7F560-006E-C92C-CAE6-655946296A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6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CDCB-0722-1FF7-967A-4C2B8AA7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40F6-D089-115A-F484-55B95FE6E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2AEC2-681B-D1B2-EB84-84968D66C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C8B4E-4F3D-8952-2B49-981561BBF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FCC89-9EDF-D5CF-08A1-5E55519C0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87A60A5-2807-0E92-F4E2-9BE5550A1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7537" y="835025"/>
            <a:ext cx="219075" cy="365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F05A89-2C90-505C-30DC-7C2B9A91F6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0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4D33-0BE4-90FC-4AE5-0A4A211D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DF5F826-F6F1-CFCA-D42B-E759F28DD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7537" y="835025"/>
            <a:ext cx="219075" cy="365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DF20CF-E57F-42E5-6EFD-7AD8EB6F06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5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3D930E-17D8-84EC-D92C-061363439E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91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9ED7-E623-FCE4-FB92-360B98AD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58EE0-622A-334F-1443-5A4528051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AE8A4-A68D-5A4A-A023-8C2D5F87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5CBBC2-61B8-7F43-0B0A-9D30B71EC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7537" y="1168400"/>
            <a:ext cx="219075" cy="365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A3BA6B-E9E4-F0D0-8FB5-E35191C166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32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1D87-5687-C9B5-AE49-A83726D9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FA632-D2F7-E2BA-A935-20B1A394F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A056-00E2-82F6-5FA4-32B76E5B3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E1618B-D136-C5BB-2E38-B80F9B3CF5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59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FCBA-3B8B-9D62-253A-5E58F2AA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1F39B-5912-FF25-7793-DBF778576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3DEB6-94B4-A533-8E42-30DCFEB3B6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76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ECA9A-730D-7BDC-4EB3-94B6B2FA8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7C848-B2DE-F9EC-9D0C-9077EB2B7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726B3-A797-03A8-1C35-BD44D85A18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6344695"/>
            <a:ext cx="4733367" cy="2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28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E40458-2F02-807D-C70A-2A5EC5838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024" y="3505200"/>
            <a:ext cx="6429375" cy="1266825"/>
          </a:xfrm>
          <a:ln>
            <a:noFill/>
          </a:ln>
        </p:spPr>
        <p:txBody>
          <a:bodyPr anchor="b"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033B479-889B-1E49-D47B-00C926449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3024" y="4772025"/>
            <a:ext cx="6429375" cy="6096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26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E40458-2F02-807D-C70A-2A5EC5838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024" y="3505200"/>
            <a:ext cx="6429375" cy="1266825"/>
          </a:xfrm>
          <a:ln>
            <a:noFill/>
          </a:ln>
        </p:spPr>
        <p:txBody>
          <a:bodyPr anchor="b"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033B479-889B-1E49-D47B-00C926449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3024" y="4772025"/>
            <a:ext cx="6429375" cy="6096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7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7EBF4-2CD4-F34B-E5E2-783C7FC9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02689-B02C-F697-CBBE-D4B715C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A43A-2FDE-9674-4AB5-0E6557C38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57775" y="6492874"/>
            <a:ext cx="6296025" cy="228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7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pubs/cswp/29/the-nist-cybersecurity-framework-csf-20/final?utm_source=chatgpt.com" TargetMode="External"/><Relationship Id="rId2" Type="http://schemas.openxmlformats.org/officeDocument/2006/relationships/hyperlink" Target="https://www.iso.org/standard/27001?utm_source=chatgpt.com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x792wXSeAhA?feature=oembed" TargetMode="External"/><Relationship Id="rId5" Type="http://schemas.openxmlformats.org/officeDocument/2006/relationships/hyperlink" Target="https://www.itgovernance.co.uk/iso27001" TargetMode="External"/><Relationship Id="rId4" Type="http://schemas.openxmlformats.org/officeDocument/2006/relationships/hyperlink" Target="https://youtu.be/x792wXSeAhA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3BB8-438F-4543-8493-D21C83262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2: Security Standards and Frameworks for SOC​</a:t>
            </a:r>
          </a:p>
        </p:txBody>
      </p:sp>
    </p:spTree>
    <p:extLst>
      <p:ext uri="{BB962C8B-B14F-4D97-AF65-F5344CB8AC3E}">
        <p14:creationId xmlns:p14="http://schemas.microsoft.com/office/powerpoint/2010/main" val="304281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FF35-352E-136A-5789-9CC4D884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/>
              </a:rPr>
              <a:t>Learning Outcomes</a:t>
            </a:r>
            <a:endParaRPr lang="en-US">
              <a:latin typeface="Aptos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3697-CB80-3B2B-7C8A-EF23FA833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6835" y="1458072"/>
            <a:ext cx="11116235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By the end of this topic, students should be able to: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Explain the purpose of security standards and frameworks.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Distinguish between policies, procedures, processes, and controls.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Describe the role of ISO/IEC 27001 and ISMS.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Explain the NIST Cybersecurity Framework (CSF).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Describe NIST SP 800-53 and its control families.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Explain the purpose of SOC 2.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Explain how MITRE ATT&amp;CK supports SOC operations.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dirty="0"/>
              <a:t>Explain how standards and frameworks can work together in a SOC.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8790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038B-B89B-EDCC-07E9-3273987F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329" y="256147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Why Do SOCs Need Standards and Frameworks?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5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C55E50E-5E6C-E192-7415-1F8F9BBFB94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0480152"/>
              </p:ext>
            </p:extLst>
          </p:nvPr>
        </p:nvGraphicFramePr>
        <p:xfrm>
          <a:off x="394447" y="1353670"/>
          <a:ext cx="11364450" cy="460556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13638">
                  <a:extLst>
                    <a:ext uri="{9D8B030D-6E8A-4147-A177-3AD203B41FA5}">
                      <a16:colId xmlns:a16="http://schemas.microsoft.com/office/drawing/2014/main" val="2365515499"/>
                    </a:ext>
                  </a:extLst>
                </a:gridCol>
                <a:gridCol w="4799974">
                  <a:extLst>
                    <a:ext uri="{9D8B030D-6E8A-4147-A177-3AD203B41FA5}">
                      <a16:colId xmlns:a16="http://schemas.microsoft.com/office/drawing/2014/main" val="1225509772"/>
                    </a:ext>
                  </a:extLst>
                </a:gridCol>
                <a:gridCol w="4750838">
                  <a:extLst>
                    <a:ext uri="{9D8B030D-6E8A-4147-A177-3AD203B41FA5}">
                      <a16:colId xmlns:a16="http://schemas.microsoft.com/office/drawing/2014/main" val="1854731527"/>
                    </a:ext>
                  </a:extLst>
                </a:gridCol>
              </a:tblGrid>
              <a:tr h="411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cap="none" spc="0" dirty="0">
                          <a:solidFill>
                            <a:schemeClr val="bg1"/>
                          </a:solidFill>
                        </a:rPr>
                        <a:t>Aspect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cap="none" spc="0" dirty="0">
                          <a:solidFill>
                            <a:schemeClr val="bg1"/>
                          </a:solidFill>
                        </a:rPr>
                        <a:t>Security Standards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cap="none" spc="0" dirty="0">
                          <a:solidFill>
                            <a:schemeClr val="bg1"/>
                          </a:solidFill>
                        </a:rPr>
                        <a:t>Security Frameworks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533959"/>
                  </a:ext>
                </a:extLst>
              </a:tr>
              <a:tr h="716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Definition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Formal, published requirements, specifications, or criteria that organizations can use to establish or demonstrate conformity.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Structured approaches, models, or sets of practices that help organizations manage, assess, and improve cybersecurity risk.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680812"/>
                  </a:ext>
                </a:extLst>
              </a:tr>
              <a:tr h="716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Main purpose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Establish defined requirements or criteria for security and, in some cases, support conformity or assessment.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Provide a common structure and guidance for identifying, managing, prioritizing, and communicating cybersecurity risks.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18171"/>
                  </a:ext>
                </a:extLst>
              </a:tr>
              <a:tr h="535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Level of flexibility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Generally more specific and prescriptive, depending on the standard.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Generally more flexible and adaptable to an organization's size, sector, risk profile, and objectives.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550114"/>
                  </a:ext>
                </a:extLst>
              </a:tr>
              <a:tr h="535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Typical focus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Requirements, controls, specifications, or assessment criteria.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Risk management, security outcomes, practices, implementation guidance, and organizational improvement.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68192"/>
                  </a:ext>
                </a:extLst>
              </a:tr>
              <a:tr h="89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ISO/IEC 27001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 – requirements for an Information Security Management System (ISMS);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PCI DSS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 – technical and operational requirements for protecting payment account data. (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hlinkClick r:id="rId2" tooltip="ISO/IEC 27001:2022 - Information security management systems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ISO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NIST CSF 2.0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 – cybersecurity risk-management framework;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CIS Controls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 – prioritized cybersecurity safeguards;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MITRE ATT&amp;CK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 – adversary tactics and techniques knowledge base used for threat-informed defense. (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hlinkClick r:id="rId3" tooltip="CSWP 29, The NIST Cybersecurity Framework (CSF) 2.0 | CSRC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NIST CSRC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68403"/>
                  </a:ext>
                </a:extLst>
              </a:tr>
              <a:tr h="535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Example of application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An organization may implement ISO/IEC 27001 requirements to establish and continually improve an ISMS. (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hlinkClick r:id="rId2" tooltip="ISO/IEC 27001:2022 - Information security management systems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ISO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An organization may use NIST CSF 2.0 to understand, assess, prioritize, and communicate cybersecurity risk. (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hlinkClick r:id="rId3" tooltip="CSWP 29, The NIST Cybersecurity Framework (CSF) 2.0 | CSRC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NIST CSRC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14969" marR="88437" marT="98124" marB="884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7047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212867-B73B-8652-0B33-725B6236F2F6}"/>
              </a:ext>
            </a:extLst>
          </p:cNvPr>
          <p:cNvSpPr txBox="1"/>
          <p:nvPr/>
        </p:nvSpPr>
        <p:spPr>
          <a:xfrm>
            <a:off x="645459" y="112059"/>
            <a:ext cx="1154654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latin typeface="+mj-lt"/>
                <a:ea typeface="+mj-ea"/>
                <a:cs typeface="+mj-cs"/>
              </a:rPr>
              <a:t>Security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4400" b="1" dirty="0">
                <a:latin typeface="+mj-lt"/>
                <a:ea typeface="+mj-ea"/>
                <a:cs typeface="+mj-cs"/>
              </a:rPr>
              <a:t>Standard vs Security Framework </a:t>
            </a:r>
            <a:r>
              <a:rPr sz="4400" b="1" dirty="0">
                <a:latin typeface="+mj-lt"/>
                <a:ea typeface="+mj-ea"/>
                <a:cs typeface="+mj-cs"/>
              </a:rPr>
              <a:t>​</a:t>
            </a:r>
            <a:endParaRPr lang="en-US" sz="4400" b="1" dirty="0">
              <a:latin typeface="+mj-lt"/>
              <a:ea typeface="+mj-ea"/>
              <a:cs typeface="+mj-cs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82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BE44AC-0215-E44F-AB7E-E3B112A270A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49614892"/>
              </p:ext>
            </p:extLst>
          </p:nvPr>
        </p:nvGraphicFramePr>
        <p:xfrm>
          <a:off x="643467" y="1227945"/>
          <a:ext cx="10905067" cy="440211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661334">
                  <a:extLst>
                    <a:ext uri="{9D8B030D-6E8A-4147-A177-3AD203B41FA5}">
                      <a16:colId xmlns:a16="http://schemas.microsoft.com/office/drawing/2014/main" val="2223964660"/>
                    </a:ext>
                  </a:extLst>
                </a:gridCol>
                <a:gridCol w="2995626">
                  <a:extLst>
                    <a:ext uri="{9D8B030D-6E8A-4147-A177-3AD203B41FA5}">
                      <a16:colId xmlns:a16="http://schemas.microsoft.com/office/drawing/2014/main" val="3165071310"/>
                    </a:ext>
                  </a:extLst>
                </a:gridCol>
                <a:gridCol w="3076738">
                  <a:extLst>
                    <a:ext uri="{9D8B030D-6E8A-4147-A177-3AD203B41FA5}">
                      <a16:colId xmlns:a16="http://schemas.microsoft.com/office/drawing/2014/main" val="3892819805"/>
                    </a:ext>
                  </a:extLst>
                </a:gridCol>
                <a:gridCol w="3171369">
                  <a:extLst>
                    <a:ext uri="{9D8B030D-6E8A-4147-A177-3AD203B41FA5}">
                      <a16:colId xmlns:a16="http://schemas.microsoft.com/office/drawing/2014/main" val="1029890129"/>
                    </a:ext>
                  </a:extLst>
                </a:gridCol>
              </a:tblGrid>
              <a:tr h="368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Security Resource</a:t>
                      </a: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Classification in the Chapter</a:t>
                      </a: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Main Role</a:t>
                      </a: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Main Focus</a:t>
                      </a: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06297"/>
                  </a:ext>
                </a:extLst>
              </a:tr>
              <a:tr h="731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ISO/IEC 27001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Security Standard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Establishes an Information Security Management System (ISMS)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Information security governance, risk management, policies, processes and controls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687086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SOC 2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Assurance / Reporting Framework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Demonstrates and reports on the effectiveness of controls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Security, availability, processing integrity, confidentiality and privacy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07443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PCI DSS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Security Standard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Establishes security requirements for organizations handling payment-card data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Protection of payment-card information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638500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NIST Cybersecurity Framework (CSF)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Cybersecurity Framework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Provides a structured approach to managing cybersecurity risk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Identify, Protect, Detect, Respond, Recover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604069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NIST SP 800-53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Security &amp; Privacy Control Catalog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Provides detailed security and privacy controls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Access control, audit, incident response, configuration, risk assessment, etc.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713453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MITRE ATT&amp;CK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Threat-Informed Security Framework / Knowledge Base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Describes adversary behavior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Tactics, techniques and procedures (TTPs)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572463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ISMS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Management Framework/System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Provides the organizational structure for managing information security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Policies, procedures, processes, controls and continuous improvement</a:t>
                      </a:r>
                    </a:p>
                  </a:txBody>
                  <a:tcPr marL="101228" marR="66023" marT="77868" marB="778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840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4BAD5D-762E-306B-DFD3-45470CA36F94}"/>
              </a:ext>
            </a:extLst>
          </p:cNvPr>
          <p:cNvSpPr txBox="1"/>
          <p:nvPr/>
        </p:nvSpPr>
        <p:spPr>
          <a:xfrm>
            <a:off x="645459" y="112059"/>
            <a:ext cx="1154654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latin typeface="+mj-lt"/>
                <a:ea typeface="+mj-ea"/>
                <a:cs typeface="+mj-cs"/>
              </a:rPr>
              <a:t>Security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4400" b="1" dirty="0">
                <a:latin typeface="+mj-lt"/>
                <a:ea typeface="+mj-ea"/>
                <a:cs typeface="+mj-cs"/>
              </a:rPr>
              <a:t>Standard vs Security Framework </a:t>
            </a:r>
            <a:r>
              <a:rPr sz="4400" b="1" dirty="0">
                <a:latin typeface="+mj-lt"/>
                <a:ea typeface="+mj-ea"/>
                <a:cs typeface="+mj-cs"/>
              </a:rPr>
              <a:t>​</a:t>
            </a:r>
            <a:endParaRPr lang="en-US" sz="4400" b="1" dirty="0">
              <a:latin typeface="+mj-lt"/>
              <a:ea typeface="+mj-ea"/>
              <a:cs typeface="+mj-cs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7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8461-B30C-72E2-9AA5-44D15514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313"/>
            <a:ext cx="10515600" cy="1325563"/>
          </a:xfrm>
        </p:spPr>
        <p:txBody>
          <a:bodyPr/>
          <a:lstStyle/>
          <a:p>
            <a:r>
              <a:rPr lang="en-US" b="1" dirty="0"/>
              <a:t>Security Governance: Policies, Procedures, and Controls</a:t>
            </a:r>
            <a:endParaRPr lang="en-US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CC7181-3E40-8F22-722D-8E3BFB4C4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901031"/>
            <a:ext cx="96774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2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5A3F-D39F-4B12-92EC-B544A533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65FDA-E66E-4B9D-9566-9DFA94C9A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policy is a high-level statement that outlines an organization’s intentions, principles, and rules regarding a specific area of operation.</a:t>
            </a:r>
          </a:p>
          <a:p>
            <a:r>
              <a:rPr lang="en-US" dirty="0"/>
              <a:t>In ISMS Context: Information security policies define the organization's commitment to protecting information assets and set the tone for security practices.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“All employees must protect the confidentiality, integrity, and availability of company data and follow approved security procedures.”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08461-8196-4705-9CA5-C7EF0C784A5C}"/>
              </a:ext>
            </a:extLst>
          </p:cNvPr>
          <p:cNvSpPr txBox="1"/>
          <p:nvPr/>
        </p:nvSpPr>
        <p:spPr>
          <a:xfrm>
            <a:off x="10198924" y="112991"/>
            <a:ext cx="19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 Self Study</a:t>
            </a:r>
          </a:p>
        </p:txBody>
      </p:sp>
    </p:spTree>
    <p:extLst>
      <p:ext uri="{BB962C8B-B14F-4D97-AF65-F5344CB8AC3E}">
        <p14:creationId xmlns:p14="http://schemas.microsoft.com/office/powerpoint/2010/main" val="261755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828F-1603-4131-8458-CC96BD8A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19421-9B4D-4696-B6B4-439D34DA1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procedure is a detailed, step-by-step description of how to carry out a specific task or activity in accordance with a policy.</a:t>
            </a:r>
          </a:p>
          <a:p>
            <a:r>
              <a:rPr lang="en-US" dirty="0"/>
              <a:t>In ISMS Context: Procedures translate policies into actionable steps that employees can follow to ensure compliance and consistency.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 Password Management Procedure may include:</a:t>
            </a:r>
          </a:p>
          <a:p>
            <a:pPr lvl="2"/>
            <a:r>
              <a:rPr lang="en-US" dirty="0"/>
              <a:t>Minimum password length</a:t>
            </a:r>
          </a:p>
          <a:p>
            <a:pPr lvl="2"/>
            <a:r>
              <a:rPr lang="en-US" dirty="0"/>
              <a:t>Complexity requirements</a:t>
            </a:r>
          </a:p>
          <a:p>
            <a:pPr lvl="2"/>
            <a:r>
              <a:rPr lang="en-US" dirty="0"/>
              <a:t>Frequency of password changes</a:t>
            </a:r>
          </a:p>
          <a:p>
            <a:pPr lvl="2"/>
            <a:r>
              <a:rPr lang="en-US" dirty="0"/>
              <a:t>How to reset a forgotten password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74AAD-D72B-4D63-AE45-6D66922E6D1A}"/>
              </a:ext>
            </a:extLst>
          </p:cNvPr>
          <p:cNvSpPr txBox="1"/>
          <p:nvPr/>
        </p:nvSpPr>
        <p:spPr>
          <a:xfrm>
            <a:off x="10198924" y="112991"/>
            <a:ext cx="19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 Self Study</a:t>
            </a:r>
          </a:p>
        </p:txBody>
      </p:sp>
    </p:spTree>
    <p:extLst>
      <p:ext uri="{BB962C8B-B14F-4D97-AF65-F5344CB8AC3E}">
        <p14:creationId xmlns:p14="http://schemas.microsoft.com/office/powerpoint/2010/main" val="60500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5386-DC75-487D-817F-A70DA95A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F924F-4D75-47C5-8B45-368CEA6FA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process is a series of interrelated activities or tasks that collectively achieve a specific business objective.</a:t>
            </a:r>
          </a:p>
          <a:p>
            <a:r>
              <a:rPr lang="en-US" dirty="0"/>
              <a:t>In ISMS Context: Processes are broader than procedures and often involve multiple departments or systems working together to manage security risks.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The Risk Management Process may include:</a:t>
            </a:r>
          </a:p>
          <a:p>
            <a:pPr lvl="2"/>
            <a:r>
              <a:rPr lang="en-US" dirty="0"/>
              <a:t>Asset identification</a:t>
            </a:r>
          </a:p>
          <a:p>
            <a:pPr lvl="2"/>
            <a:r>
              <a:rPr lang="en-US" dirty="0"/>
              <a:t>Threat and vulnerability analysis</a:t>
            </a:r>
          </a:p>
          <a:p>
            <a:pPr lvl="2"/>
            <a:r>
              <a:rPr lang="en-US" dirty="0"/>
              <a:t>Risk evaluation</a:t>
            </a:r>
          </a:p>
          <a:p>
            <a:pPr lvl="2"/>
            <a:r>
              <a:rPr lang="en-US" dirty="0"/>
              <a:t>Risk treatment and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1B74A-3100-4CB1-A455-691BE70B0A76}"/>
              </a:ext>
            </a:extLst>
          </p:cNvPr>
          <p:cNvSpPr txBox="1"/>
          <p:nvPr/>
        </p:nvSpPr>
        <p:spPr>
          <a:xfrm>
            <a:off x="10198924" y="112991"/>
            <a:ext cx="19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 Self Study</a:t>
            </a:r>
          </a:p>
        </p:txBody>
      </p:sp>
    </p:spTree>
    <p:extLst>
      <p:ext uri="{BB962C8B-B14F-4D97-AF65-F5344CB8AC3E}">
        <p14:creationId xmlns:p14="http://schemas.microsoft.com/office/powerpoint/2010/main" val="327274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4EFC-458E-4963-AEAC-753142A4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3562-0596-4F4D-82B8-EE043FFCF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control is a measure or safeguard implemented to reduce or manage risk to an acceptable level.</a:t>
            </a:r>
          </a:p>
          <a:p>
            <a:r>
              <a:rPr lang="en-US" dirty="0"/>
              <a:t>In ISMS Context: Controls are selected based on risk assessments and are used to protect information assets from threats.</a:t>
            </a:r>
          </a:p>
          <a:p>
            <a:r>
              <a:rPr lang="en-US" dirty="0"/>
              <a:t>Types of Controls:</a:t>
            </a:r>
          </a:p>
          <a:p>
            <a:pPr lvl="1"/>
            <a:r>
              <a:rPr lang="en-US" dirty="0"/>
              <a:t>Administrative: Policies, training, procedures</a:t>
            </a:r>
          </a:p>
          <a:p>
            <a:pPr lvl="1"/>
            <a:r>
              <a:rPr lang="en-US" dirty="0"/>
              <a:t>Technical: Firewalls, encryption, access controls</a:t>
            </a:r>
          </a:p>
          <a:p>
            <a:pPr lvl="1"/>
            <a:r>
              <a:rPr lang="en-US" dirty="0"/>
              <a:t>Physical: Locks, surveillance, secure areas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“All sensitive data must be encrypted using AES-256 before transmission over public networks.”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A5652-09EB-4077-9172-650C4A023AC3}"/>
              </a:ext>
            </a:extLst>
          </p:cNvPr>
          <p:cNvSpPr txBox="1"/>
          <p:nvPr/>
        </p:nvSpPr>
        <p:spPr>
          <a:xfrm>
            <a:off x="10198924" y="112991"/>
            <a:ext cx="19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 Self Study</a:t>
            </a:r>
          </a:p>
        </p:txBody>
      </p:sp>
    </p:spTree>
    <p:extLst>
      <p:ext uri="{BB962C8B-B14F-4D97-AF65-F5344CB8AC3E}">
        <p14:creationId xmlns:p14="http://schemas.microsoft.com/office/powerpoint/2010/main" val="137142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3EE6BBB-7AC8-D887-5DB6-3D2F797B0DDB}"/>
              </a:ext>
            </a:extLst>
          </p:cNvPr>
          <p:cNvSpPr txBox="1">
            <a:spLocks/>
          </p:cNvSpPr>
          <p:nvPr/>
        </p:nvSpPr>
        <p:spPr>
          <a:xfrm>
            <a:off x="1137034" y="609597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Governance: Policies, Procedures, and Controls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spcAft>
                <a:spcPts val="600"/>
              </a:spcAft>
            </a:pP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566F3-CB40-4D59-1124-9E0C51CE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19" y="1905285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Case: Okta Support Account Compromise — 2022</a:t>
            </a:r>
            <a:endParaRPr lang="en-US" dirty="0"/>
          </a:p>
          <a:p>
            <a:r>
              <a:rPr lang="en-US" sz="2000" dirty="0"/>
              <a:t>In January 2022, an attacker gained access to an </a:t>
            </a:r>
            <a:r>
              <a:rPr lang="en-US" sz="2000" b="1" dirty="0"/>
              <a:t>Okta support employee's account</a:t>
            </a:r>
            <a:r>
              <a:rPr lang="en-US" sz="2000" dirty="0"/>
              <a:t>. Cloudflare, which used Okta for internal authentication, investigated the incident and examined authentication, password-reset, and MFA-related events</a:t>
            </a:r>
          </a:p>
          <a:p>
            <a:endParaRPr lang="en-US" sz="2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F8A0FE-F05A-73F0-3F8F-AD1E4C52E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903930"/>
              </p:ext>
            </p:extLst>
          </p:nvPr>
        </p:nvGraphicFramePr>
        <p:xfrm>
          <a:off x="5529384" y="1709615"/>
          <a:ext cx="6367759" cy="460329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182253">
                  <a:extLst>
                    <a:ext uri="{9D8B030D-6E8A-4147-A177-3AD203B41FA5}">
                      <a16:colId xmlns:a16="http://schemas.microsoft.com/office/drawing/2014/main" val="3135220452"/>
                    </a:ext>
                  </a:extLst>
                </a:gridCol>
                <a:gridCol w="4185506">
                  <a:extLst>
                    <a:ext uri="{9D8B030D-6E8A-4147-A177-3AD203B41FA5}">
                      <a16:colId xmlns:a16="http://schemas.microsoft.com/office/drawing/2014/main" val="1804629640"/>
                    </a:ext>
                  </a:extLst>
                </a:gridCol>
              </a:tblGrid>
              <a:tr h="300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Security concept</a:t>
                      </a:r>
                    </a:p>
                  </a:txBody>
                  <a:tcPr marL="47212" marR="47212" marT="23606" marB="23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What it means in this scenario</a:t>
                      </a:r>
                    </a:p>
                  </a:txBody>
                  <a:tcPr marL="47212" marR="47212" marT="23606" marB="23606" anchor="ctr"/>
                </a:tc>
                <a:extLst>
                  <a:ext uri="{0D108BD9-81ED-4DB2-BD59-A6C34878D82A}">
                    <a16:rowId xmlns:a16="http://schemas.microsoft.com/office/drawing/2014/main" val="3145753088"/>
                  </a:ext>
                </a:extLst>
              </a:tr>
              <a:tr h="693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Policy</a:t>
                      </a:r>
                    </a:p>
                  </a:txBody>
                  <a:tcPr marL="47212" marR="47212" marT="23606" marB="23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Account and authentication policy: Employees must protect their accounts, use approved authentication methods, and report suspicious authentication activity.</a:t>
                      </a:r>
                    </a:p>
                  </a:txBody>
                  <a:tcPr marL="47212" marR="47212" marT="23606" marB="23606" anchor="ctr"/>
                </a:tc>
                <a:extLst>
                  <a:ext uri="{0D108BD9-81ED-4DB2-BD59-A6C34878D82A}">
                    <a16:rowId xmlns:a16="http://schemas.microsoft.com/office/drawing/2014/main" val="3669141806"/>
                  </a:ext>
                </a:extLst>
              </a:tr>
              <a:tr h="90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Procedure</a:t>
                      </a:r>
                    </a:p>
                  </a:txBody>
                  <a:tcPr marL="47212" marR="47212" marT="23606" marB="23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Account compromise procedure: Verify the user's identity → suspend the affected account → investigate authentication logs → reset credentials → re-enroll/verify MFA → restore access.</a:t>
                      </a:r>
                    </a:p>
                  </a:txBody>
                  <a:tcPr marL="47212" marR="47212" marT="23606" marB="23606" anchor="ctr"/>
                </a:tc>
                <a:extLst>
                  <a:ext uri="{0D108BD9-81ED-4DB2-BD59-A6C34878D82A}">
                    <a16:rowId xmlns:a16="http://schemas.microsoft.com/office/drawing/2014/main" val="1502972844"/>
                  </a:ext>
                </a:extLst>
              </a:tr>
              <a:tr h="90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Process</a:t>
                      </a:r>
                    </a:p>
                  </a:txBody>
                  <a:tcPr marL="47212" marR="47212" marT="23606" marB="23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Identity and Access Management (IAM) process: User creation → authentication → access management → monitoring → password/MFA changes → periodic review → account termination.</a:t>
                      </a:r>
                    </a:p>
                  </a:txBody>
                  <a:tcPr marL="47212" marR="47212" marT="23606" marB="23606" anchor="ctr"/>
                </a:tc>
                <a:extLst>
                  <a:ext uri="{0D108BD9-81ED-4DB2-BD59-A6C34878D82A}">
                    <a16:rowId xmlns:a16="http://schemas.microsoft.com/office/drawing/2014/main" val="2248177045"/>
                  </a:ext>
                </a:extLst>
              </a:tr>
              <a:tr h="693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Controls</a:t>
                      </a:r>
                    </a:p>
                  </a:txBody>
                  <a:tcPr marL="47212" marR="47212" marT="23606" marB="23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MFA, access controls, authentication logging, privileged-access controls, password-reset controls, and monitoring.</a:t>
                      </a:r>
                    </a:p>
                  </a:txBody>
                  <a:tcPr marL="47212" marR="47212" marT="23606" marB="23606" anchor="ctr"/>
                </a:tc>
                <a:extLst>
                  <a:ext uri="{0D108BD9-81ED-4DB2-BD59-A6C34878D82A}">
                    <a16:rowId xmlns:a16="http://schemas.microsoft.com/office/drawing/2014/main" val="1744226039"/>
                  </a:ext>
                </a:extLst>
              </a:tr>
              <a:tr h="90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SOC</a:t>
                      </a:r>
                    </a:p>
                  </a:txBody>
                  <a:tcPr marL="47212" marR="47212" marT="23606" marB="23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Monitor → Detect → Investigate → Contain → Recover → Review. The SOC examines suspicious password/MFA changes and authentication activity and initiates the appropriate response.</a:t>
                      </a:r>
                    </a:p>
                  </a:txBody>
                  <a:tcPr marL="47212" marR="47212" marT="23606" marB="23606" anchor="ctr"/>
                </a:tc>
                <a:extLst>
                  <a:ext uri="{0D108BD9-81ED-4DB2-BD59-A6C34878D82A}">
                    <a16:rowId xmlns:a16="http://schemas.microsoft.com/office/drawing/2014/main" val="460729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15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39993" y="0"/>
            <a:ext cx="3652007" cy="6316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937961D-C358-4AFA-8E7D-656426986F91}"/>
              </a:ext>
            </a:extLst>
          </p:cNvPr>
          <p:cNvSpPr txBox="1">
            <a:spLocks/>
          </p:cNvSpPr>
          <p:nvPr/>
        </p:nvSpPr>
        <p:spPr>
          <a:xfrm>
            <a:off x="123244" y="1818402"/>
            <a:ext cx="10515600" cy="2852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ISO/IEC 27001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FDC03C2-E825-4695-8DBD-A4064EC01516}"/>
              </a:ext>
            </a:extLst>
          </p:cNvPr>
          <p:cNvSpPr txBox="1">
            <a:spLocks/>
          </p:cNvSpPr>
          <p:nvPr/>
        </p:nvSpPr>
        <p:spPr>
          <a:xfrm>
            <a:off x="270315" y="2703095"/>
            <a:ext cx="7749560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international standard for information security management.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CAB30-FE13-4DCC-A814-59186E5D3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597" y="364178"/>
            <a:ext cx="3686792" cy="18526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4B6E36-DE1A-65B2-5592-03178CA67A7E}"/>
              </a:ext>
            </a:extLst>
          </p:cNvPr>
          <p:cNvSpPr txBox="1"/>
          <p:nvPr/>
        </p:nvSpPr>
        <p:spPr>
          <a:xfrm>
            <a:off x="526785" y="3786445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>
              <a:buFont typeface=""/>
              <a:buChar char="•"/>
            </a:pPr>
            <a:r>
              <a:rPr lang="en-US" dirty="0"/>
              <a:t>Purpose </a:t>
            </a:r>
          </a:p>
          <a:p>
            <a:pPr>
              <a:buFont typeface=""/>
              <a:buChar char="•"/>
            </a:pPr>
            <a:r>
              <a:rPr lang="en-US" dirty="0"/>
              <a:t>Scope </a:t>
            </a:r>
          </a:p>
          <a:p>
            <a:pPr>
              <a:buFont typeface=""/>
              <a:buChar char="•"/>
            </a:pPr>
            <a:r>
              <a:rPr lang="en-US" dirty="0"/>
              <a:t>Risk-based approach </a:t>
            </a:r>
          </a:p>
          <a:p>
            <a:pPr>
              <a:buFont typeface=""/>
              <a:buChar char="•"/>
            </a:pPr>
            <a:r>
              <a:rPr lang="en-US" dirty="0"/>
              <a:t>ISMS </a:t>
            </a:r>
          </a:p>
          <a:p>
            <a:pPr>
              <a:buFont typeface=""/>
              <a:buChar char="•"/>
            </a:pPr>
            <a:r>
              <a:rPr lang="en-US" dirty="0"/>
              <a:t>Annex A controls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072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6" title="What is ISO 27001? | A Brief Summary of the Standard">
            <a:hlinkClick r:id="" action="ppaction://media"/>
            <a:extLst>
              <a:ext uri="{FF2B5EF4-FFF2-40B4-BE49-F238E27FC236}">
                <a16:creationId xmlns:a16="http://schemas.microsoft.com/office/drawing/2014/main" id="{6D64C301-39F3-4272-AF5D-8EEA1DE478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05406" y="663130"/>
            <a:ext cx="9790688" cy="5531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ADA13B-4CB2-4AB0-BC6E-D7274D7CCCD8}"/>
              </a:ext>
            </a:extLst>
          </p:cNvPr>
          <p:cNvSpPr txBox="1"/>
          <p:nvPr/>
        </p:nvSpPr>
        <p:spPr>
          <a:xfrm>
            <a:off x="8601075" y="648866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https://youtu.be/x792wXSeAhA</a:t>
            </a: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1C0C9-5CBD-47B2-B41D-1761872B70E3}"/>
              </a:ext>
            </a:extLst>
          </p:cNvPr>
          <p:cNvSpPr txBox="1"/>
          <p:nvPr/>
        </p:nvSpPr>
        <p:spPr>
          <a:xfrm>
            <a:off x="83344" y="6488668"/>
            <a:ext cx="47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https://www.itgovernance.co.uk/iso27001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163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B4CA-73C8-4D5C-8272-D2E98F60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 27001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05BC-DB43-4403-BB51-116084D76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ISO/IEC 27001 is designed to help organizations protect their information assets systematically and cost-effectively, through the adoption of an Information Security Management System (ISMS).</a:t>
            </a:r>
          </a:p>
          <a:p>
            <a:r>
              <a:rPr lang="en-US" dirty="0"/>
              <a:t>Why is it needed?</a:t>
            </a:r>
          </a:p>
          <a:p>
            <a:pPr lvl="1"/>
            <a:r>
              <a:rPr lang="en-US" dirty="0"/>
              <a:t>Cyber threats, data breaches, and regulatory requirements are increasing.</a:t>
            </a:r>
          </a:p>
          <a:p>
            <a:pPr lvl="1"/>
            <a:r>
              <a:rPr lang="en-US" dirty="0"/>
              <a:t>Organizations need a structured way to manage risks to their information.</a:t>
            </a:r>
          </a:p>
          <a:p>
            <a:pPr lvl="1"/>
            <a:r>
              <a:rPr lang="en-US" dirty="0"/>
              <a:t>ISO/IEC 27001 provides internationally recognized best practices for information security.</a:t>
            </a:r>
          </a:p>
        </p:txBody>
      </p:sp>
    </p:spTree>
    <p:extLst>
      <p:ext uri="{BB962C8B-B14F-4D97-AF65-F5344CB8AC3E}">
        <p14:creationId xmlns:p14="http://schemas.microsoft.com/office/powerpoint/2010/main" val="334648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B4CA-73C8-4D5C-8272-D2E98F60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 27001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05BC-DB43-4403-BB51-116084D76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Scope:</a:t>
            </a:r>
          </a:p>
          <a:p>
            <a:pPr lvl="1"/>
            <a:r>
              <a:rPr lang="en-US" dirty="0"/>
              <a:t>Who can use it? Any organization, regardless of size, industry, or geography.</a:t>
            </a:r>
          </a:p>
          <a:p>
            <a:pPr lvl="1"/>
            <a:r>
              <a:rPr lang="en-US" dirty="0"/>
              <a:t>What does it cover? All types of information: digital (databases, emails), physical (paper records), intellectual property, and even spoken information.</a:t>
            </a:r>
          </a:p>
          <a:p>
            <a:pPr lvl="1"/>
            <a:r>
              <a:rPr lang="en-US" dirty="0"/>
              <a:t>How is scope defined? Each organization defines its own ISMS scope, which could be the whole company or just a specific department, process, or location. The scope is documented and justified in the ISMS documentation.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 hospital may apply ISO/IEC 27001 to its patient records management system, while a software company may apply it to its entire IT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041562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146C-7DCE-4E25-F042-66EAE4EF5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70" y="1193386"/>
            <a:ext cx="10515600" cy="1325563"/>
          </a:xfrm>
        </p:spPr>
        <p:txBody>
          <a:bodyPr>
            <a:normAutofit fontScale="90000"/>
          </a:bodyPr>
          <a:lstStyle/>
          <a:p>
            <a:pPr marL="228600" indent="-228600">
              <a:spcBef>
                <a:spcPts val="1000"/>
              </a:spcBef>
            </a:pPr>
            <a:r>
              <a:rPr lang="en-US" dirty="0"/>
              <a:t>ISO/IEC 27001</a:t>
            </a:r>
            <a:r>
              <a:rPr lang="en-US" sz="2800" dirty="0">
                <a:latin typeface="Aptos"/>
              </a:rPr>
              <a:t>Annex A Controls:</a:t>
            </a:r>
          </a:p>
          <a:p>
            <a:pPr marL="685800" lvl="1" indent="-228600">
              <a:spcBef>
                <a:spcPts val="500"/>
              </a:spcBef>
            </a:pPr>
            <a:r>
              <a:rPr lang="en-US" sz="2400" dirty="0">
                <a:latin typeface="Aptos"/>
              </a:rPr>
              <a:t>Annex A provides a catalog of 93 controls (as of the 2022 version), grouped into: four themes: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A46D13-27AB-E8D9-55B9-260931155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44" t="18020" r="-680" b="-762"/>
          <a:stretch>
            <a:fillRect/>
          </a:stretch>
        </p:blipFill>
        <p:spPr>
          <a:xfrm>
            <a:off x="1127392" y="2101712"/>
            <a:ext cx="9605926" cy="42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58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A782-F5E5-4C38-80B2-AE836994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Security Management System (ISMS)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ED80-935F-4206-B7AC-0B4694AF5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68000" cy="4879975"/>
          </a:xfrm>
        </p:spPr>
        <p:txBody>
          <a:bodyPr>
            <a:normAutofit/>
          </a:bodyPr>
          <a:lstStyle/>
          <a:p>
            <a:r>
              <a:rPr lang="en-US" sz="2400" dirty="0"/>
              <a:t>ISMS is a </a:t>
            </a:r>
            <a:r>
              <a:rPr lang="en-US" sz="2400" b="1" dirty="0">
                <a:solidFill>
                  <a:srgbClr val="FF0000"/>
                </a:solidFill>
              </a:rPr>
              <a:t>structured framework </a:t>
            </a:r>
            <a:r>
              <a:rPr lang="en-US" sz="2400" dirty="0"/>
              <a:t>of policies, procedures, processes, and controls designed to systematically manage and protect an organization’s information assets.</a:t>
            </a:r>
          </a:p>
          <a:p>
            <a:r>
              <a:rPr lang="en-US" sz="2400" dirty="0"/>
              <a:t>The primary goal of an ISMS is to ensure the confidentiality, integrity, and availability of information by applying a risk management approach. </a:t>
            </a:r>
          </a:p>
          <a:p>
            <a:r>
              <a:rPr lang="en-US" sz="2400" dirty="0"/>
              <a:t>It helps organizations identify potential threats, assess vulnerabilities, and implement appropriate safeguards to mitigate risks.</a:t>
            </a:r>
          </a:p>
          <a:p>
            <a:r>
              <a:rPr lang="en-US" sz="2400" dirty="0"/>
              <a:t>Key Characteristics of ISMS as a Framework:</a:t>
            </a:r>
          </a:p>
          <a:p>
            <a:pPr lvl="1"/>
            <a:r>
              <a:rPr lang="en-US" sz="2000" dirty="0"/>
              <a:t>Based on ISO/IEC 27001: </a:t>
            </a:r>
            <a:r>
              <a:rPr lang="en-US" sz="2000" dirty="0">
                <a:solidFill>
                  <a:srgbClr val="FF0000"/>
                </a:solidFill>
              </a:rPr>
              <a:t>The international standard for ISMS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Risk-Based Approach: Identifies and mitigates risks to information security.</a:t>
            </a:r>
          </a:p>
          <a:p>
            <a:pPr lvl="1"/>
            <a:r>
              <a:rPr lang="en-US" sz="2000" dirty="0"/>
              <a:t>Continuous Improvement: Uses the PDCA (Plan-Do-Check-Act) cycle.</a:t>
            </a:r>
          </a:p>
          <a:p>
            <a:pPr lvl="1"/>
            <a:r>
              <a:rPr lang="en-US" sz="2000" dirty="0"/>
              <a:t>Scalable and Flexible: Can be adapted to different types of organizations, including universities.</a:t>
            </a:r>
          </a:p>
        </p:txBody>
      </p:sp>
    </p:spTree>
    <p:extLst>
      <p:ext uri="{BB962C8B-B14F-4D97-AF65-F5344CB8AC3E}">
        <p14:creationId xmlns:p14="http://schemas.microsoft.com/office/powerpoint/2010/main" val="3853436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E2CF-0825-4C17-925D-CAFFA695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ISMS Lifecycle: Plan-Do-Check-Act (PDCA)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6D6BF-6947-4C05-8D6D-375A079F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PDCA cycle ensures continuous improvement of the ISMS: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C9B9F6A-6AA0-4FF6-BCAF-CD40FFB0BF31}"/>
              </a:ext>
            </a:extLst>
          </p:cNvPr>
          <p:cNvGraphicFramePr/>
          <p:nvPr/>
        </p:nvGraphicFramePr>
        <p:xfrm>
          <a:off x="1612900" y="2662767"/>
          <a:ext cx="89662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99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319F-A264-431C-B9A9-719AD4A8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 a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2CD51-0E10-4106-9B90-F3521475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guidelines and controls for information security.</a:t>
            </a:r>
          </a:p>
          <a:p>
            <a:r>
              <a:rPr lang="en-US" dirty="0"/>
              <a:t>Ensures the SOC is aligned with international best practices.</a:t>
            </a:r>
          </a:p>
          <a:p>
            <a:r>
              <a:rPr lang="en-US" dirty="0"/>
              <a:t>Helps define policies, procedures, and risk management for SOC operations.</a:t>
            </a:r>
          </a:p>
          <a:p>
            <a:r>
              <a:rPr lang="en-US" dirty="0"/>
              <a:t>Supports compliance and audit readiness.</a:t>
            </a:r>
          </a:p>
          <a:p>
            <a:r>
              <a:rPr lang="en-US" dirty="0"/>
              <a:t>Guides SOC teams on incident response processes (e.g., ISO/IEC 27035).</a:t>
            </a:r>
          </a:p>
          <a:p>
            <a:r>
              <a:rPr lang="en-US" dirty="0"/>
              <a:t>Establishes a continuous improvement cycle for monitoring, detection, and response.</a:t>
            </a:r>
          </a:p>
        </p:txBody>
      </p:sp>
    </p:spTree>
    <p:extLst>
      <p:ext uri="{BB962C8B-B14F-4D97-AF65-F5344CB8AC3E}">
        <p14:creationId xmlns:p14="http://schemas.microsoft.com/office/powerpoint/2010/main" val="39152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1C54-4542-741F-68D3-1B04FCE7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39" y="1012536"/>
            <a:ext cx="4613300" cy="31632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/>
              <a:t>Cybersecurity risk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52145-852C-9098-8C18-957DBF8B1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5655" y="2409318"/>
            <a:ext cx="5535754" cy="119281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NIST Cybersecurity Framework (CSF)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2DDF8-1C86-B4D7-3895-F2CDF673CEAF}"/>
              </a:ext>
            </a:extLst>
          </p:cNvPr>
          <p:cNvSpPr txBox="1"/>
          <p:nvPr/>
        </p:nvSpPr>
        <p:spPr>
          <a:xfrm>
            <a:off x="697395" y="3957727"/>
            <a:ext cx="489854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767676"/>
                </a:solidFill>
                <a:latin typeface="Aptos"/>
              </a:rPr>
              <a:t>Catalog of privacy and security controls for information systems</a:t>
            </a:r>
            <a:r>
              <a:rPr sz="2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39993" y="0"/>
            <a:ext cx="365200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3DB57-9DBB-09FD-4B61-E232BD95B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"/>
          <a:stretch>
            <a:fillRect/>
          </a:stretch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82036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0D3C6E-5FC3-49D2-B807-4C1D773D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Cybersecurity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F6A42F-7494-4F52-B40E-417C23936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NIST Cybersecurity Framework (NIST CSF) is a widely adopted set of guidelines and best practices designed to help organizations manage and </a:t>
            </a:r>
            <a:r>
              <a:rPr lang="en-US" dirty="0">
                <a:solidFill>
                  <a:srgbClr val="C00000"/>
                </a:solidFill>
              </a:rPr>
              <a:t>reduce cybersecurity risk. </a:t>
            </a:r>
          </a:p>
          <a:p>
            <a:r>
              <a:rPr lang="en-US" dirty="0"/>
              <a:t>Developed by the U.S. National Institute of Standards and Technology (NIST), it provides a </a:t>
            </a:r>
            <a:r>
              <a:rPr lang="en-US" dirty="0">
                <a:solidFill>
                  <a:srgbClr val="C00000"/>
                </a:solidFill>
              </a:rPr>
              <a:t>flexible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repeatable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cost</a:t>
            </a:r>
            <a:r>
              <a:rPr lang="en-US" dirty="0"/>
              <a:t>-</a:t>
            </a:r>
            <a:r>
              <a:rPr lang="en-US" dirty="0">
                <a:solidFill>
                  <a:srgbClr val="C00000"/>
                </a:solidFill>
              </a:rPr>
              <a:t>effective </a:t>
            </a:r>
            <a:r>
              <a:rPr lang="en-US" dirty="0"/>
              <a:t>approach for organizations of all sizes and industries.</a:t>
            </a:r>
          </a:p>
        </p:txBody>
      </p:sp>
    </p:spTree>
    <p:extLst>
      <p:ext uri="{BB962C8B-B14F-4D97-AF65-F5344CB8AC3E}">
        <p14:creationId xmlns:p14="http://schemas.microsoft.com/office/powerpoint/2010/main" val="4243035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59C7-A70F-4C1B-B3BC-F02D86DC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 of the NIST CSF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B70DB-C6AB-572A-D40C-4ADF4558A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NIST CSF Categories: Description, Examples, and Best Practices - Device42">
            <a:extLst>
              <a:ext uri="{FF2B5EF4-FFF2-40B4-BE49-F238E27FC236}">
                <a16:creationId xmlns:a16="http://schemas.microsoft.com/office/drawing/2014/main" id="{9F25596C-FFE8-40F3-A795-0B4ADB62E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291" y="1964531"/>
            <a:ext cx="397668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9A7A91B-6365-457A-9600-4EE6E18C0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539348"/>
              </p:ext>
            </p:extLst>
          </p:nvPr>
        </p:nvGraphicFramePr>
        <p:xfrm>
          <a:off x="844551" y="1824435"/>
          <a:ext cx="565785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577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IST CSF Categories: Description, Examples, and Best Practices - Device42">
            <a:extLst>
              <a:ext uri="{FF2B5EF4-FFF2-40B4-BE49-F238E27FC236}">
                <a16:creationId xmlns:a16="http://schemas.microsoft.com/office/drawing/2014/main" id="{98EEBD5E-2542-4BAD-B3A1-783340B0D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" y="1984217"/>
            <a:ext cx="4179888" cy="362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FFFBD-C790-4ABF-8B41-5BCC2595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 of the NIST CSF</a:t>
            </a:r>
          </a:p>
          <a:p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215D19F-F3DD-41A6-89B0-13838AF538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634399"/>
              </p:ext>
            </p:extLst>
          </p:nvPr>
        </p:nvGraphicFramePr>
        <p:xfrm>
          <a:off x="5181600" y="1686560"/>
          <a:ext cx="6241522" cy="448016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769561">
                  <a:extLst>
                    <a:ext uri="{9D8B030D-6E8A-4147-A177-3AD203B41FA5}">
                      <a16:colId xmlns:a16="http://schemas.microsoft.com/office/drawing/2014/main" val="107618843"/>
                    </a:ext>
                  </a:extLst>
                </a:gridCol>
                <a:gridCol w="4471961">
                  <a:extLst>
                    <a:ext uri="{9D8B030D-6E8A-4147-A177-3AD203B41FA5}">
                      <a16:colId xmlns:a16="http://schemas.microsoft.com/office/drawing/2014/main" val="2062087980"/>
                    </a:ext>
                  </a:extLst>
                </a:gridCol>
              </a:tblGrid>
              <a:tr h="518271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Function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Example Activities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3812028256"/>
                  </a:ext>
                </a:extLst>
              </a:tr>
              <a:tr h="51827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Identify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Asset management, risk assessment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2265137074"/>
                  </a:ext>
                </a:extLst>
              </a:tr>
              <a:tr h="86378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Protect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Access control, data security, awareness training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2444776907"/>
                  </a:ext>
                </a:extLst>
              </a:tr>
              <a:tr h="86378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Detect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Anomaly detection, continuous monitoring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359763913"/>
                  </a:ext>
                </a:extLst>
              </a:tr>
              <a:tr h="86378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Respond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Incident response planning, communications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862467284"/>
                  </a:ext>
                </a:extLst>
              </a:tr>
              <a:tr h="85226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Recover</a:t>
                      </a:r>
                    </a:p>
                  </a:txBody>
                  <a:tcPr marL="114300" marR="76200" marT="76200" marB="571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Backup, disaster recovery, improvements</a:t>
                      </a:r>
                    </a:p>
                  </a:txBody>
                  <a:tcPr marL="114300" marR="76200" marT="76200" marB="57150"/>
                </a:tc>
                <a:extLst>
                  <a:ext uri="{0D108BD9-81ED-4DB2-BD59-A6C34878D82A}">
                    <a16:rowId xmlns:a16="http://schemas.microsoft.com/office/drawing/2014/main" val="375015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965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62FD-D503-4272-9511-D6308994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NIST CSF is important in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772F-0B71-46D9-A96B-3428D2EC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Provides a Structured Approach</a:t>
            </a:r>
          </a:p>
          <a:p>
            <a:pPr lvl="1"/>
            <a:r>
              <a:rPr lang="en-US" sz="1600" dirty="0"/>
              <a:t>The NIST CSF gives SOC teams a clear, organized way to manage cybersecurity risks.</a:t>
            </a:r>
          </a:p>
          <a:p>
            <a:pPr lvl="1"/>
            <a:r>
              <a:rPr lang="en-US" sz="1600" dirty="0"/>
              <a:t>It breaks down security activities into the five core functions (Identify, Protect, Detect, Respond, Recover), which map directly to SOC responsibilities.</a:t>
            </a:r>
          </a:p>
          <a:p>
            <a:r>
              <a:rPr lang="en-US" sz="2000" dirty="0"/>
              <a:t>Enhances Threat Detection and Response</a:t>
            </a:r>
          </a:p>
          <a:p>
            <a:pPr lvl="1"/>
            <a:r>
              <a:rPr lang="en-US" sz="1600" dirty="0"/>
              <a:t>The Detect and Respond functions are central to SOC operations.</a:t>
            </a:r>
          </a:p>
          <a:p>
            <a:pPr lvl="1"/>
            <a:r>
              <a:rPr lang="en-US" sz="1600" dirty="0"/>
              <a:t>The framework helps SOCs develop processes for monitoring, analyzing, and responding to security incidents efficiently.</a:t>
            </a:r>
          </a:p>
          <a:p>
            <a:r>
              <a:rPr lang="en-US" sz="2000" dirty="0"/>
              <a:t>Supports Continuous Improvement</a:t>
            </a:r>
          </a:p>
          <a:p>
            <a:pPr lvl="1"/>
            <a:r>
              <a:rPr lang="en-US" sz="1600" dirty="0"/>
              <a:t>The NIST CSF encourages regular assessment and improvement of security processes.</a:t>
            </a:r>
          </a:p>
          <a:p>
            <a:pPr lvl="1"/>
            <a:r>
              <a:rPr lang="en-US" sz="1600" dirty="0"/>
              <a:t>SOCs can use the framework to identify gaps, measure maturity, and prioritize improvements.</a:t>
            </a:r>
          </a:p>
          <a:p>
            <a:r>
              <a:rPr lang="en-US" sz="2000" dirty="0"/>
              <a:t>Facilitates Communication</a:t>
            </a:r>
          </a:p>
          <a:p>
            <a:pPr lvl="1"/>
            <a:r>
              <a:rPr lang="en-US" sz="1600" dirty="0"/>
              <a:t>The framework uses common language, making it easier for SOC analysts to communicate with management, auditors, and other departments.</a:t>
            </a:r>
          </a:p>
          <a:p>
            <a:pPr lvl="1"/>
            <a:r>
              <a:rPr lang="en-US" sz="1600" dirty="0"/>
              <a:t>This helps align security operations with business objectives.</a:t>
            </a:r>
          </a:p>
          <a:p>
            <a:r>
              <a:rPr lang="en-US" sz="2000" dirty="0"/>
              <a:t>Compliance and Best Practices</a:t>
            </a:r>
          </a:p>
          <a:p>
            <a:pPr lvl="1"/>
            <a:r>
              <a:rPr lang="en-US" sz="1600" dirty="0"/>
              <a:t>Many regulations and standards reference or align with the NIST CSF.</a:t>
            </a:r>
          </a:p>
          <a:p>
            <a:pPr lvl="1"/>
            <a:r>
              <a:rPr lang="en-US" sz="1600" dirty="0"/>
              <a:t>Using the framework helps SOCs demonstrate compliance and follow industry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852617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EB88B-980A-1198-F1CC-CF3A7533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456BE050-35E9-4477-B06D-61EEB3D9147B}"/>
              </a:ext>
            </a:extLst>
          </p:cNvPr>
          <p:cNvSpPr>
            <a:spLocks noGrp="1"/>
          </p:cNvSpPr>
          <p:nvPr/>
        </p:nvSpPr>
        <p:spPr>
          <a:xfrm>
            <a:off x="380666" y="-4762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NIST SP 800-53​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566C88B-CFA3-425B-872E-B8B470CB41B9}"/>
              </a:ext>
            </a:extLst>
          </p:cNvPr>
          <p:cNvSpPr>
            <a:spLocks noGrp="1"/>
          </p:cNvSpPr>
          <p:nvPr/>
        </p:nvSpPr>
        <p:spPr>
          <a:xfrm>
            <a:off x="470903" y="2915069"/>
            <a:ext cx="5577559" cy="1500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767676"/>
                </a:solidFill>
                <a:ea typeface="+mn-lt"/>
                <a:cs typeface="+mn-lt"/>
              </a:rPr>
              <a:t>Detailed security controls</a:t>
            </a:r>
            <a:endParaRPr lang="en-US" b="1" dirty="0">
              <a:solidFill>
                <a:srgbClr val="767676"/>
              </a:solidFill>
            </a:endParaRPr>
          </a:p>
          <a:p>
            <a:r>
              <a:rPr lang="en-US" b="1" dirty="0">
                <a:solidFill>
                  <a:srgbClr val="767676"/>
                </a:solidFill>
              </a:rPr>
              <a:t>Catalog of privacy and security controls for information systems</a:t>
            </a:r>
          </a:p>
        </p:txBody>
      </p:sp>
      <p:sp>
        <p:nvSpPr>
          <p:cNvPr id="2" name="Rectangle 1"/>
          <p:cNvSpPr/>
          <p:nvPr/>
        </p:nvSpPr>
        <p:spPr>
          <a:xfrm>
            <a:off x="8095376" y="0"/>
            <a:ext cx="4096624" cy="6795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AC2EF-46F4-E031-8C44-9C355A9BC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728" y="823647"/>
            <a:ext cx="4662738" cy="465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77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3263-7FAB-4CA3-BCDA-E965AA03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SP 800-53​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7351-0247-464C-AF49-6C89A440A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It is a collection of specific safeguarding measures that can be used to protect an organization’s operations and data and the privacy of individuals.</a:t>
            </a:r>
            <a:endParaRPr lang="en-US"/>
          </a:p>
          <a:p>
            <a:r>
              <a:rPr lang="en-US" dirty="0"/>
              <a:t>Applies to both IT systems and operational technology (OT) environments.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To provide a standardized set of security and privacy controls for information systems.</a:t>
            </a:r>
          </a:p>
          <a:p>
            <a:pPr lvl="1"/>
            <a:r>
              <a:rPr lang="en-US" dirty="0"/>
              <a:t>To help organizations manage risk and protect the confidentiality, integrity, and availability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82616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236F-3C7D-4481-883F-93E20173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NIST SP 800-53 is required in SOC?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49AC-4A34-4B11-BD05-D39C6F26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308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Provides a catalog of </a:t>
            </a:r>
            <a:r>
              <a:rPr lang="en-US" sz="2000" dirty="0">
                <a:solidFill>
                  <a:srgbClr val="C00000"/>
                </a:solidFill>
              </a:rPr>
              <a:t>security controls </a:t>
            </a:r>
            <a:r>
              <a:rPr lang="en-US" sz="2000" dirty="0"/>
              <a:t>(access control, incident response, monitoring, audit logging, etc.) that a SOC can map directly to its daily operations.</a:t>
            </a:r>
          </a:p>
          <a:p>
            <a:r>
              <a:rPr lang="en-US" sz="2000" dirty="0"/>
              <a:t>Defines </a:t>
            </a:r>
            <a:r>
              <a:rPr lang="en-US" sz="2000" dirty="0">
                <a:solidFill>
                  <a:srgbClr val="C00000"/>
                </a:solidFill>
              </a:rPr>
              <a:t>requirements</a:t>
            </a:r>
            <a:r>
              <a:rPr lang="en-US" sz="2000" dirty="0"/>
              <a:t> for audit logs, continuous monitoring, and intrusion detection that SOCs must implement.</a:t>
            </a:r>
          </a:p>
          <a:p>
            <a:r>
              <a:rPr lang="en-US" sz="2000" dirty="0"/>
              <a:t>Ensures the SOC has proper </a:t>
            </a:r>
            <a:r>
              <a:rPr lang="en-US" sz="2000" dirty="0">
                <a:solidFill>
                  <a:srgbClr val="C00000"/>
                </a:solidFill>
              </a:rPr>
              <a:t>visibility</a:t>
            </a:r>
            <a:r>
              <a:rPr lang="en-US" sz="2000" dirty="0"/>
              <a:t> into systems, networks, and user activities for threat detection.</a:t>
            </a:r>
          </a:p>
          <a:p>
            <a:pPr lvl="1"/>
            <a:r>
              <a:rPr lang="en-US" sz="1800" i="1" dirty="0"/>
              <a:t>Example: Controls like AU-2 (Audit Events) and AU-6 (Audit Review, Analysis, and Reporting) require organizations to collect detailed logs (system events, errors, configuration changes).</a:t>
            </a:r>
          </a:p>
          <a:p>
            <a:r>
              <a:rPr lang="en-US" sz="2000" dirty="0"/>
              <a:t>Maps to the </a:t>
            </a:r>
            <a:r>
              <a:rPr lang="en-US" sz="2000" dirty="0">
                <a:solidFill>
                  <a:srgbClr val="C00000"/>
                </a:solidFill>
              </a:rPr>
              <a:t>Incident Response </a:t>
            </a:r>
            <a:r>
              <a:rPr lang="en-US" sz="2000" dirty="0"/>
              <a:t>controls (IR family) in NIST SP 800-53, which guide SOC teams on:</a:t>
            </a:r>
          </a:p>
          <a:p>
            <a:pPr lvl="1"/>
            <a:r>
              <a:rPr lang="en-US" sz="1800" dirty="0"/>
              <a:t>Detecting and analyzing incidents</a:t>
            </a:r>
          </a:p>
          <a:p>
            <a:pPr lvl="1"/>
            <a:r>
              <a:rPr lang="en-US" sz="1800" dirty="0"/>
              <a:t>Documenting and reporting incidents</a:t>
            </a:r>
          </a:p>
          <a:p>
            <a:pPr lvl="1"/>
            <a:r>
              <a:rPr lang="en-US" sz="1800" dirty="0"/>
              <a:t>Coordinating with stakeholders</a:t>
            </a:r>
          </a:p>
          <a:p>
            <a:r>
              <a:rPr lang="en-US" sz="2000" dirty="0"/>
              <a:t>Many organizations (especially government and regulated industries) require alignment with NIST 800-53. As it will provide a baseline for </a:t>
            </a:r>
            <a:r>
              <a:rPr lang="en-US" sz="2000" dirty="0">
                <a:solidFill>
                  <a:srgbClr val="C00000"/>
                </a:solidFill>
              </a:rPr>
              <a:t>compliance auditing </a:t>
            </a:r>
            <a:r>
              <a:rPr lang="en-US" sz="2000" dirty="0"/>
              <a:t>and to ensure their monitoring activities cover all required control families.</a:t>
            </a:r>
          </a:p>
        </p:txBody>
      </p:sp>
    </p:spTree>
    <p:extLst>
      <p:ext uri="{BB962C8B-B14F-4D97-AF65-F5344CB8AC3E}">
        <p14:creationId xmlns:p14="http://schemas.microsoft.com/office/powerpoint/2010/main" val="870468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DC34F8-CC64-4B39-B9AC-44FD8BEF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SP 800-53​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258D-201E-4245-9B09-25CBE82AB1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NIST SP 800-53  lists </a:t>
            </a:r>
            <a:r>
              <a:rPr lang="en-US" dirty="0">
                <a:solidFill>
                  <a:srgbClr val="FF0000"/>
                </a:solidFill>
              </a:rPr>
              <a:t>20 familie</a:t>
            </a:r>
            <a:r>
              <a:rPr lang="en-US" dirty="0"/>
              <a:t>s of controls that provide operational and technical safeguards to ensure the privacy, integrity, and security of information systems.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3F7711-9E99-4B7C-A4DE-A8E2EA735B5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29168" y="911248"/>
            <a:ext cx="5720972" cy="504753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Examples include: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 – Access Control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Who can access systems and data, and under what conditions.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 – Audit and Accountability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Logging, monitoring, and traceability.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CM – Configuration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Secure baseline configurations, change control.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CP – Contingency Planning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Backup, recovery, and continuity.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– Incident Response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Preparation, detection, analysis, and recovery.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 – Risk Assessment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Identifying and evaluating risks.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 – System and Communications Protection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Encryption, boundary defense, network security.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– System and Information Integrity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Patch management, malware defense.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 – Planning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Security plans, strategy, documentation.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PM – Program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Enterprise-wide governance.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PT – Privacy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Controls for handling personally identifiable information (PII).</a:t>
            </a:r>
          </a:p>
        </p:txBody>
      </p:sp>
    </p:spTree>
    <p:extLst>
      <p:ext uri="{BB962C8B-B14F-4D97-AF65-F5344CB8AC3E}">
        <p14:creationId xmlns:p14="http://schemas.microsoft.com/office/powerpoint/2010/main" val="2535020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F6472-F67B-8EF5-B7FD-0CB4E85F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539993" y="0"/>
            <a:ext cx="365200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12655D-61D3-1894-4AF5-2E66ADB53F51}"/>
              </a:ext>
            </a:extLst>
          </p:cNvPr>
          <p:cNvSpPr>
            <a:spLocks noGrp="1"/>
          </p:cNvSpPr>
          <p:nvPr/>
        </p:nvSpPr>
        <p:spPr>
          <a:xfrm>
            <a:off x="380666" y="1850106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Service Organization </a:t>
            </a:r>
            <a:br>
              <a:rPr lang="en-US" dirty="0"/>
            </a:br>
            <a:r>
              <a:rPr lang="en-US" dirty="0"/>
              <a:t>Controls (SOC 2)</a:t>
            </a:r>
          </a:p>
          <a:p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42C7361-D2EE-17AD-F830-F640BF95DDC9}"/>
              </a:ext>
            </a:extLst>
          </p:cNvPr>
          <p:cNvSpPr>
            <a:spLocks noGrp="1"/>
          </p:cNvSpPr>
          <p:nvPr/>
        </p:nvSpPr>
        <p:spPr>
          <a:xfrm>
            <a:off x="641350" y="4068095"/>
            <a:ext cx="6184233" cy="1500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Assurance and reporting</a:t>
            </a:r>
            <a:endParaRPr lang="en-US" b="1" dirty="0">
              <a:solidFill>
                <a:srgbClr val="76767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785C7A-50A0-9C07-2418-45B84F5A0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805" y="2825082"/>
            <a:ext cx="37623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83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3FB0-CE7E-49C9-83D4-9F095991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 2: Service Organization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A955A-8E7B-450D-AC49-5A20189EC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Purpose: </a:t>
            </a:r>
          </a:p>
          <a:p>
            <a:pPr lvl="1"/>
            <a:r>
              <a:rPr lang="en-US" dirty="0"/>
              <a:t>SOC 2 is designed to </a:t>
            </a:r>
            <a:r>
              <a:rPr lang="en-US" dirty="0">
                <a:solidFill>
                  <a:srgbClr val="FF0000"/>
                </a:solidFill>
              </a:rPr>
              <a:t>help</a:t>
            </a:r>
            <a:r>
              <a:rPr lang="en-US" dirty="0"/>
              <a:t> service organizations </a:t>
            </a:r>
            <a:r>
              <a:rPr lang="en-US" dirty="0">
                <a:solidFill>
                  <a:srgbClr val="FF0000"/>
                </a:solidFill>
              </a:rPr>
              <a:t>demonstrate</a:t>
            </a:r>
            <a:r>
              <a:rPr lang="en-US" dirty="0"/>
              <a:t> that they </a:t>
            </a:r>
            <a:r>
              <a:rPr lang="en-US" b="1" dirty="0">
                <a:solidFill>
                  <a:srgbClr val="C00000"/>
                </a:solidFill>
              </a:rPr>
              <a:t>manage customer data securely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and in accordance with best practices. </a:t>
            </a:r>
          </a:p>
          <a:p>
            <a:pPr lvl="1"/>
            <a:r>
              <a:rPr lang="en-US" dirty="0"/>
              <a:t>It is especially relevant for technology and cloud computing companies that store or process customer information.</a:t>
            </a:r>
          </a:p>
          <a:p>
            <a:r>
              <a:rPr lang="en-US" dirty="0"/>
              <a:t>Scope:</a:t>
            </a:r>
          </a:p>
          <a:p>
            <a:pPr lvl="1"/>
            <a:r>
              <a:rPr lang="en-US" dirty="0"/>
              <a:t>Focuses on non-financial reporting controls related to security, availability, processing integrity, confidentiality, and privacy of data.</a:t>
            </a:r>
          </a:p>
        </p:txBody>
      </p:sp>
    </p:spTree>
    <p:extLst>
      <p:ext uri="{BB962C8B-B14F-4D97-AF65-F5344CB8AC3E}">
        <p14:creationId xmlns:p14="http://schemas.microsoft.com/office/powerpoint/2010/main" val="3684534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8544-7517-4968-8266-AD9AB9FC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Services Criteria (TSC)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0C5E-9629-400A-A257-DDB758C04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SOC 2 reports are structured around five Trust Services Criteria: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452D3F-F74B-44EC-89F1-E0666303ACA0}"/>
              </a:ext>
            </a:extLst>
          </p:cNvPr>
          <p:cNvGraphicFramePr/>
          <p:nvPr/>
        </p:nvGraphicFramePr>
        <p:xfrm>
          <a:off x="1041399" y="2524125"/>
          <a:ext cx="9255125" cy="3528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5765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666F-A04C-4731-8000-75472004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TSC Example (Application in University)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F95583-EFC8-4274-8976-9CC2C55EF7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68671"/>
          <a:ext cx="10515600" cy="386524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076575">
                  <a:extLst>
                    <a:ext uri="{9D8B030D-6E8A-4147-A177-3AD203B41FA5}">
                      <a16:colId xmlns:a16="http://schemas.microsoft.com/office/drawing/2014/main" val="2870804343"/>
                    </a:ext>
                  </a:extLst>
                </a:gridCol>
                <a:gridCol w="7439025">
                  <a:extLst>
                    <a:ext uri="{9D8B030D-6E8A-4147-A177-3AD203B41FA5}">
                      <a16:colId xmlns:a16="http://schemas.microsoft.com/office/drawing/2014/main" val="4054896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Trust Services Criteria (</a:t>
                      </a:r>
                      <a:r>
                        <a:rPr lang="en-US" dirty="0">
                          <a:latin typeface="+mn-lt"/>
                        </a:rPr>
                        <a:t>TSC)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latin typeface="+mn-lt"/>
                        </a:rPr>
                        <a:t>Application in University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122510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latin typeface="+mn-lt"/>
                        </a:rPr>
                        <a:t>Security (Mandatory)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latin typeface="+mn-lt"/>
                        </a:rPr>
                        <a:t>Firewalls, access controls, and intrusion detection systems protect student data.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1181911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Availability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Systems are hosted on redundant cloud infrastructure with 99.9% uptime SLAs.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1872860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Processing Integrity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Grade submissions and transcript generation are validated for accuracy and timeliness.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249465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Confidentiality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Role-based access ensures only authorized staff can view sensitive student records.</a:t>
                      </a:r>
                    </a:p>
                  </a:txBody>
                  <a:tcPr marL="114300" marR="76200" marT="76200" marB="66675"/>
                </a:tc>
                <a:extLst>
                  <a:ext uri="{0D108BD9-81ED-4DB2-BD59-A6C34878D82A}">
                    <a16:rowId xmlns:a16="http://schemas.microsoft.com/office/drawing/2014/main" val="1173241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latin typeface="+mn-lt"/>
                        </a:rPr>
                        <a:t>Privacy</a:t>
                      </a:r>
                    </a:p>
                  </a:txBody>
                  <a:tcPr marL="114300" marR="76200" marT="76200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latin typeface="+mn-lt"/>
                        </a:rPr>
                        <a:t>Student data is collected and processed in accordance with FERPA and GDPR (if applicable).</a:t>
                      </a:r>
                    </a:p>
                  </a:txBody>
                  <a:tcPr marL="114300" marR="76200" marT="76200" marB="57150"/>
                </a:tc>
                <a:extLst>
                  <a:ext uri="{0D108BD9-81ED-4DB2-BD59-A6C34878D82A}">
                    <a16:rowId xmlns:a16="http://schemas.microsoft.com/office/drawing/2014/main" val="2767790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534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8A77-1CF2-4FD9-BEC4-B948E8D1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SOC 2 Reports (Type I vs Type II)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62F65-3AFE-431D-853A-D9469E070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SOC 2 Type I:</a:t>
            </a:r>
          </a:p>
          <a:p>
            <a:pPr lvl="1"/>
            <a:r>
              <a:rPr lang="en-US" dirty="0"/>
              <a:t>Describes a service organization’s systems and whether the design of specified controls meets the relevant trust criteria at a specific point in time.</a:t>
            </a:r>
          </a:p>
          <a:p>
            <a:pPr lvl="1"/>
            <a:r>
              <a:rPr lang="en-US" dirty="0"/>
              <a:t>Focus: Design of controls.</a:t>
            </a:r>
          </a:p>
          <a:p>
            <a:r>
              <a:rPr lang="en-US" dirty="0"/>
              <a:t>SOC 2 Type II:</a:t>
            </a:r>
          </a:p>
          <a:p>
            <a:pPr lvl="1"/>
            <a:r>
              <a:rPr lang="en-US" dirty="0"/>
              <a:t>Includes everything in Type I, but also details the operating effectiveness of those controls over a defined period (usually 3–12 months).</a:t>
            </a:r>
          </a:p>
          <a:p>
            <a:pPr lvl="1"/>
            <a:r>
              <a:rPr lang="en-US" dirty="0"/>
              <a:t>Focus: Design and operational effectiveness of controls.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39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0C510-6C05-2444-DFBC-23F91A0B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Types of SOC 2 Reports (Type I vs Type II)</a:t>
            </a:r>
          </a:p>
          <a:p>
            <a:endParaRPr lang="en-US" sz="4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E4BBF1-1918-B56A-8A43-CC69C88E5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113709"/>
              </p:ext>
            </p:extLst>
          </p:nvPr>
        </p:nvGraphicFramePr>
        <p:xfrm>
          <a:off x="627278" y="1781685"/>
          <a:ext cx="10927830" cy="34284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44623">
                  <a:extLst>
                    <a:ext uri="{9D8B030D-6E8A-4147-A177-3AD203B41FA5}">
                      <a16:colId xmlns:a16="http://schemas.microsoft.com/office/drawing/2014/main" val="2584786420"/>
                    </a:ext>
                  </a:extLst>
                </a:gridCol>
                <a:gridCol w="5383207">
                  <a:extLst>
                    <a:ext uri="{9D8B030D-6E8A-4147-A177-3AD203B41FA5}">
                      <a16:colId xmlns:a16="http://schemas.microsoft.com/office/drawing/2014/main" val="200507562"/>
                    </a:ext>
                  </a:extLst>
                </a:gridCol>
              </a:tblGrid>
              <a:tr h="63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/>
                        <a:t>Type I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/>
                        <a:t>Type II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72904"/>
                  </a:ext>
                </a:extLst>
              </a:tr>
              <a:tr h="1075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Design of controls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Design + operating effectiveness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490370"/>
                  </a:ext>
                </a:extLst>
              </a:tr>
              <a:tr h="63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Specific point in time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Defined period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595042"/>
                  </a:ext>
                </a:extLst>
              </a:tr>
              <a:tr h="1075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/>
                        <a:t>Are controls suitably designed?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/>
                        <a:t>Do controls operate effectively over time?</a:t>
                      </a:r>
                    </a:p>
                  </a:txBody>
                  <a:tcPr marL="145274" marR="145274" marT="72637" marB="726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463515"/>
                  </a:ext>
                </a:extLst>
              </a:tr>
            </a:tbl>
          </a:graphicData>
        </a:graphic>
      </p:graphicFrame>
      <p:sp>
        <p:nvSpPr>
          <p:cNvPr id="6" name="TextBox 3">
            <a:extLst>
              <a:ext uri="{FF2B5EF4-FFF2-40B4-BE49-F238E27FC236}">
                <a16:creationId xmlns:a16="http://schemas.microsoft.com/office/drawing/2014/main" id="{ECD14750-F521-4FC9-9192-602D5358BA60}"/>
              </a:ext>
            </a:extLst>
          </p:cNvPr>
          <p:cNvSpPr txBox="1"/>
          <p:nvPr/>
        </p:nvSpPr>
        <p:spPr>
          <a:xfrm>
            <a:off x="724277" y="5919965"/>
            <a:ext cx="10482763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Type II is generally more valuable to customers, as it demonstrates that controls are not only designed properly but also function effectively over time.</a:t>
            </a:r>
          </a:p>
        </p:txBody>
      </p:sp>
    </p:spTree>
    <p:extLst>
      <p:ext uri="{BB962C8B-B14F-4D97-AF65-F5344CB8AC3E}">
        <p14:creationId xmlns:p14="http://schemas.microsoft.com/office/powerpoint/2010/main" val="1587020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22C1-2F44-4FE1-93EA-B21493F5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 a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DFAE4-3AFB-4FF0-8D15-31BC557A8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Ensures the SOC demonstrates </a:t>
            </a:r>
            <a:r>
              <a:rPr lang="en-US" dirty="0">
                <a:solidFill>
                  <a:srgbClr val="FF0000"/>
                </a:solidFill>
              </a:rPr>
              <a:t>operational effectiveness </a:t>
            </a:r>
            <a:r>
              <a:rPr lang="en-US" dirty="0"/>
              <a:t>of its security controls.</a:t>
            </a:r>
          </a:p>
          <a:p>
            <a:r>
              <a:rPr lang="en-US" dirty="0"/>
              <a:t>Useful for service providers (cloud, SaaS, data centers) to show customers and auditors that their environment is trustworthy.</a:t>
            </a:r>
          </a:p>
          <a:p>
            <a:r>
              <a:rPr lang="en-US" dirty="0"/>
              <a:t>Aligns SOC monitoring, logging, and reporting with evidence required for SOC 2 audits.</a:t>
            </a:r>
          </a:p>
          <a:p>
            <a:r>
              <a:rPr lang="en-US" dirty="0"/>
              <a:t>Drives SOC activities to cover data confidentiality, uptime, and integrity.</a:t>
            </a:r>
          </a:p>
          <a:p>
            <a:r>
              <a:rPr lang="en-US" dirty="0"/>
              <a:t>Helps SOC provide assurance reports to clients about security posture.</a:t>
            </a:r>
          </a:p>
        </p:txBody>
      </p:sp>
    </p:spTree>
    <p:extLst>
      <p:ext uri="{BB962C8B-B14F-4D97-AF65-F5344CB8AC3E}">
        <p14:creationId xmlns:p14="http://schemas.microsoft.com/office/powerpoint/2010/main" val="4173453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2C336-2917-F1F7-2B2E-4B6577A4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78598" y="0"/>
            <a:ext cx="4113402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F60ECE9-5918-428E-999B-5BBD12B69F45}"/>
              </a:ext>
            </a:extLst>
          </p:cNvPr>
          <p:cNvSpPr>
            <a:spLocks noGrp="1"/>
          </p:cNvSpPr>
          <p:nvPr/>
        </p:nvSpPr>
        <p:spPr>
          <a:xfrm>
            <a:off x="0" y="1256733"/>
            <a:ext cx="9749133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MITRE ATT&amp;CK framework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B7511D3-06E2-4DD3-8287-23CECBA84FF0}"/>
              </a:ext>
            </a:extLst>
          </p:cNvPr>
          <p:cNvSpPr>
            <a:spLocks noGrp="1"/>
          </p:cNvSpPr>
          <p:nvPr/>
        </p:nvSpPr>
        <p:spPr>
          <a:xfrm>
            <a:off x="831850" y="4549358"/>
            <a:ext cx="7156785" cy="1540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globally recognized knowledge base that describes the tactics, techniques, and procedures (TTPs) used by cyber adversaries. </a:t>
            </a:r>
          </a:p>
        </p:txBody>
      </p:sp>
      <p:pic>
        <p:nvPicPr>
          <p:cNvPr id="14" name="Picture 13" descr="Legal &amp; Branding | MITRE ATT&amp;CK®">
            <a:extLst>
              <a:ext uri="{FF2B5EF4-FFF2-40B4-BE49-F238E27FC236}">
                <a16:creationId xmlns:a16="http://schemas.microsoft.com/office/drawing/2014/main" id="{694F25C5-CBCE-6426-447A-BFB43D00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888" y="1709738"/>
            <a:ext cx="4562475" cy="42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62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DCE328-8260-4DD1-96ED-D4446A07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MITRE ATT&amp;CK: Tactics, Techniques and Procedures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733E31-837A-431C-B73D-F343E2AA9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ATT&amp;CK stands for Adversarial Tactics, Techniques, and Common Knowledge.</a:t>
            </a:r>
          </a:p>
          <a:p>
            <a:r>
              <a:rPr lang="en-US" dirty="0"/>
              <a:t>Developed and maintained by MITRE Corporation</a:t>
            </a:r>
          </a:p>
          <a:p>
            <a:r>
              <a:rPr lang="en-US" dirty="0"/>
              <a:t>It provides a structured framework that security professionals, researchers, and SOC teams use to understand attacker behavior.</a:t>
            </a:r>
          </a:p>
        </p:txBody>
      </p:sp>
    </p:spTree>
    <p:extLst>
      <p:ext uri="{BB962C8B-B14F-4D97-AF65-F5344CB8AC3E}">
        <p14:creationId xmlns:p14="http://schemas.microsoft.com/office/powerpoint/2010/main" val="2936428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D0DB-796E-452F-809E-D434CC8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MITRE ATT&amp;CK: Tactics, Techniques and Procedures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CCD5-1556-4081-8ACA-91664BC16D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altLang="en-US" dirty="0"/>
              <a:t>Tactics (the “why”)</a:t>
            </a:r>
          </a:p>
          <a:p>
            <a:pPr lvl="1"/>
            <a:r>
              <a:rPr lang="en-US" altLang="en-US" dirty="0"/>
              <a:t>The adversary’s objectives (e.g., persistence, privilege escalation, exfiltration).</a:t>
            </a:r>
          </a:p>
          <a:p>
            <a:pPr lvl="0"/>
            <a:r>
              <a:rPr lang="en-US" altLang="en-US" dirty="0"/>
              <a:t>Techniques (the “how”)</a:t>
            </a:r>
          </a:p>
          <a:p>
            <a:pPr lvl="1"/>
            <a:r>
              <a:rPr lang="en-US" altLang="en-US" dirty="0"/>
              <a:t>The methods attackers use to achieve a tactic (e.g., phishing, credential dumping).</a:t>
            </a:r>
          </a:p>
          <a:p>
            <a:pPr lvl="0"/>
            <a:r>
              <a:rPr lang="en-US" altLang="en-US" dirty="0"/>
              <a:t>Procedures (the “implementation”)</a:t>
            </a:r>
          </a:p>
          <a:p>
            <a:pPr lvl="1"/>
            <a:r>
              <a:rPr lang="en-US" altLang="en-US" dirty="0"/>
              <a:t>Specific, real-world examples of how adversaries use techniques.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313E4C-E02E-4D75-BA24-EF563B5EC3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0653" t="7604" r="8368" b="7433"/>
          <a:stretch/>
        </p:blipFill>
        <p:spPr>
          <a:xfrm>
            <a:off x="6326372" y="2115879"/>
            <a:ext cx="5316279" cy="32429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A337B3-8E1E-4C72-B1FC-6852D9E19EF6}"/>
              </a:ext>
            </a:extLst>
          </p:cNvPr>
          <p:cNvSpPr txBox="1"/>
          <p:nvPr/>
        </p:nvSpPr>
        <p:spPr>
          <a:xfrm>
            <a:off x="10217888" y="5358809"/>
            <a:ext cx="15417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Source: cymulate.com</a:t>
            </a:r>
          </a:p>
        </p:txBody>
      </p:sp>
    </p:spTree>
    <p:extLst>
      <p:ext uri="{BB962C8B-B14F-4D97-AF65-F5344CB8AC3E}">
        <p14:creationId xmlns:p14="http://schemas.microsoft.com/office/powerpoint/2010/main" val="1571580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1EFD2A-084A-41E6-AFCF-67EF2D83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MITRE ATT&amp;CK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E6C5E-3D54-44E2-9471-A9C852A9E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Threat Intelligence → Map real-world campaigns.</a:t>
            </a:r>
          </a:p>
          <a:p>
            <a:r>
              <a:rPr lang="en-US" dirty="0"/>
              <a:t>Red Teaming → Simulate adversaries based on known techniques.</a:t>
            </a:r>
          </a:p>
          <a:p>
            <a:r>
              <a:rPr lang="en-US" dirty="0"/>
              <a:t>Blue Teaming → Detect, defend, and hunt threats.</a:t>
            </a:r>
          </a:p>
          <a:p>
            <a:r>
              <a:rPr lang="en-US" dirty="0"/>
              <a:t>SOC Maturity Assessment → Identify detection and defense gaps.</a:t>
            </a:r>
          </a:p>
          <a:p>
            <a:r>
              <a:rPr lang="en-US" dirty="0"/>
              <a:t>Framework Mapping → Link with NIST, ISO, or Cyber Kill Chain.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57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B0DF-A763-4E70-9F4A-91965099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Tactics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BB95832-F10D-41C5-AD02-F6994695EB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High-level objectives that describe why an attacker performs an 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In the ATT&amp;CK Matrix, tactics are arranged as columns, showing the progression of an attack from initial access to impact.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They help security teams understand the intent behind malicious activity, rather than just the method used.</a:t>
            </a:r>
          </a:p>
          <a:p>
            <a:endParaRPr lang="en-US" sz="2400" dirty="0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FFE831C7-FE9E-4D72-AF9D-2194D995D6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54850" y="1825625"/>
            <a:ext cx="5687106" cy="3791404"/>
          </a:xfrm>
        </p:spPr>
      </p:pic>
    </p:spTree>
    <p:extLst>
      <p:ext uri="{BB962C8B-B14F-4D97-AF65-F5344CB8AC3E}">
        <p14:creationId xmlns:p14="http://schemas.microsoft.com/office/powerpoint/2010/main" val="1994920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7646-3504-451B-8413-F4BAB906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vert270"/>
          <a:lstStyle/>
          <a:p>
            <a:r>
              <a:rPr lang="en-US" dirty="0"/>
              <a:t>Tactics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908A4BB-4FBE-4E12-8F4B-84EFA11BBE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01912"/>
              </p:ext>
            </p:extLst>
          </p:nvPr>
        </p:nvGraphicFramePr>
        <p:xfrm>
          <a:off x="233265" y="127726"/>
          <a:ext cx="11625944" cy="6406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8574">
                  <a:extLst>
                    <a:ext uri="{9D8B030D-6E8A-4147-A177-3AD203B41FA5}">
                      <a16:colId xmlns:a16="http://schemas.microsoft.com/office/drawing/2014/main" val="4009449801"/>
                    </a:ext>
                  </a:extLst>
                </a:gridCol>
                <a:gridCol w="4629006">
                  <a:extLst>
                    <a:ext uri="{9D8B030D-6E8A-4147-A177-3AD203B41FA5}">
                      <a16:colId xmlns:a16="http://schemas.microsoft.com/office/drawing/2014/main" val="238577817"/>
                    </a:ext>
                  </a:extLst>
                </a:gridCol>
                <a:gridCol w="4868364">
                  <a:extLst>
                    <a:ext uri="{9D8B030D-6E8A-4147-A177-3AD203B41FA5}">
                      <a16:colId xmlns:a16="http://schemas.microsoft.com/office/drawing/2014/main" val="1481191513"/>
                    </a:ext>
                  </a:extLst>
                </a:gridCol>
              </a:tblGrid>
              <a:tr h="1801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Tactic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Description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Examples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2281612865"/>
                  </a:ext>
                </a:extLst>
              </a:tr>
              <a:tr h="4170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Initial Access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How adversaries gain entry into a network or system.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Phishing, Drive-by Compromise, Exploit Public-Facing Application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720297622"/>
                  </a:ext>
                </a:extLst>
              </a:tr>
              <a:tr h="2985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Execution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Running malicious code on a local or remote system.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PowerShell, Command-Line Interface, Malicious Scripts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3687080674"/>
                  </a:ext>
                </a:extLst>
              </a:tr>
              <a:tr h="2985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Persistence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Maintaining access across reboots or credential changes.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Registry Run Keys, Scheduled Tasks, Account Manipulation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1524765087"/>
                  </a:ext>
                </a:extLst>
              </a:tr>
              <a:tr h="2985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Privilege Escalation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Gaining higher-level permissions or access.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Exploiting Vulnerabilities, Token Manipulation, Sudo/Su Abuse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4118858709"/>
                  </a:ext>
                </a:extLst>
              </a:tr>
              <a:tr h="2985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Defense Evasion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Avoiding detection or bypassing security mechanisms.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Obfuscation, Disabling Security Tools, File Deletion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3885174247"/>
                  </a:ext>
                </a:extLst>
              </a:tr>
              <a:tr h="2985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Credential Access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Stealing credentials like usernames and passwords.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Keylogging, Credential Dumping, Brute Force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2177494475"/>
                  </a:ext>
                </a:extLst>
              </a:tr>
              <a:tr h="4170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Discovery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Learning about the environment and internal systems.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Network Scanning, System Information Discovery, Account Discovery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2309795663"/>
                  </a:ext>
                </a:extLst>
              </a:tr>
              <a:tr h="4170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Lateral Movement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Moving through the network to access other systems.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Remote Desktop Protocol (RDP), Pass the Hash, SMB/Windows Admin Shares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1596446954"/>
                  </a:ext>
                </a:extLst>
              </a:tr>
              <a:tr h="2985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Collection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Gathering data of interest for exfiltration.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Clipboard Capture, Screen Capture, Audio Capture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2788886118"/>
                  </a:ext>
                </a:extLst>
              </a:tr>
              <a:tr h="4170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Command and Control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Communicating with compromised systems to issue commands.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C2 Channels, Web Protocols, Remote Access Tools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1259768661"/>
                  </a:ext>
                </a:extLst>
              </a:tr>
              <a:tr h="4170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Exfiltration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Stealing and transferring data out of the network.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Exfiltration Over HTTPS, Scheduled Transfer, Cloud Storage Upload</a:t>
                      </a:r>
                    </a:p>
                  </a:txBody>
                  <a:tcPr marL="49354" marR="32902" marT="32902" marB="28790"/>
                </a:tc>
                <a:extLst>
                  <a:ext uri="{0D108BD9-81ED-4DB2-BD59-A6C34878D82A}">
                    <a16:rowId xmlns:a16="http://schemas.microsoft.com/office/drawing/2014/main" val="3271828669"/>
                  </a:ext>
                </a:extLst>
              </a:tr>
              <a:tr h="29447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Impact</a:t>
                      </a:r>
                    </a:p>
                  </a:txBody>
                  <a:tcPr marL="49354" marR="32902" marT="32902" marB="287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Manipulating, interrupting, or destroying systems and data.</a:t>
                      </a:r>
                    </a:p>
                  </a:txBody>
                  <a:tcPr marL="49354" marR="32902" marT="32902" marB="24677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Data Wiping, Defacement, Ransomware, Service Stop</a:t>
                      </a:r>
                    </a:p>
                  </a:txBody>
                  <a:tcPr marL="49354" marR="32902" marT="32902" marB="24677"/>
                </a:tc>
                <a:extLst>
                  <a:ext uri="{0D108BD9-81ED-4DB2-BD59-A6C34878D82A}">
                    <a16:rowId xmlns:a16="http://schemas.microsoft.com/office/drawing/2014/main" val="263045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080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8C4D-12C2-4D52-9A9F-6DD5A277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D14FD-37EE-404E-AC8C-9712A189F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Technique is a behavior or method that an attacker uses to accomplish a tactical goal.</a:t>
            </a:r>
          </a:p>
          <a:p>
            <a:r>
              <a:rPr lang="en-US" dirty="0"/>
              <a:t>Techniques are observable in system logs, network traffic, or endpoints, making them useful for detection and threat hunting.</a:t>
            </a:r>
          </a:p>
          <a:p>
            <a:r>
              <a:rPr lang="en-US" dirty="0"/>
              <a:t>Techniques often have sub-techniques, which are more granular, describing specific variations or implementations of the main technique.</a:t>
            </a:r>
          </a:p>
        </p:txBody>
      </p:sp>
    </p:spTree>
    <p:extLst>
      <p:ext uri="{BB962C8B-B14F-4D97-AF65-F5344CB8AC3E}">
        <p14:creationId xmlns:p14="http://schemas.microsoft.com/office/powerpoint/2010/main" val="2717494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CCD2-AC46-47AD-A16E-51D26EE3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ABAE0E-2867-4652-B04F-E49C4AB537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4953" y="365126"/>
          <a:ext cx="11662093" cy="5660327"/>
        </p:xfrm>
        <a:graphic>
          <a:graphicData uri="http://schemas.openxmlformats.org/drawingml/2006/table">
            <a:tbl>
              <a:tblPr firstRow="1" firstCol="1" bandCol="1">
                <a:tableStyleId>{5C22544A-7EE6-4342-B048-85BDC9FD1C3A}</a:tableStyleId>
              </a:tblPr>
              <a:tblGrid>
                <a:gridCol w="2178419">
                  <a:extLst>
                    <a:ext uri="{9D8B030D-6E8A-4147-A177-3AD203B41FA5}">
                      <a16:colId xmlns:a16="http://schemas.microsoft.com/office/drawing/2014/main" val="3608941267"/>
                    </a:ext>
                  </a:extLst>
                </a:gridCol>
                <a:gridCol w="3346957">
                  <a:extLst>
                    <a:ext uri="{9D8B030D-6E8A-4147-A177-3AD203B41FA5}">
                      <a16:colId xmlns:a16="http://schemas.microsoft.com/office/drawing/2014/main" val="2555325168"/>
                    </a:ext>
                  </a:extLst>
                </a:gridCol>
                <a:gridCol w="6136717">
                  <a:extLst>
                    <a:ext uri="{9D8B030D-6E8A-4147-A177-3AD203B41FA5}">
                      <a16:colId xmlns:a16="http://schemas.microsoft.com/office/drawing/2014/main" val="1673802125"/>
                    </a:ext>
                  </a:extLst>
                </a:gridCol>
              </a:tblGrid>
              <a:tr h="13782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Tactic</a:t>
                      </a:r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Technique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Description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2676326910"/>
                  </a:ext>
                </a:extLst>
              </a:tr>
              <a:tr h="267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Initial Access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Phishing (T1566)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Sending deceptive emails to trick users into revealing credentials or downloading malware.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2075975998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Initial Access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Drive-by Compromise (T1189)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Gaining access when a user visits a compromised website.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925708832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Initial Access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Exploit Public-Facing Application (T1190)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Exploiting vulnerabilities in internet-facing applications to gain access.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2315356641"/>
                  </a:ext>
                </a:extLst>
              </a:tr>
              <a:tr h="267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Execution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Command and Scripting Interpreter (T1059)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Running scripts or commands on a system (e.g., PowerShell, Bash).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2345685103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Execution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PowerShell (T1059.001)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Using PowerShell to execute malicious commands or scripts.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2190696229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Execution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0" u="none" strike="noStrike">
                          <a:effectLst/>
                        </a:rPr>
                        <a:t>Exploitation for Client Execution (T1203)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Exploiting software vulnerabilities to execute code on a target system.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3178200682"/>
                  </a:ext>
                </a:extLst>
              </a:tr>
              <a:tr h="267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Persistence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Registry Run Keys/Startup Folder (T1547.001)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Adding programs to run automatically at startup via registry or startup folder.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39191390"/>
                  </a:ext>
                </a:extLst>
              </a:tr>
              <a:tr h="13782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Persistence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Scheduled Task/Job (T1053)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Creating scheduled tasks to maintain persistence.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990803224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Persistence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Account Manipulation (T1098)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Creating or modifying accounts to maintain access.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3962429905"/>
                  </a:ext>
                </a:extLst>
              </a:tr>
              <a:tr h="267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Privilege Escalation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0" u="none" strike="noStrike">
                          <a:effectLst/>
                        </a:rPr>
                        <a:t>Exploitation for Privilege Escalation (T1068)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Exploiting vulnerabilities to gain higher privileges.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3402476375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Privilege Escalation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Sudo and Sudo Caching (T1548.003)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Abusing sudo permissions on Unix systems to escalate privileges.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884856850"/>
                  </a:ext>
                </a:extLst>
              </a:tr>
              <a:tr h="176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Privilege Escalation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Token Manipulation (T1134)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Abusing access tokens to gain elevated permissions.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79" marR="13379" marT="13379" marB="0"/>
                </a:tc>
                <a:extLst>
                  <a:ext uri="{0D108BD9-81ED-4DB2-BD59-A6C34878D82A}">
                    <a16:rowId xmlns:a16="http://schemas.microsoft.com/office/drawing/2014/main" val="1911118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1803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742-D21E-4B60-B04B-B151B716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DA4C42-24BA-4D74-90CE-C3D5D61F0B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4042" y="213727"/>
          <a:ext cx="11378610" cy="5607586"/>
        </p:xfrm>
        <a:graphic>
          <a:graphicData uri="http://schemas.openxmlformats.org/drawingml/2006/table">
            <a:tbl>
              <a:tblPr firstRow="1" firstCol="1" bandCol="1">
                <a:tableStyleId>{5C22544A-7EE6-4342-B048-85BDC9FD1C3A}</a:tableStyleId>
              </a:tblPr>
              <a:tblGrid>
                <a:gridCol w="2371982">
                  <a:extLst>
                    <a:ext uri="{9D8B030D-6E8A-4147-A177-3AD203B41FA5}">
                      <a16:colId xmlns:a16="http://schemas.microsoft.com/office/drawing/2014/main" val="2604618526"/>
                    </a:ext>
                  </a:extLst>
                </a:gridCol>
                <a:gridCol w="3543592">
                  <a:extLst>
                    <a:ext uri="{9D8B030D-6E8A-4147-A177-3AD203B41FA5}">
                      <a16:colId xmlns:a16="http://schemas.microsoft.com/office/drawing/2014/main" val="998885413"/>
                    </a:ext>
                  </a:extLst>
                </a:gridCol>
                <a:gridCol w="5463036">
                  <a:extLst>
                    <a:ext uri="{9D8B030D-6E8A-4147-A177-3AD203B41FA5}">
                      <a16:colId xmlns:a16="http://schemas.microsoft.com/office/drawing/2014/main" val="4049142789"/>
                    </a:ext>
                  </a:extLst>
                </a:gridCol>
              </a:tblGrid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Tactic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Technique</a:t>
                      </a:r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Description</a:t>
                      </a:r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1591263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Defense Evasion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Obfuscated Files or Information (T1027)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Hiding code or data to avoid detection.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1038675289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Defense Evasion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Indicator Removal on Host (T1070)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Deleting logs or artifacts to cover tracks.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791132471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Defense Evasion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Disable or Modify Tools (T1562)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Disabling security software or modifying its configuration.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937383280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Credential Access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Credential Dumping (T1003)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Extracting credentials from operating system memory.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2491053769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Credential Access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Brute Force (T1110)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Attempting many passwords or keys to gain access.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46005923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Credential Access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Input Capture (T1056)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Capturing user input, such as keystrokes, to steal credentials.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1680093118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Discovery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System Information Discovery (T1082)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Gathering information about the operating system and hardware.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3718837982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Discovery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Network Service Scanning (T1046)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Scanning for open ports and services on the network.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2359115075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Discovery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Account Discovery (T1087)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Identifying user and group accounts on systems.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1259921469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Lateral Movement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Remote Services (T1021)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Using protocols like RDP or SMB to move between systems.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2103146936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Lateral Movement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Pass the Hash (T1558.001)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Using stolen password hashes to authenticate as a user.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2576205361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Lateral Movement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>
                          <a:effectLst/>
                        </a:rPr>
                        <a:t>SMB/Windows Admin Shares (T1077)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effectLst/>
                        </a:rPr>
                        <a:t>Using Windows shares to move laterally in a network.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/>
                </a:tc>
                <a:extLst>
                  <a:ext uri="{0D108BD9-81ED-4DB2-BD59-A6C34878D82A}">
                    <a16:rowId xmlns:a16="http://schemas.microsoft.com/office/drawing/2014/main" val="1057594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53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0646-E105-4BAA-9A7B-A04A6CBA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B5206F-8746-48A6-BFEF-7271B21AFE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1379" y="400643"/>
          <a:ext cx="11389241" cy="5607586"/>
        </p:xfrm>
        <a:graphic>
          <a:graphicData uri="http://schemas.openxmlformats.org/drawingml/2006/table">
            <a:tbl>
              <a:tblPr firstRow="1" firstCol="1" bandCol="1">
                <a:tableStyleId>{5C22544A-7EE6-4342-B048-85BDC9FD1C3A}</a:tableStyleId>
              </a:tblPr>
              <a:tblGrid>
                <a:gridCol w="2305103">
                  <a:extLst>
                    <a:ext uri="{9D8B030D-6E8A-4147-A177-3AD203B41FA5}">
                      <a16:colId xmlns:a16="http://schemas.microsoft.com/office/drawing/2014/main" val="557314605"/>
                    </a:ext>
                  </a:extLst>
                </a:gridCol>
                <a:gridCol w="3374163">
                  <a:extLst>
                    <a:ext uri="{9D8B030D-6E8A-4147-A177-3AD203B41FA5}">
                      <a16:colId xmlns:a16="http://schemas.microsoft.com/office/drawing/2014/main" val="1151299441"/>
                    </a:ext>
                  </a:extLst>
                </a:gridCol>
                <a:gridCol w="5709975">
                  <a:extLst>
                    <a:ext uri="{9D8B030D-6E8A-4147-A177-3AD203B41FA5}">
                      <a16:colId xmlns:a16="http://schemas.microsoft.com/office/drawing/2014/main" val="3415084357"/>
                    </a:ext>
                  </a:extLst>
                </a:gridCol>
              </a:tblGrid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Tactic</a:t>
                      </a:r>
                      <a:endParaRPr lang="en-US" sz="20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Technique</a:t>
                      </a:r>
                      <a:endParaRPr lang="en-US" sz="20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Description</a:t>
                      </a:r>
                      <a:endParaRPr lang="en-US" sz="20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82490278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Collection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Clipboard Data (T1115)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Collecting data copied to the clipboard.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2390736801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Collection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Screen Capture (T1113)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Taking screenshots of the user’s desktop.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846541318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Collection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Audio Capture (T1123)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Recording audio from a system’s microphone.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777816646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Command and Control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Application Layer Protocol (T1071)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Using common protocols (HTTP, HTTPS, DNS) for C2 communication.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2691099826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Command and Control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Web Protocols (T1071.001)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Using web traffic to communicate with compromised systems.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2869455634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Command and Control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Remote Access Tools (T1219)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Using remote access software for C2.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3290693988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Exfiltration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Exfiltration Over Web Service (T1048.003)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Sending stolen data over web services (e.g., cloud storage).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2014479684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Exfiltration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Scheduled Transfer (T1020)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Exfiltrating data at scheduled intervals.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2147891028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Exfiltration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Cloud Storage Upload (T1537)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Uploading stolen data to cloud storage services.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1782311002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Impact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Data Destruction (T1485)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Deleting or corrupting data to cause damage.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1026350975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Impact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Defacement (T1491)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Altering content on websites or systems.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92179900"/>
                  </a:ext>
                </a:extLst>
              </a:tr>
              <a:tr h="1864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Impact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effectLst/>
                        </a:rPr>
                        <a:t>Resource Hijacking (T1496)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effectLst/>
                        </a:rPr>
                        <a:t>Using system resources for unauthorized purposes (e.g., </a:t>
                      </a:r>
                      <a:r>
                        <a:rPr lang="en-US" sz="2000" b="0" u="none" strike="noStrike" dirty="0" err="1">
                          <a:effectLst/>
                        </a:rPr>
                        <a:t>cryptomining</a:t>
                      </a:r>
                      <a:r>
                        <a:rPr lang="en-US" sz="2000" b="0" u="none" strike="noStrike" dirty="0">
                          <a:effectLst/>
                        </a:rPr>
                        <a:t>).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/>
                </a:tc>
                <a:extLst>
                  <a:ext uri="{0D108BD9-81ED-4DB2-BD59-A6C34878D82A}">
                    <a16:rowId xmlns:a16="http://schemas.microsoft.com/office/drawing/2014/main" val="2156125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552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D260-2223-4B8A-B181-1EFCE490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C243D-2002-4614-A13A-4E6364BC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098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Procedures are concrete examples of how adversaries implement techniques. </a:t>
            </a:r>
          </a:p>
          <a:p>
            <a:r>
              <a:rPr lang="en-US" dirty="0"/>
              <a:t>While tactics are the goals and techniques are the methods, procedures show exactly how attackers carry out an action in real scenarios.</a:t>
            </a:r>
          </a:p>
          <a:p>
            <a:r>
              <a:rPr lang="en-US" dirty="0"/>
              <a:t>Procedures reference actual attacks observed in the wild. They may include command lines, malware behavior, or system modifications. Often linked to </a:t>
            </a:r>
            <a:r>
              <a:rPr lang="en-US" dirty="0">
                <a:solidFill>
                  <a:srgbClr val="FF0000"/>
                </a:solidFill>
              </a:rPr>
              <a:t>threat actors </a:t>
            </a:r>
            <a:r>
              <a:rPr lang="en-US" dirty="0"/>
              <a:t>(e.g., APT29, APT32 and APT41). This helps analysts correlate techniques with known actors.</a:t>
            </a:r>
          </a:p>
          <a:p>
            <a:r>
              <a:rPr lang="en-US" dirty="0"/>
              <a:t>Understanding procedures helps SOC teams write SIEM rules, detection logic, and response playbooks. </a:t>
            </a:r>
          </a:p>
          <a:p>
            <a:pPr lvl="1"/>
            <a:r>
              <a:rPr lang="en-US" dirty="0"/>
              <a:t>Example: If a procedure uses </a:t>
            </a:r>
            <a:r>
              <a:rPr lang="en-US" u="sng" dirty="0" err="1"/>
              <a:t>schtasks</a:t>
            </a:r>
            <a:r>
              <a:rPr lang="en-US" dirty="0"/>
              <a:t> to schedule malware, a SOC analyst can monitor for unusual scheduled tasks.</a:t>
            </a:r>
          </a:p>
          <a:p>
            <a:r>
              <a:rPr lang="en-US" dirty="0"/>
              <a:t>MITRE continuously adds new procedures as new attacks are observed, ensuring the knowledge base reflects current real-world threats.</a:t>
            </a:r>
          </a:p>
        </p:txBody>
      </p:sp>
    </p:spTree>
    <p:extLst>
      <p:ext uri="{BB962C8B-B14F-4D97-AF65-F5344CB8AC3E}">
        <p14:creationId xmlns:p14="http://schemas.microsoft.com/office/powerpoint/2010/main" val="3406937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D351-4C3C-4EC7-BEBA-AB906EA2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Actor </a:t>
            </a:r>
            <a:r>
              <a:rPr lang="en-US" dirty="0">
                <a:sym typeface="Wingdings" panose="05000000000000000000" pitchFamily="2" charset="2"/>
              </a:rPr>
              <a:t> APT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98A4E-AB79-4507-B9B4-302ACF3FA6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APT1 (Comment Crew / Unit 61398 – China)</a:t>
            </a:r>
          </a:p>
          <a:p>
            <a:pPr lvl="1"/>
            <a:r>
              <a:rPr lang="en-US" dirty="0"/>
              <a:t>Targets: Aerospace, telecommunications, and manufacturing.</a:t>
            </a:r>
          </a:p>
          <a:p>
            <a:pPr lvl="1"/>
            <a:r>
              <a:rPr lang="en-US" dirty="0"/>
              <a:t>Motivation: Corporate espionage for economic and strategic advantage.</a:t>
            </a:r>
          </a:p>
          <a:p>
            <a:pPr lvl="1"/>
            <a:r>
              <a:rPr lang="en-US" dirty="0"/>
              <a:t>Tactics: Spear-phishing, malware, and remote access Trojans (RATs).</a:t>
            </a:r>
          </a:p>
          <a:p>
            <a:r>
              <a:rPr lang="en-US" dirty="0"/>
              <a:t>APT28 (Fancy Bear – Russia)</a:t>
            </a:r>
          </a:p>
          <a:p>
            <a:pPr lvl="1"/>
            <a:r>
              <a:rPr lang="en-US" dirty="0"/>
              <a:t>Targets: Political organizations, military, media.</a:t>
            </a:r>
          </a:p>
          <a:p>
            <a:pPr lvl="1"/>
            <a:r>
              <a:rPr lang="en-US" dirty="0"/>
              <a:t>Motivation: Political influence and intelligence gathering.</a:t>
            </a:r>
          </a:p>
          <a:p>
            <a:pPr lvl="1"/>
            <a:r>
              <a:rPr lang="en-US" dirty="0"/>
              <a:t>Tactics: Phishing emails, zero-day exploits, credential harvesting.</a:t>
            </a:r>
          </a:p>
          <a:p>
            <a:pPr lvl="1"/>
            <a:r>
              <a:rPr lang="en-US" dirty="0"/>
              <a:t>Notable Operation: 2016 US elections interference.</a:t>
            </a:r>
          </a:p>
          <a:p>
            <a:r>
              <a:rPr lang="en-US" dirty="0"/>
              <a:t>APT29 (Cozy Bear – Russia)</a:t>
            </a:r>
          </a:p>
          <a:p>
            <a:pPr lvl="1"/>
            <a:r>
              <a:rPr lang="en-US" dirty="0"/>
              <a:t>Targets: Government agencies, think tanks, healthcare.</a:t>
            </a:r>
          </a:p>
          <a:p>
            <a:pPr lvl="1"/>
            <a:r>
              <a:rPr lang="en-US" dirty="0"/>
              <a:t>Motivation: Espionage and strategic intelligence.</a:t>
            </a:r>
          </a:p>
          <a:p>
            <a:pPr lvl="1"/>
            <a:r>
              <a:rPr lang="en-US" dirty="0"/>
              <a:t>Tactics: Sophisticated malware, supply chain attacks, stealthy lateral movement.</a:t>
            </a:r>
          </a:p>
          <a:p>
            <a:pPr lvl="1"/>
            <a:r>
              <a:rPr lang="en-US" dirty="0"/>
              <a:t>Notable Operation: SolarWinds supply chain attack (2020).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B0D6D0-E806-4D6A-AF90-BE178E3DD9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APT10 (Stone Panda / Menu</a:t>
            </a:r>
          </a:p>
          <a:p>
            <a:pPr lvl="1"/>
            <a:r>
              <a:rPr lang="en-US" dirty="0"/>
              <a:t>Pass – China)Targets: Global corporations, managed IT service providers.</a:t>
            </a:r>
          </a:p>
          <a:p>
            <a:pPr lvl="1"/>
            <a:r>
              <a:rPr lang="en-US" dirty="0"/>
              <a:t>Motivation: Corporate espionage and intellectual property theft.</a:t>
            </a:r>
          </a:p>
          <a:p>
            <a:pPr lvl="1"/>
            <a:r>
              <a:rPr lang="en-US" dirty="0"/>
              <a:t>Tactics: Cloud environment exploitation, phishing, and custom malware.</a:t>
            </a:r>
          </a:p>
          <a:p>
            <a:r>
              <a:rPr lang="en-US" dirty="0"/>
              <a:t>APT32 (</a:t>
            </a:r>
            <a:r>
              <a:rPr lang="en-US" dirty="0" err="1"/>
              <a:t>OceanLotus</a:t>
            </a:r>
            <a:r>
              <a:rPr lang="en-US" dirty="0"/>
              <a:t> – Vietnam)</a:t>
            </a:r>
          </a:p>
          <a:p>
            <a:pPr lvl="1"/>
            <a:r>
              <a:rPr lang="en-US" dirty="0"/>
              <a:t>Targets: Foreign governments, dissidents, multinational corporations.</a:t>
            </a:r>
          </a:p>
          <a:p>
            <a:pPr lvl="1"/>
            <a:r>
              <a:rPr lang="en-US" dirty="0"/>
              <a:t>Motivation: Political and economic intelligence.</a:t>
            </a:r>
          </a:p>
          <a:p>
            <a:pPr lvl="1"/>
            <a:r>
              <a:rPr lang="en-US" dirty="0"/>
              <a:t>Tactics: Spear-phishing, watering-hole attacks, malware implants.</a:t>
            </a:r>
          </a:p>
          <a:p>
            <a:r>
              <a:rPr lang="en-US" dirty="0"/>
              <a:t>APT41 (Barium – China)</a:t>
            </a:r>
          </a:p>
          <a:p>
            <a:pPr lvl="1"/>
            <a:r>
              <a:rPr lang="en-US" dirty="0"/>
              <a:t>Targets: Healthcare, technology, and video game companies.</a:t>
            </a:r>
          </a:p>
          <a:p>
            <a:pPr lvl="1"/>
            <a:r>
              <a:rPr lang="en-US" dirty="0"/>
              <a:t>Motivation: Dual-purpose: cyber espionage and financially motivated attacks.</a:t>
            </a:r>
          </a:p>
          <a:p>
            <a:pPr lvl="1"/>
            <a:r>
              <a:rPr lang="en-US" dirty="0"/>
              <a:t>Tactics: Supply chain attacks, ransomware deployment, malware campaigns.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061FD-DFBC-4121-9C7C-E8285E5DA1EC}"/>
              </a:ext>
            </a:extLst>
          </p:cNvPr>
          <p:cNvSpPr txBox="1"/>
          <p:nvPr/>
        </p:nvSpPr>
        <p:spPr>
          <a:xfrm>
            <a:off x="6096000" y="427742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APT (Advanced Persistent Threat) refers to a highly skilled, well-funded, and organized cyberattack group that targets specific organizations or nations over an extended period. </a:t>
            </a:r>
          </a:p>
        </p:txBody>
      </p:sp>
    </p:spTree>
    <p:extLst>
      <p:ext uri="{BB962C8B-B14F-4D97-AF65-F5344CB8AC3E}">
        <p14:creationId xmlns:p14="http://schemas.microsoft.com/office/powerpoint/2010/main" val="32456002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74E908B-765E-4F9A-9375-D0B4B020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4276A-6C73-4944-9365-5616D2FF6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altLang="en-US" sz="3200" dirty="0"/>
              <a:t>Tactic: Persistence</a:t>
            </a:r>
          </a:p>
          <a:p>
            <a:pPr lvl="1"/>
            <a:r>
              <a:rPr lang="en-US" altLang="en-US" dirty="0"/>
              <a:t>Technique: “Create Account” (method: add a new user to maintain access)</a:t>
            </a:r>
          </a:p>
          <a:p>
            <a:pPr lvl="2"/>
            <a:r>
              <a:rPr lang="en-US" altLang="en-US" sz="2400" dirty="0"/>
              <a:t>Procedure: APT29 creates a local admin account named ‘Updater’ on Windows systems using PowerShell commands to maintain persistence.</a:t>
            </a:r>
          </a:p>
          <a:p>
            <a:endParaRPr lang="en-US" sz="3200" dirty="0"/>
          </a:p>
          <a:p>
            <a:r>
              <a:rPr lang="en-US" sz="3200" dirty="0"/>
              <a:t>Tactic: Initial Access</a:t>
            </a:r>
          </a:p>
          <a:p>
            <a:pPr lvl="1"/>
            <a:r>
              <a:rPr lang="en-US" sz="2800" dirty="0"/>
              <a:t>Technique: Phishing - </a:t>
            </a:r>
            <a:r>
              <a:rPr lang="en-US" sz="2800" dirty="0" err="1"/>
              <a:t>Spearphishing</a:t>
            </a:r>
            <a:r>
              <a:rPr lang="en-US" sz="2800" dirty="0"/>
              <a:t> Attachment</a:t>
            </a:r>
          </a:p>
          <a:p>
            <a:pPr lvl="2"/>
            <a:r>
              <a:rPr lang="en-US" sz="2400" dirty="0"/>
              <a:t>Procedure: In 2022, APT41 delivered malware-laden Excel files via email to government contractors. The Excel macro executed a PowerShell script to download additional malware and create persistence.</a:t>
            </a:r>
          </a:p>
        </p:txBody>
      </p:sp>
    </p:spTree>
    <p:extLst>
      <p:ext uri="{BB962C8B-B14F-4D97-AF65-F5344CB8AC3E}">
        <p14:creationId xmlns:p14="http://schemas.microsoft.com/office/powerpoint/2010/main" val="22294153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A325-BBE5-4B5C-AA24-6CA54F91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Image with no description">
            <a:extLst>
              <a:ext uri="{FF2B5EF4-FFF2-40B4-BE49-F238E27FC236}">
                <a16:creationId xmlns:a16="http://schemas.microsoft.com/office/drawing/2014/main" id="{FE0329B9-533D-4890-B997-514BFBC88F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17" y="171616"/>
            <a:ext cx="11876567" cy="649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5214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990A0B-B669-4BBC-AACD-845300DD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4263F-D2BE-4D59-B25B-D9895809F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marR="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Landoll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Douglas J. </a:t>
            </a: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Security Policies, Procedures, and Standards : A Practitioner’s Reference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Boca Raton,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Press, Taylor &amp; Francis Group, 2016.</a:t>
            </a:r>
          </a:p>
          <a:p>
            <a:pPr marL="457200" marR="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Rafaels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Raymond. </a:t>
            </a: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 to Understanding Security Controls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Amazon Digital Services, 10 May 2019.</a:t>
            </a:r>
          </a:p>
          <a:p>
            <a:pPr marL="457200" marR="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“SOC 1, 2, 3 Compliance: Understanding &amp; Achieving SOC Compliance | Splunk.” </a:t>
            </a: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Splunk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2025, www.splunk.com/en_us/blog/learn/soc-compliance.html.</a:t>
            </a:r>
          </a:p>
          <a:p>
            <a:pPr marL="457200" marR="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Williams, Barry L. </a:t>
            </a: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Security Policy Development for Compliance : ISO/IEC 27001, NIST SP 800-53, HIPAA Standard, PCI DSS V2.0, and AUP V5.0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Boca Raton, Fl,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Press, Taylor &amp; Francis Group, 2013.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“Aligning Your Security Program to NIST SP 800-53.”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Hyperproof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hyperproof.io/nist-800-53/.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02600"/>
      </p:ext>
    </p:extLst>
  </p:cSld>
  <p:clrMapOvr>
    <a:masterClrMapping/>
  </p:clrMapOvr>
</p:sld>
</file>

<file path=ppt/theme/theme1.xml><?xml version="1.0" encoding="utf-8"?>
<a:theme xmlns:a="http://schemas.openxmlformats.org/drawingml/2006/main" name="Primary Colors-UTAS">
  <a:themeElements>
    <a:clrScheme name="UTAS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2B328C"/>
      </a:accent1>
      <a:accent2>
        <a:srgbClr val="415CAD"/>
      </a:accent2>
      <a:accent3>
        <a:srgbClr val="E46825"/>
      </a:accent3>
      <a:accent4>
        <a:srgbClr val="F88D2A"/>
      </a:accent4>
      <a:accent5>
        <a:srgbClr val="F1B721"/>
      </a:accent5>
      <a:accent6>
        <a:srgbClr val="70479C"/>
      </a:accent6>
      <a:hlink>
        <a:srgbClr val="3C9FC0"/>
      </a:hlink>
      <a:folHlink>
        <a:srgbClr val="948D2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5B96C54-0A27-4F08-9C0C-1866F81CC976}" vid="{FD9DF39B-C2CC-4318-B2DC-E4DB3D62B6B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7BEC6FFFE5EF41954276BDD54D5AC8" ma:contentTypeVersion="3" ma:contentTypeDescription="Create a new document." ma:contentTypeScope="" ma:versionID="006eb17f8363eff2fb93b94268576681">
  <xsd:schema xmlns:xsd="http://www.w3.org/2001/XMLSchema" xmlns:xs="http://www.w3.org/2001/XMLSchema" xmlns:p="http://schemas.microsoft.com/office/2006/metadata/properties" xmlns:ns2="1d705a9b-23a6-464f-98ef-a824ae360a44" targetNamespace="http://schemas.microsoft.com/office/2006/metadata/properties" ma:root="true" ma:fieldsID="5d8ebdba3c2b26c4179c9bb6f2265b79" ns2:_="">
    <xsd:import namespace="1d705a9b-23a6-464f-98ef-a824ae360a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705a9b-23a6-464f-98ef-a824ae360a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21A321-47B3-479B-BEB7-9A1B5FA348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705a9b-23a6-464f-98ef-a824ae360a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BB47FD-139F-43C6-B40D-5B48DE3017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FEB7F2-0DEA-426A-812D-B27605102CC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Primary Colors-UTAS</Template>
  <TotalTime>6</TotalTime>
  <Words>4613</Words>
  <Application>Microsoft Office PowerPoint</Application>
  <PresentationFormat>Widescreen</PresentationFormat>
  <Paragraphs>545</Paragraphs>
  <Slides>50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Aptos</vt:lpstr>
      <vt:lpstr>Arial</vt:lpstr>
      <vt:lpstr>Calibri</vt:lpstr>
      <vt:lpstr>Trebuchet MS</vt:lpstr>
      <vt:lpstr>Wingdings</vt:lpstr>
      <vt:lpstr>Primary Colors-UTAS</vt:lpstr>
      <vt:lpstr>Chapter 2: Security Standards and Frameworks for SOC​</vt:lpstr>
      <vt:lpstr>Learning Outcomes </vt:lpstr>
      <vt:lpstr>Why Do SOCs Need Standards and Frameworks?</vt:lpstr>
      <vt:lpstr>PowerPoint Presentation</vt:lpstr>
      <vt:lpstr>PowerPoint Presentation</vt:lpstr>
      <vt:lpstr>Security Governance: Policies, Procedures, and Controls </vt:lpstr>
      <vt:lpstr>Policies</vt:lpstr>
      <vt:lpstr>Procedures</vt:lpstr>
      <vt:lpstr>Processes</vt:lpstr>
      <vt:lpstr>Controls</vt:lpstr>
      <vt:lpstr>PowerPoint Presentation</vt:lpstr>
      <vt:lpstr>PowerPoint Presentation</vt:lpstr>
      <vt:lpstr>PowerPoint Presentation</vt:lpstr>
      <vt:lpstr>ISO/IEC 27001</vt:lpstr>
      <vt:lpstr>ISO/IEC 27001</vt:lpstr>
      <vt:lpstr>ISO/IEC 27001Annex A Controls: Annex A provides a catalog of 93 controls (as of the 2022 version), grouped into: four themes:  </vt:lpstr>
      <vt:lpstr>Information Security Management System (ISMS)</vt:lpstr>
      <vt:lpstr>The ISMS Lifecycle: Plan-Do-Check-Act (PDCA)</vt:lpstr>
      <vt:lpstr>Use in a SOC</vt:lpstr>
      <vt:lpstr>Cybersecurity risk management</vt:lpstr>
      <vt:lpstr>NIST Cybersecurity Framework</vt:lpstr>
      <vt:lpstr>Core Components of the NIST CSF</vt:lpstr>
      <vt:lpstr>Core Components of the NIST CSF </vt:lpstr>
      <vt:lpstr>Why NIST CSF is important in SOC</vt:lpstr>
      <vt:lpstr>PowerPoint Presentation</vt:lpstr>
      <vt:lpstr>NIST SP 800-53​</vt:lpstr>
      <vt:lpstr>Why NIST SP 800-53 is required in SOC?</vt:lpstr>
      <vt:lpstr>NIST SP 800-53​</vt:lpstr>
      <vt:lpstr>PowerPoint Presentation</vt:lpstr>
      <vt:lpstr>SOC 2: Service Organization Controls</vt:lpstr>
      <vt:lpstr>Trust Services Criteria (TSC)</vt:lpstr>
      <vt:lpstr>TSC Example (Application in University)</vt:lpstr>
      <vt:lpstr>Types of SOC 2 Reports (Type I vs Type II) </vt:lpstr>
      <vt:lpstr>Types of SOC 2 Reports (Type I vs Type II) </vt:lpstr>
      <vt:lpstr>Use in a SOC</vt:lpstr>
      <vt:lpstr>PowerPoint Presentation</vt:lpstr>
      <vt:lpstr>MITRE ATT&amp;CK: Tactics, Techniques and Procedures</vt:lpstr>
      <vt:lpstr>MITRE ATT&amp;CK: Tactics, Techniques and Procedures </vt:lpstr>
      <vt:lpstr>Uses of MITRE ATT&amp;CK</vt:lpstr>
      <vt:lpstr>Tactics</vt:lpstr>
      <vt:lpstr>Tactics</vt:lpstr>
      <vt:lpstr>Technique</vt:lpstr>
      <vt:lpstr>PowerPoint Presentation</vt:lpstr>
      <vt:lpstr>PowerPoint Presentation</vt:lpstr>
      <vt:lpstr>PowerPoint Presentation</vt:lpstr>
      <vt:lpstr>Procedures</vt:lpstr>
      <vt:lpstr>Threat Actor  APT</vt:lpstr>
      <vt:lpstr>Examples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Security Standards and Frameworks for SOC​</dc:title>
  <dc:creator/>
  <cp:lastModifiedBy>Arwa Said Salim Al Shanfari</cp:lastModifiedBy>
  <cp:revision>240</cp:revision>
  <dcterms:created xsi:type="dcterms:W3CDTF">2026-09-25T20:12:07Z</dcterms:created>
  <dcterms:modified xsi:type="dcterms:W3CDTF">2026-09-27T07:15:46Z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2026-09-25T20:12:15Z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dc2b733b-a224-4576-9839-d0ca720b0032</vt:lpwstr>
  </property>
  <property fmtid="{D5CDD505-2E9C-101B-9397-08002B2CF9AE}" pid="7" name="MSIP_Label_defa4170-0d19-0005-0004-bc88714345d2_ActionId">
    <vt:lpwstr>dd5dbc8a-9fbd-4fa0-8df3-49bfedc915ec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  <property fmtid="{D5CDD505-2E9C-101B-9397-08002B2CF9AE}" pid="10" name="ContentTypeId">
    <vt:lpwstr>0x010100877BEC6FFFE5EF41954276BDD54D5AC8</vt:lpwstr>
  </property>
</Properties>
</file>